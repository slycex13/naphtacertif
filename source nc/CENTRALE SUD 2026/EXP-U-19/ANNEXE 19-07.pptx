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27"/>
  </p:notesMasterIdLst>
  <p:sldIdLst>
    <p:sldId id="262" r:id="rId2"/>
    <p:sldId id="296" r:id="rId3"/>
    <p:sldId id="309" r:id="rId4"/>
    <p:sldId id="310" r:id="rId5"/>
    <p:sldId id="311" r:id="rId6"/>
    <p:sldId id="306" r:id="rId7"/>
    <p:sldId id="312" r:id="rId8"/>
    <p:sldId id="313" r:id="rId9"/>
    <p:sldId id="314" r:id="rId10"/>
    <p:sldId id="263" r:id="rId11"/>
    <p:sldId id="292" r:id="rId12"/>
    <p:sldId id="315" r:id="rId13"/>
    <p:sldId id="316" r:id="rId14"/>
    <p:sldId id="317" r:id="rId15"/>
    <p:sldId id="307" r:id="rId16"/>
    <p:sldId id="318" r:id="rId17"/>
    <p:sldId id="319" r:id="rId18"/>
    <p:sldId id="320" r:id="rId19"/>
    <p:sldId id="303" r:id="rId20"/>
    <p:sldId id="297" r:id="rId21"/>
    <p:sldId id="321" r:id="rId22"/>
    <p:sldId id="323" r:id="rId23"/>
    <p:sldId id="308" r:id="rId24"/>
    <p:sldId id="322" r:id="rId25"/>
    <p:sldId id="324" r:id="rId26"/>
  </p:sldIdLst>
  <p:sldSz cx="9144000" cy="6858000" type="screen4x3"/>
  <p:notesSz cx="7010400" cy="9296400"/>
  <p:defaultTextStyle>
    <a:defPPr>
      <a:defRPr lang="fr-FR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chemeClr val="tx1"/>
    </p:penClr>
  </p:showPr>
  <p:clrMru>
    <a:srgbClr val="99FF33"/>
    <a:srgbClr val="B05CAC"/>
    <a:srgbClr val="D414AF"/>
    <a:srgbClr val="FFCC66"/>
    <a:srgbClr val="9C1D08"/>
    <a:srgbClr val="FAD058"/>
    <a:srgbClr val="BCA44E"/>
    <a:srgbClr val="C0C0C0"/>
    <a:srgbClr val="CBD8E7"/>
    <a:srgbClr val="AFC2D9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24" autoAdjust="0"/>
    <p:restoredTop sz="94660"/>
  </p:normalViewPr>
  <p:slideViewPr>
    <p:cSldViewPr snapToGrid="0">
      <p:cViewPr>
        <p:scale>
          <a:sx n="100" d="100"/>
          <a:sy n="100" d="100"/>
        </p:scale>
        <p:origin x="-2076" y="-3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92150" y="331788"/>
            <a:ext cx="5626100" cy="4219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89284" y="5179808"/>
            <a:ext cx="6231835" cy="3478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63" tIns="46131" rIns="92263" bIns="461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" y="8830683"/>
            <a:ext cx="7008744" cy="464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63" tIns="46131" rIns="92263" bIns="46131" numCol="1" anchor="b" anchorCtr="0" compatLnSpc="1">
            <a:prstTxWarp prst="textNoShape">
              <a:avLst/>
            </a:prstTxWarp>
          </a:bodyPr>
          <a:lstStyle>
            <a:lvl1pPr>
              <a:defRPr sz="1200" b="1"/>
            </a:lvl1pPr>
          </a:lstStyle>
          <a:p>
            <a:fld id="{94F2DF7F-2D78-4072-940B-D8E95A71A4ED}" type="slidenum">
              <a:rPr lang="fr-FR"/>
              <a:pPr/>
              <a:t>‹N°›</a:t>
            </a:fld>
            <a:endParaRPr lang="fr-FR"/>
          </a:p>
        </p:txBody>
      </p:sp>
      <p:sp>
        <p:nvSpPr>
          <p:cNvPr id="49160" name="Line 8"/>
          <p:cNvSpPr>
            <a:spLocks noChangeShapeType="1"/>
          </p:cNvSpPr>
          <p:nvPr/>
        </p:nvSpPr>
        <p:spPr bwMode="auto">
          <a:xfrm>
            <a:off x="377688" y="4866833"/>
            <a:ext cx="6251713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</p:spPr>
        <p:txBody>
          <a:bodyPr lIns="92263" tIns="46131" rIns="92263" bIns="46131" anchor="ctr"/>
          <a:lstStyle/>
          <a:p>
            <a:endParaRPr lang="en-GB"/>
          </a:p>
        </p:txBody>
      </p:sp>
      <p:sp>
        <p:nvSpPr>
          <p:cNvPr id="49161" name="Line 9"/>
          <p:cNvSpPr>
            <a:spLocks noChangeShapeType="1"/>
          </p:cNvSpPr>
          <p:nvPr/>
        </p:nvSpPr>
        <p:spPr bwMode="auto">
          <a:xfrm>
            <a:off x="377688" y="8688420"/>
            <a:ext cx="6251713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</p:spPr>
        <p:txBody>
          <a:bodyPr lIns="92263" tIns="46131" rIns="92263" bIns="46131" anchor="ctr"/>
          <a:lstStyle/>
          <a:p>
            <a:endParaRPr lang="en-GB"/>
          </a:p>
        </p:txBody>
      </p:sp>
      <p:grpSp>
        <p:nvGrpSpPr>
          <p:cNvPr id="49180" name="Group 28"/>
          <p:cNvGrpSpPr>
            <a:grpSpLocks/>
          </p:cNvGrpSpPr>
          <p:nvPr/>
        </p:nvGrpSpPr>
        <p:grpSpPr bwMode="auto">
          <a:xfrm>
            <a:off x="528431" y="5139376"/>
            <a:ext cx="5950226" cy="3275005"/>
            <a:chOff x="228" y="3432"/>
            <a:chExt cx="3774" cy="2187"/>
          </a:xfrm>
        </p:grpSpPr>
        <p:sp>
          <p:nvSpPr>
            <p:cNvPr id="49162" name="Line 10"/>
            <p:cNvSpPr>
              <a:spLocks noChangeShapeType="1"/>
            </p:cNvSpPr>
            <p:nvPr/>
          </p:nvSpPr>
          <p:spPr bwMode="auto">
            <a:xfrm>
              <a:off x="228" y="3432"/>
              <a:ext cx="3774" cy="0"/>
            </a:xfrm>
            <a:prstGeom prst="line">
              <a:avLst/>
            </a:prstGeom>
            <a:noFill/>
            <a:ln w="635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n-GB"/>
            </a:p>
          </p:txBody>
        </p:sp>
        <p:sp>
          <p:nvSpPr>
            <p:cNvPr id="49165" name="Line 13"/>
            <p:cNvSpPr>
              <a:spLocks noChangeShapeType="1"/>
            </p:cNvSpPr>
            <p:nvPr/>
          </p:nvSpPr>
          <p:spPr bwMode="auto">
            <a:xfrm>
              <a:off x="228" y="3614"/>
              <a:ext cx="3774" cy="0"/>
            </a:xfrm>
            <a:prstGeom prst="line">
              <a:avLst/>
            </a:prstGeom>
            <a:noFill/>
            <a:ln w="635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n-GB"/>
            </a:p>
          </p:txBody>
        </p:sp>
        <p:sp>
          <p:nvSpPr>
            <p:cNvPr id="49167" name="Line 15"/>
            <p:cNvSpPr>
              <a:spLocks noChangeShapeType="1"/>
            </p:cNvSpPr>
            <p:nvPr/>
          </p:nvSpPr>
          <p:spPr bwMode="auto">
            <a:xfrm>
              <a:off x="228" y="3796"/>
              <a:ext cx="3774" cy="0"/>
            </a:xfrm>
            <a:prstGeom prst="line">
              <a:avLst/>
            </a:prstGeom>
            <a:noFill/>
            <a:ln w="635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n-GB"/>
            </a:p>
          </p:txBody>
        </p:sp>
        <p:sp>
          <p:nvSpPr>
            <p:cNvPr id="49170" name="Line 18"/>
            <p:cNvSpPr>
              <a:spLocks noChangeShapeType="1"/>
            </p:cNvSpPr>
            <p:nvPr/>
          </p:nvSpPr>
          <p:spPr bwMode="auto">
            <a:xfrm>
              <a:off x="228" y="3979"/>
              <a:ext cx="3774" cy="0"/>
            </a:xfrm>
            <a:prstGeom prst="line">
              <a:avLst/>
            </a:prstGeom>
            <a:noFill/>
            <a:ln w="635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n-GB"/>
            </a:p>
          </p:txBody>
        </p:sp>
        <p:sp>
          <p:nvSpPr>
            <p:cNvPr id="49171" name="Line 19"/>
            <p:cNvSpPr>
              <a:spLocks noChangeShapeType="1"/>
            </p:cNvSpPr>
            <p:nvPr/>
          </p:nvSpPr>
          <p:spPr bwMode="auto">
            <a:xfrm>
              <a:off x="228" y="4161"/>
              <a:ext cx="3774" cy="0"/>
            </a:xfrm>
            <a:prstGeom prst="line">
              <a:avLst/>
            </a:prstGeom>
            <a:noFill/>
            <a:ln w="635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n-GB"/>
            </a:p>
          </p:txBody>
        </p:sp>
        <p:sp>
          <p:nvSpPr>
            <p:cNvPr id="49172" name="Line 20"/>
            <p:cNvSpPr>
              <a:spLocks noChangeShapeType="1"/>
            </p:cNvSpPr>
            <p:nvPr/>
          </p:nvSpPr>
          <p:spPr bwMode="auto">
            <a:xfrm>
              <a:off x="228" y="4343"/>
              <a:ext cx="3774" cy="0"/>
            </a:xfrm>
            <a:prstGeom prst="line">
              <a:avLst/>
            </a:prstGeom>
            <a:noFill/>
            <a:ln w="635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n-GB"/>
            </a:p>
          </p:txBody>
        </p:sp>
        <p:sp>
          <p:nvSpPr>
            <p:cNvPr id="49173" name="Line 21"/>
            <p:cNvSpPr>
              <a:spLocks noChangeShapeType="1"/>
            </p:cNvSpPr>
            <p:nvPr/>
          </p:nvSpPr>
          <p:spPr bwMode="auto">
            <a:xfrm>
              <a:off x="228" y="4526"/>
              <a:ext cx="3774" cy="0"/>
            </a:xfrm>
            <a:prstGeom prst="line">
              <a:avLst/>
            </a:prstGeom>
            <a:noFill/>
            <a:ln w="635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n-GB"/>
            </a:p>
          </p:txBody>
        </p:sp>
        <p:sp>
          <p:nvSpPr>
            <p:cNvPr id="49174" name="Line 22"/>
            <p:cNvSpPr>
              <a:spLocks noChangeShapeType="1"/>
            </p:cNvSpPr>
            <p:nvPr/>
          </p:nvSpPr>
          <p:spPr bwMode="auto">
            <a:xfrm>
              <a:off x="228" y="4708"/>
              <a:ext cx="3774" cy="0"/>
            </a:xfrm>
            <a:prstGeom prst="line">
              <a:avLst/>
            </a:prstGeom>
            <a:noFill/>
            <a:ln w="635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n-GB"/>
            </a:p>
          </p:txBody>
        </p:sp>
        <p:sp>
          <p:nvSpPr>
            <p:cNvPr id="49175" name="Line 23"/>
            <p:cNvSpPr>
              <a:spLocks noChangeShapeType="1"/>
            </p:cNvSpPr>
            <p:nvPr/>
          </p:nvSpPr>
          <p:spPr bwMode="auto">
            <a:xfrm>
              <a:off x="228" y="4890"/>
              <a:ext cx="3774" cy="0"/>
            </a:xfrm>
            <a:prstGeom prst="line">
              <a:avLst/>
            </a:prstGeom>
            <a:noFill/>
            <a:ln w="635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n-GB"/>
            </a:p>
          </p:txBody>
        </p:sp>
        <p:sp>
          <p:nvSpPr>
            <p:cNvPr id="49176" name="Line 24"/>
            <p:cNvSpPr>
              <a:spLocks noChangeShapeType="1"/>
            </p:cNvSpPr>
            <p:nvPr/>
          </p:nvSpPr>
          <p:spPr bwMode="auto">
            <a:xfrm>
              <a:off x="228" y="5255"/>
              <a:ext cx="3774" cy="0"/>
            </a:xfrm>
            <a:prstGeom prst="line">
              <a:avLst/>
            </a:prstGeom>
            <a:noFill/>
            <a:ln w="635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n-GB"/>
            </a:p>
          </p:txBody>
        </p:sp>
        <p:sp>
          <p:nvSpPr>
            <p:cNvPr id="49177" name="Line 25"/>
            <p:cNvSpPr>
              <a:spLocks noChangeShapeType="1"/>
            </p:cNvSpPr>
            <p:nvPr/>
          </p:nvSpPr>
          <p:spPr bwMode="auto">
            <a:xfrm>
              <a:off x="228" y="5072"/>
              <a:ext cx="3774" cy="0"/>
            </a:xfrm>
            <a:prstGeom prst="line">
              <a:avLst/>
            </a:prstGeom>
            <a:noFill/>
            <a:ln w="635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n-GB"/>
            </a:p>
          </p:txBody>
        </p:sp>
        <p:sp>
          <p:nvSpPr>
            <p:cNvPr id="49178" name="Line 26"/>
            <p:cNvSpPr>
              <a:spLocks noChangeShapeType="1"/>
            </p:cNvSpPr>
            <p:nvPr/>
          </p:nvSpPr>
          <p:spPr bwMode="auto">
            <a:xfrm>
              <a:off x="228" y="5437"/>
              <a:ext cx="3774" cy="0"/>
            </a:xfrm>
            <a:prstGeom prst="line">
              <a:avLst/>
            </a:prstGeom>
            <a:noFill/>
            <a:ln w="635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n-GB"/>
            </a:p>
          </p:txBody>
        </p:sp>
        <p:sp>
          <p:nvSpPr>
            <p:cNvPr id="49179" name="Line 27"/>
            <p:cNvSpPr>
              <a:spLocks noChangeShapeType="1"/>
            </p:cNvSpPr>
            <p:nvPr/>
          </p:nvSpPr>
          <p:spPr bwMode="auto">
            <a:xfrm>
              <a:off x="228" y="5619"/>
              <a:ext cx="3774" cy="0"/>
            </a:xfrm>
            <a:prstGeom prst="line">
              <a:avLst/>
            </a:prstGeom>
            <a:noFill/>
            <a:ln w="635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n-GB"/>
            </a:p>
          </p:txBody>
        </p:sp>
      </p:grpSp>
      <p:sp>
        <p:nvSpPr>
          <p:cNvPr id="49181" name="Text Box 29"/>
          <p:cNvSpPr txBox="1">
            <a:spLocks noChangeArrowheads="1"/>
          </p:cNvSpPr>
          <p:nvPr/>
        </p:nvSpPr>
        <p:spPr bwMode="auto">
          <a:xfrm>
            <a:off x="414131" y="4881809"/>
            <a:ext cx="1265583" cy="32399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92263" tIns="46131" rIns="92263" bIns="46131">
            <a:spAutoFit/>
          </a:bodyPr>
          <a:lstStyle/>
          <a:p>
            <a:pPr algn="l">
              <a:spcBef>
                <a:spcPct val="50000"/>
              </a:spcBef>
            </a:pPr>
            <a:r>
              <a:rPr lang="fr-FR" sz="1500" dirty="0">
                <a:solidFill>
                  <a:schemeClr val="hlink"/>
                </a:solidFill>
              </a:rPr>
              <a:t>Notes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360D03-A905-4934-85F9-22D498233FF1}" type="slidenum">
              <a:rPr lang="fr-FR"/>
              <a:pPr/>
              <a:t>1</a:t>
            </a:fld>
            <a:endParaRPr lang="fr-FR"/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D3A8B0-1D7A-4B87-8DDC-EB18B8DF510E}" type="slidenum">
              <a:rPr lang="fr-FR"/>
              <a:pPr/>
              <a:t>10</a:t>
            </a:fld>
            <a:endParaRPr lang="fr-FR"/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D3A8B0-1D7A-4B87-8DDC-EB18B8DF510E}" type="slidenum">
              <a:rPr lang="fr-FR"/>
              <a:pPr/>
              <a:t>19</a:t>
            </a:fld>
            <a:endParaRPr lang="fr-FR"/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EAD05-F29D-4145-A1E1-7970CB728DE7}" type="datetimeFigureOut">
              <a:rPr lang="fr-FR" smtClean="0"/>
              <a:pPr/>
              <a:t>01/03/2016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- Références, date, lieu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EC9A8-3914-44E7-871D-BF228FB1089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EAD05-F29D-4145-A1E1-7970CB728DE7}" type="datetimeFigureOut">
              <a:rPr lang="fr-FR" smtClean="0"/>
              <a:pPr/>
              <a:t>01/03/2016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- Références, date, lieu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7D614-C6D7-40C4-A5CC-CFC768A7E4A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EAD05-F29D-4145-A1E1-7970CB728DE7}" type="datetimeFigureOut">
              <a:rPr lang="fr-FR" smtClean="0"/>
              <a:pPr/>
              <a:t>01/03/2016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- Références, date, lieu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47389-E563-4462-862F-5008C99D5C1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EAD05-F29D-4145-A1E1-7970CB728DE7}" type="datetimeFigureOut">
              <a:rPr lang="fr-FR" smtClean="0"/>
              <a:pPr/>
              <a:t>01/03/2016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- Références, date, lieu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0FA8C-81FD-4703-8679-75EA651E702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EAD05-F29D-4145-A1E1-7970CB728DE7}" type="datetimeFigureOut">
              <a:rPr lang="fr-FR" smtClean="0"/>
              <a:pPr/>
              <a:t>01/03/2016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- Références, date, lieu</a:t>
            </a:r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E6C6-DCCC-4865-98F4-0CF5613EA4E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EAD05-F29D-4145-A1E1-7970CB728DE7}" type="datetimeFigureOut">
              <a:rPr lang="fr-FR" smtClean="0"/>
              <a:pPr/>
              <a:t>01/03/2016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- Références, date, lieu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68822-3D2D-496A-AB12-A3BE4FC8FF6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EAD05-F29D-4145-A1E1-7970CB728DE7}" type="datetimeFigureOut">
              <a:rPr lang="fr-FR" smtClean="0"/>
              <a:pPr/>
              <a:t>01/03/2016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- Références, date, lieu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8543-9CD7-4016-8F94-51220EF407A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EAD05-F29D-4145-A1E1-7970CB728DE7}" type="datetimeFigureOut">
              <a:rPr lang="fr-FR" smtClean="0"/>
              <a:pPr/>
              <a:t>01/03/2016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- Références, date, lieu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77924-32BC-47FE-8B70-4A119348A8C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EAD05-F29D-4145-A1E1-7970CB728DE7}" type="datetimeFigureOut">
              <a:rPr lang="fr-FR" smtClean="0"/>
              <a:pPr/>
              <a:t>01/03/2016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- Références, date, lieu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02ADF-8FB4-4EC3-AB97-DBA6426A257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EAD05-F29D-4145-A1E1-7970CB728DE7}" type="datetimeFigureOut">
              <a:rPr lang="fr-FR" smtClean="0"/>
              <a:pPr/>
              <a:t>01/03/2016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- Références, date, lieu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F27EA-BEA0-49BD-B454-AF3BFE80E7D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EAD05-F29D-4145-A1E1-7970CB728DE7}" type="datetimeFigureOut">
              <a:rPr lang="fr-FR" smtClean="0"/>
              <a:pPr/>
              <a:t>01/03/2016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- Références, date, lieu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7EBA8-C63C-4E02-86B5-A50F2E65E55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3" name="Rectangle 41"/>
          <p:cNvSpPr>
            <a:spLocks noGrp="1" noChangeArrowheads="1"/>
          </p:cNvSpPr>
          <p:nvPr>
            <p:ph type="ftr" sz="quarter" idx="3"/>
          </p:nvPr>
        </p:nvSpPr>
        <p:spPr>
          <a:xfrm>
            <a:off x="619125" y="6273800"/>
            <a:ext cx="6159500" cy="323850"/>
          </a:xfrm>
        </p:spPr>
        <p:txBody>
          <a:bodyPr anchor="ctr"/>
          <a:lstStyle>
            <a:lvl1pPr>
              <a:defRPr sz="1200"/>
            </a:lvl1pPr>
          </a:lstStyle>
          <a:p>
            <a:r>
              <a:rPr lang="fr-FR"/>
              <a:t>Références, date, lieu</a:t>
            </a:r>
          </a:p>
        </p:txBody>
      </p:sp>
      <p:sp>
        <p:nvSpPr>
          <p:cNvPr id="3128" name="Rectangle 56"/>
          <p:cNvSpPr>
            <a:spLocks noGrp="1" noChangeArrowheads="1"/>
          </p:cNvSpPr>
          <p:nvPr>
            <p:ph type="ctrTitle"/>
          </p:nvPr>
        </p:nvSpPr>
        <p:spPr>
          <a:xfrm>
            <a:off x="619125" y="1757363"/>
            <a:ext cx="8343900" cy="1514475"/>
          </a:xfrm>
        </p:spPr>
        <p:txBody>
          <a:bodyPr lIns="91440" tIns="45720" rIns="91440" bIns="45720" anchor="b"/>
          <a:lstStyle>
            <a:lvl1pPr>
              <a:lnSpc>
                <a:spcPct val="100000"/>
              </a:lnSpc>
              <a:defRPr sz="3500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5EAD05-F29D-4145-A1E1-7970CB728DE7}" type="datetimeFigureOut">
              <a:rPr lang="fr-FR" smtClean="0"/>
              <a:pPr/>
              <a:t>01/03/2016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 smtClean="0"/>
              <a:t>- Références, date, lieu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9EC9A8-3914-44E7-871D-BF228FB1089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8" name="Rectangle 8"/>
          <p:cNvSpPr>
            <a:spLocks noGrp="1" noChangeArrowheads="1"/>
          </p:cNvSpPr>
          <p:nvPr>
            <p:ph type="ctrTitle"/>
          </p:nvPr>
        </p:nvSpPr>
        <p:spPr>
          <a:xfrm>
            <a:off x="266700" y="1485900"/>
            <a:ext cx="8639175" cy="4743450"/>
          </a:xfrm>
        </p:spPr>
        <p:txBody>
          <a:bodyPr>
            <a:normAutofit/>
          </a:bodyPr>
          <a:lstStyle/>
          <a:p>
            <a:r>
              <a:rPr lang="fr-FR" b="1" dirty="0" smtClean="0"/>
              <a:t>Sécheurs d’air</a:t>
            </a:r>
            <a:br>
              <a:rPr lang="fr-FR" b="1" dirty="0" smtClean="0"/>
            </a:br>
            <a:r>
              <a:rPr lang="fr-FR" b="1" dirty="0" smtClean="0"/>
              <a:t>C301 – C302 – C303</a:t>
            </a:r>
            <a:br>
              <a:rPr lang="fr-FR" b="1" dirty="0" smtClean="0"/>
            </a:br>
            <a:r>
              <a:rPr lang="fr-FR" b="1" dirty="0" smtClean="0"/>
              <a:t/>
            </a:r>
            <a:br>
              <a:rPr lang="fr-FR" b="1" dirty="0" smtClean="0"/>
            </a:br>
            <a:r>
              <a:rPr lang="fr-FR" b="1" dirty="0" smtClean="0"/>
              <a:t/>
            </a:r>
            <a:br>
              <a:rPr lang="fr-FR" b="1" dirty="0" smtClean="0"/>
            </a:br>
            <a:r>
              <a:rPr lang="fr-FR" b="1" dirty="0" smtClean="0"/>
              <a:t> Fonctionnement </a:t>
            </a:r>
            <a:br>
              <a:rPr lang="fr-FR" b="1" dirty="0" smtClean="0"/>
            </a:br>
            <a:r>
              <a:rPr lang="fr-FR" b="1" dirty="0" smtClean="0"/>
              <a:t>Etape par Etape</a:t>
            </a:r>
            <a:br>
              <a:rPr lang="fr-FR" b="1" dirty="0" smtClean="0"/>
            </a:br>
            <a:endParaRPr lang="fr-FR" b="1" dirty="0"/>
          </a:p>
        </p:txBody>
      </p:sp>
      <p:sp>
        <p:nvSpPr>
          <p:cNvPr id="3" name="Rectangle 8"/>
          <p:cNvSpPr txBox="1">
            <a:spLocks noChangeArrowheads="1"/>
          </p:cNvSpPr>
          <p:nvPr/>
        </p:nvSpPr>
        <p:spPr>
          <a:xfrm>
            <a:off x="180975" y="457200"/>
            <a:ext cx="8639175" cy="7048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1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AIR  COMPRIME -</a:t>
            </a:r>
            <a:r>
              <a:rPr kumimoji="0" lang="fr-FR" sz="4000" b="1" i="0" u="sng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 CENTRALE  SUD</a:t>
            </a:r>
            <a:r>
              <a:rPr kumimoji="0" lang="fr-FR" sz="4000" b="1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 </a:t>
            </a:r>
            <a:endParaRPr kumimoji="0" lang="fr-FR" sz="4000" b="1" i="0" u="sng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à coins arrondis 21"/>
          <p:cNvSpPr/>
          <p:nvPr/>
        </p:nvSpPr>
        <p:spPr>
          <a:xfrm>
            <a:off x="5495925" y="1676401"/>
            <a:ext cx="1209675" cy="2119312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à coins arrondis 35"/>
          <p:cNvSpPr/>
          <p:nvPr/>
        </p:nvSpPr>
        <p:spPr>
          <a:xfrm>
            <a:off x="2466974" y="1676400"/>
            <a:ext cx="1209675" cy="2114550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Forme libre 40"/>
          <p:cNvSpPr/>
          <p:nvPr/>
        </p:nvSpPr>
        <p:spPr>
          <a:xfrm>
            <a:off x="3081338" y="1452563"/>
            <a:ext cx="1328737" cy="923925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Forme libre 41"/>
          <p:cNvSpPr/>
          <p:nvPr/>
        </p:nvSpPr>
        <p:spPr>
          <a:xfrm flipH="1">
            <a:off x="4724400" y="1452547"/>
            <a:ext cx="1366838" cy="923925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Forme libre 42"/>
          <p:cNvSpPr/>
          <p:nvPr/>
        </p:nvSpPr>
        <p:spPr>
          <a:xfrm flipV="1">
            <a:off x="3081322" y="3124199"/>
            <a:ext cx="1328737" cy="885825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Forme libre 43"/>
          <p:cNvSpPr/>
          <p:nvPr/>
        </p:nvSpPr>
        <p:spPr>
          <a:xfrm flipH="1" flipV="1">
            <a:off x="4729163" y="3124199"/>
            <a:ext cx="1362056" cy="885824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Forme libre 44"/>
          <p:cNvSpPr/>
          <p:nvPr/>
        </p:nvSpPr>
        <p:spPr>
          <a:xfrm>
            <a:off x="3924301" y="2752725"/>
            <a:ext cx="500062" cy="1228725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Forme libre 45"/>
          <p:cNvSpPr/>
          <p:nvPr/>
        </p:nvSpPr>
        <p:spPr>
          <a:xfrm flipH="1" flipV="1">
            <a:off x="2328861" y="4033838"/>
            <a:ext cx="1595421" cy="419100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Forme libre 46"/>
          <p:cNvSpPr/>
          <p:nvPr/>
        </p:nvSpPr>
        <p:spPr>
          <a:xfrm flipH="1" flipV="1">
            <a:off x="5191124" y="1476376"/>
            <a:ext cx="95244" cy="1281112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9" name="Connecteur droit 48"/>
          <p:cNvCxnSpPr/>
          <p:nvPr/>
        </p:nvCxnSpPr>
        <p:spPr>
          <a:xfrm>
            <a:off x="4724401" y="2752726"/>
            <a:ext cx="300037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rganigramme : Joindre 49"/>
          <p:cNvSpPr/>
          <p:nvPr/>
        </p:nvSpPr>
        <p:spPr>
          <a:xfrm rot="5400000">
            <a:off x="4993489" y="2659859"/>
            <a:ext cx="204788" cy="180974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55" name="Connecteur droit 54"/>
          <p:cNvCxnSpPr/>
          <p:nvPr/>
        </p:nvCxnSpPr>
        <p:spPr>
          <a:xfrm>
            <a:off x="5286375" y="1081088"/>
            <a:ext cx="9" cy="338138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/>
          <p:nvPr/>
        </p:nvCxnSpPr>
        <p:spPr>
          <a:xfrm>
            <a:off x="2138363" y="4348163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/>
          <p:cNvCxnSpPr/>
          <p:nvPr/>
        </p:nvCxnSpPr>
        <p:spPr>
          <a:xfrm>
            <a:off x="2333630" y="4352910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avec flèche 60"/>
          <p:cNvCxnSpPr/>
          <p:nvPr/>
        </p:nvCxnSpPr>
        <p:spPr>
          <a:xfrm flipV="1">
            <a:off x="2138363" y="4348163"/>
            <a:ext cx="195262" cy="2000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2133600" y="5429251"/>
            <a:ext cx="819150" cy="3429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64" name="Rectangle 63"/>
          <p:cNvSpPr/>
          <p:nvPr/>
        </p:nvSpPr>
        <p:spPr>
          <a:xfrm>
            <a:off x="2947989" y="5572125"/>
            <a:ext cx="576262" cy="5238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63" name="Ellipse 62"/>
          <p:cNvSpPr/>
          <p:nvPr/>
        </p:nvSpPr>
        <p:spPr>
          <a:xfrm>
            <a:off x="3047994" y="5405436"/>
            <a:ext cx="409575" cy="381000"/>
          </a:xfrm>
          <a:prstGeom prst="ellipse">
            <a:avLst/>
          </a:prstGeom>
          <a:solidFill>
            <a:srgbClr val="00B05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66" name="Connecteur droit 65"/>
          <p:cNvCxnSpPr>
            <a:stCxn id="63" idx="1"/>
            <a:endCxn id="63" idx="4"/>
          </p:cNvCxnSpPr>
          <p:nvPr/>
        </p:nvCxnSpPr>
        <p:spPr>
          <a:xfrm>
            <a:off x="3107975" y="5461232"/>
            <a:ext cx="144807" cy="3252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/>
          <p:cNvCxnSpPr>
            <a:stCxn id="63" idx="7"/>
            <a:endCxn id="63" idx="4"/>
          </p:cNvCxnSpPr>
          <p:nvPr/>
        </p:nvCxnSpPr>
        <p:spPr>
          <a:xfrm flipH="1">
            <a:off x="3252782" y="5461232"/>
            <a:ext cx="144806" cy="3252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69"/>
          <p:cNvCxnSpPr/>
          <p:nvPr/>
        </p:nvCxnSpPr>
        <p:spPr>
          <a:xfrm>
            <a:off x="3252782" y="5305413"/>
            <a:ext cx="6" cy="557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/>
          <p:cNvCxnSpPr/>
          <p:nvPr/>
        </p:nvCxnSpPr>
        <p:spPr>
          <a:xfrm>
            <a:off x="3214688" y="5305425"/>
            <a:ext cx="714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72"/>
          <p:cNvCxnSpPr/>
          <p:nvPr/>
        </p:nvCxnSpPr>
        <p:spPr>
          <a:xfrm>
            <a:off x="3214672" y="5857917"/>
            <a:ext cx="714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Forme libre 73"/>
          <p:cNvSpPr/>
          <p:nvPr/>
        </p:nvSpPr>
        <p:spPr>
          <a:xfrm>
            <a:off x="1524000" y="4448176"/>
            <a:ext cx="614363" cy="1152524"/>
          </a:xfrm>
          <a:custGeom>
            <a:avLst/>
            <a:gdLst>
              <a:gd name="connsiteX0" fmla="*/ 614363 w 614363"/>
              <a:gd name="connsiteY0" fmla="*/ 0 h 923925"/>
              <a:gd name="connsiteX1" fmla="*/ 0 w 614363"/>
              <a:gd name="connsiteY1" fmla="*/ 0 h 923925"/>
              <a:gd name="connsiteX2" fmla="*/ 0 w 614363"/>
              <a:gd name="connsiteY2" fmla="*/ 923925 h 923925"/>
              <a:gd name="connsiteX3" fmla="*/ 461963 w 614363"/>
              <a:gd name="connsiteY3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4363" h="923925">
                <a:moveTo>
                  <a:pt x="614363" y="0"/>
                </a:moveTo>
                <a:lnTo>
                  <a:pt x="0" y="0"/>
                </a:lnTo>
                <a:lnTo>
                  <a:pt x="0" y="923925"/>
                </a:lnTo>
                <a:lnTo>
                  <a:pt x="461963" y="9239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6" name="Connecteur droit 75"/>
          <p:cNvCxnSpPr>
            <a:endCxn id="62" idx="1"/>
          </p:cNvCxnSpPr>
          <p:nvPr/>
        </p:nvCxnSpPr>
        <p:spPr>
          <a:xfrm>
            <a:off x="2043113" y="5600700"/>
            <a:ext cx="90487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/>
          <p:cNvCxnSpPr/>
          <p:nvPr/>
        </p:nvCxnSpPr>
        <p:spPr>
          <a:xfrm>
            <a:off x="1990726" y="5543550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1"/>
          <p:cNvCxnSpPr/>
          <p:nvPr/>
        </p:nvCxnSpPr>
        <p:spPr>
          <a:xfrm>
            <a:off x="2047866" y="5543534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Forme libre 82"/>
          <p:cNvSpPr/>
          <p:nvPr/>
        </p:nvSpPr>
        <p:spPr>
          <a:xfrm>
            <a:off x="2814639" y="5762625"/>
            <a:ext cx="628650" cy="361950"/>
          </a:xfrm>
          <a:custGeom>
            <a:avLst/>
            <a:gdLst>
              <a:gd name="connsiteX0" fmla="*/ 0 w 628650"/>
              <a:gd name="connsiteY0" fmla="*/ 0 h 528637"/>
              <a:gd name="connsiteX1" fmla="*/ 0 w 628650"/>
              <a:gd name="connsiteY1" fmla="*/ 528637 h 528637"/>
              <a:gd name="connsiteX2" fmla="*/ 628650 w 628650"/>
              <a:gd name="connsiteY2" fmla="*/ 528637 h 528637"/>
              <a:gd name="connsiteX3" fmla="*/ 628650 w 628650"/>
              <a:gd name="connsiteY3" fmla="*/ 528637 h 528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8650" h="528637">
                <a:moveTo>
                  <a:pt x="0" y="0"/>
                </a:moveTo>
                <a:lnTo>
                  <a:pt x="0" y="528637"/>
                </a:lnTo>
                <a:lnTo>
                  <a:pt x="628650" y="528637"/>
                </a:lnTo>
                <a:lnTo>
                  <a:pt x="628650" y="528637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7" name="Organigramme : Joindre 86"/>
          <p:cNvSpPr/>
          <p:nvPr/>
        </p:nvSpPr>
        <p:spPr>
          <a:xfrm rot="5400000">
            <a:off x="3431381" y="6045998"/>
            <a:ext cx="204788" cy="161924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88" name="Organigramme : Joindre 87"/>
          <p:cNvSpPr/>
          <p:nvPr/>
        </p:nvSpPr>
        <p:spPr>
          <a:xfrm rot="5400000">
            <a:off x="3810017" y="6053141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89" name="Connecteur droit 88"/>
          <p:cNvCxnSpPr/>
          <p:nvPr/>
        </p:nvCxnSpPr>
        <p:spPr>
          <a:xfrm flipV="1">
            <a:off x="3614739" y="6129338"/>
            <a:ext cx="209549" cy="2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à coins arrondis 93"/>
          <p:cNvSpPr/>
          <p:nvPr/>
        </p:nvSpPr>
        <p:spPr>
          <a:xfrm>
            <a:off x="3448051" y="5834063"/>
            <a:ext cx="161925" cy="123825"/>
          </a:xfrm>
          <a:prstGeom prst="round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96" name="Connecteur droit 95"/>
          <p:cNvCxnSpPr>
            <a:endCxn id="94" idx="2"/>
          </p:cNvCxnSpPr>
          <p:nvPr/>
        </p:nvCxnSpPr>
        <p:spPr>
          <a:xfrm flipH="1" flipV="1">
            <a:off x="3529014" y="5957888"/>
            <a:ext cx="2397" cy="173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eur droit 97"/>
          <p:cNvCxnSpPr/>
          <p:nvPr/>
        </p:nvCxnSpPr>
        <p:spPr>
          <a:xfrm>
            <a:off x="4000500" y="6134100"/>
            <a:ext cx="2381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Forme libre 100"/>
          <p:cNvSpPr/>
          <p:nvPr/>
        </p:nvSpPr>
        <p:spPr>
          <a:xfrm>
            <a:off x="2205038" y="6029327"/>
            <a:ext cx="138112" cy="80962"/>
          </a:xfrm>
          <a:custGeom>
            <a:avLst/>
            <a:gdLst>
              <a:gd name="connsiteX0" fmla="*/ 0 w 138112"/>
              <a:gd name="connsiteY0" fmla="*/ 0 h 80962"/>
              <a:gd name="connsiteX1" fmla="*/ 61912 w 138112"/>
              <a:gd name="connsiteY1" fmla="*/ 80962 h 80962"/>
              <a:gd name="connsiteX2" fmla="*/ 138112 w 138112"/>
              <a:gd name="connsiteY2" fmla="*/ 9525 h 8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112" h="80962">
                <a:moveTo>
                  <a:pt x="0" y="0"/>
                </a:moveTo>
                <a:lnTo>
                  <a:pt x="61912" y="80962"/>
                </a:lnTo>
                <a:lnTo>
                  <a:pt x="138112" y="9525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03" name="Connecteur droit 102"/>
          <p:cNvCxnSpPr/>
          <p:nvPr/>
        </p:nvCxnSpPr>
        <p:spPr>
          <a:xfrm>
            <a:off x="2266950" y="6119814"/>
            <a:ext cx="0" cy="1381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eur droit 105"/>
          <p:cNvCxnSpPr/>
          <p:nvPr/>
        </p:nvCxnSpPr>
        <p:spPr>
          <a:xfrm flipH="1">
            <a:off x="2262188" y="5772150"/>
            <a:ext cx="4762" cy="2714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/>
          <p:cNvSpPr/>
          <p:nvPr/>
        </p:nvSpPr>
        <p:spPr>
          <a:xfrm>
            <a:off x="2395544" y="2462213"/>
            <a:ext cx="71438" cy="414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13" name="Connecteur droit 112"/>
          <p:cNvCxnSpPr/>
          <p:nvPr/>
        </p:nvCxnSpPr>
        <p:spPr>
          <a:xfrm>
            <a:off x="2395540" y="2395538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4" name="Rectangle 113"/>
          <p:cNvSpPr/>
          <p:nvPr/>
        </p:nvSpPr>
        <p:spPr>
          <a:xfrm>
            <a:off x="6705619" y="2457451"/>
            <a:ext cx="71438" cy="414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15" name="Connecteur droit 114"/>
          <p:cNvCxnSpPr/>
          <p:nvPr/>
        </p:nvCxnSpPr>
        <p:spPr>
          <a:xfrm>
            <a:off x="6777060" y="2390776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Connecteur droit 116"/>
          <p:cNvCxnSpPr/>
          <p:nvPr/>
        </p:nvCxnSpPr>
        <p:spPr>
          <a:xfrm>
            <a:off x="2676536" y="1485905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eur droit 117"/>
          <p:cNvCxnSpPr/>
          <p:nvPr/>
        </p:nvCxnSpPr>
        <p:spPr>
          <a:xfrm>
            <a:off x="2676520" y="1528756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eur droit 119"/>
          <p:cNvCxnSpPr/>
          <p:nvPr/>
        </p:nvCxnSpPr>
        <p:spPr>
          <a:xfrm>
            <a:off x="2738448" y="1528767"/>
            <a:ext cx="0" cy="1381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eur droit 120"/>
          <p:cNvCxnSpPr/>
          <p:nvPr/>
        </p:nvCxnSpPr>
        <p:spPr>
          <a:xfrm>
            <a:off x="6357948" y="1495431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eur droit 121"/>
          <p:cNvCxnSpPr/>
          <p:nvPr/>
        </p:nvCxnSpPr>
        <p:spPr>
          <a:xfrm>
            <a:off x="6367457" y="1538282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eur droit 122"/>
          <p:cNvCxnSpPr/>
          <p:nvPr/>
        </p:nvCxnSpPr>
        <p:spPr>
          <a:xfrm>
            <a:off x="6429385" y="1538293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Forme libre 123"/>
          <p:cNvSpPr/>
          <p:nvPr/>
        </p:nvSpPr>
        <p:spPr>
          <a:xfrm flipV="1">
            <a:off x="4576762" y="4619624"/>
            <a:ext cx="585788" cy="214310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7" name="Organigramme : Joindre 126"/>
          <p:cNvSpPr/>
          <p:nvPr/>
        </p:nvSpPr>
        <p:spPr>
          <a:xfrm rot="5400000">
            <a:off x="5534042" y="5457829"/>
            <a:ext cx="204788" cy="157162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28" name="Forme libre 127"/>
          <p:cNvSpPr/>
          <p:nvPr/>
        </p:nvSpPr>
        <p:spPr>
          <a:xfrm flipV="1">
            <a:off x="4576746" y="4657725"/>
            <a:ext cx="981092" cy="876376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9" name="Organigramme : Délai 128"/>
          <p:cNvSpPr/>
          <p:nvPr/>
        </p:nvSpPr>
        <p:spPr>
          <a:xfrm rot="5400000">
            <a:off x="5417343" y="4798240"/>
            <a:ext cx="433388" cy="390524"/>
          </a:xfrm>
          <a:prstGeom prst="flowChartDelay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31" name="Connecteur droit 130"/>
          <p:cNvCxnSpPr/>
          <p:nvPr/>
        </p:nvCxnSpPr>
        <p:spPr>
          <a:xfrm>
            <a:off x="5424488" y="4743471"/>
            <a:ext cx="414337" cy="0"/>
          </a:xfrm>
          <a:prstGeom prst="lin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3" name="Connecteur droit 132"/>
          <p:cNvCxnSpPr/>
          <p:nvPr/>
        </p:nvCxnSpPr>
        <p:spPr>
          <a:xfrm>
            <a:off x="5253039" y="4833956"/>
            <a:ext cx="185736" cy="474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cteur droit 139"/>
          <p:cNvCxnSpPr/>
          <p:nvPr/>
        </p:nvCxnSpPr>
        <p:spPr>
          <a:xfrm>
            <a:off x="5819775" y="4838700"/>
            <a:ext cx="2000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eur droit 141"/>
          <p:cNvCxnSpPr/>
          <p:nvPr/>
        </p:nvCxnSpPr>
        <p:spPr>
          <a:xfrm>
            <a:off x="6148387" y="4838700"/>
            <a:ext cx="48101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necteur droit 143"/>
          <p:cNvCxnSpPr/>
          <p:nvPr/>
        </p:nvCxnSpPr>
        <p:spPr>
          <a:xfrm>
            <a:off x="5724527" y="5538788"/>
            <a:ext cx="90011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eur droit 148"/>
          <p:cNvCxnSpPr/>
          <p:nvPr/>
        </p:nvCxnSpPr>
        <p:spPr>
          <a:xfrm flipH="1">
            <a:off x="6624638" y="4833938"/>
            <a:ext cx="4762" cy="7048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Forme libre 149"/>
          <p:cNvSpPr/>
          <p:nvPr/>
        </p:nvSpPr>
        <p:spPr>
          <a:xfrm>
            <a:off x="6624637" y="3409951"/>
            <a:ext cx="1085851" cy="1428750"/>
          </a:xfrm>
          <a:custGeom>
            <a:avLst/>
            <a:gdLst>
              <a:gd name="connsiteX0" fmla="*/ 0 w 1462088"/>
              <a:gd name="connsiteY0" fmla="*/ 1428750 h 1428750"/>
              <a:gd name="connsiteX1" fmla="*/ 1462088 w 1462088"/>
              <a:gd name="connsiteY1" fmla="*/ 1428750 h 1428750"/>
              <a:gd name="connsiteX2" fmla="*/ 1462088 w 1462088"/>
              <a:gd name="connsiteY2" fmla="*/ 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62088" h="1428750">
                <a:moveTo>
                  <a:pt x="0" y="1428750"/>
                </a:moveTo>
                <a:lnTo>
                  <a:pt x="1462088" y="1428750"/>
                </a:lnTo>
                <a:lnTo>
                  <a:pt x="1462088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7" name="Connecteur droit 156"/>
          <p:cNvCxnSpPr/>
          <p:nvPr/>
        </p:nvCxnSpPr>
        <p:spPr>
          <a:xfrm>
            <a:off x="6624638" y="5538788"/>
            <a:ext cx="48101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Organigramme : Joindre 157"/>
          <p:cNvSpPr/>
          <p:nvPr/>
        </p:nvSpPr>
        <p:spPr>
          <a:xfrm rot="5400000">
            <a:off x="7077093" y="5457830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59" name="Connecteur droit 158"/>
          <p:cNvCxnSpPr/>
          <p:nvPr/>
        </p:nvCxnSpPr>
        <p:spPr>
          <a:xfrm>
            <a:off x="7262814" y="5543551"/>
            <a:ext cx="48101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Forme libre 159"/>
          <p:cNvSpPr/>
          <p:nvPr/>
        </p:nvSpPr>
        <p:spPr>
          <a:xfrm>
            <a:off x="5391150" y="5214938"/>
            <a:ext cx="242888" cy="119062"/>
          </a:xfrm>
          <a:custGeom>
            <a:avLst/>
            <a:gdLst>
              <a:gd name="connsiteX0" fmla="*/ 242888 w 242888"/>
              <a:gd name="connsiteY0" fmla="*/ 0 h 119062"/>
              <a:gd name="connsiteX1" fmla="*/ 242888 w 242888"/>
              <a:gd name="connsiteY1" fmla="*/ 119062 h 119062"/>
              <a:gd name="connsiteX2" fmla="*/ 0 w 242888"/>
              <a:gd name="connsiteY2" fmla="*/ 119062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88" h="119062">
                <a:moveTo>
                  <a:pt x="242888" y="0"/>
                </a:moveTo>
                <a:lnTo>
                  <a:pt x="242888" y="119062"/>
                </a:lnTo>
                <a:lnTo>
                  <a:pt x="0" y="119062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1" name="Organigramme : Joindre 160"/>
          <p:cNvSpPr/>
          <p:nvPr/>
        </p:nvSpPr>
        <p:spPr>
          <a:xfrm rot="5400000">
            <a:off x="5293542" y="5279248"/>
            <a:ext cx="95271" cy="100029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62" name="Organigramme : Joindre 161"/>
          <p:cNvSpPr/>
          <p:nvPr/>
        </p:nvSpPr>
        <p:spPr>
          <a:xfrm rot="10800000">
            <a:off x="7610453" y="3243284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64" name="Connecteur droit 163"/>
          <p:cNvCxnSpPr/>
          <p:nvPr/>
        </p:nvCxnSpPr>
        <p:spPr>
          <a:xfrm>
            <a:off x="7710449" y="666750"/>
            <a:ext cx="17" cy="25765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eur droit avec flèche 165"/>
          <p:cNvCxnSpPr/>
          <p:nvPr/>
        </p:nvCxnSpPr>
        <p:spPr>
          <a:xfrm>
            <a:off x="6396036" y="671539"/>
            <a:ext cx="1681163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à coins arrondis 172"/>
          <p:cNvSpPr/>
          <p:nvPr/>
        </p:nvSpPr>
        <p:spPr>
          <a:xfrm>
            <a:off x="5014914" y="2462213"/>
            <a:ext cx="161925" cy="123825"/>
          </a:xfrm>
          <a:prstGeom prst="round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75" name="Connecteur droit 174"/>
          <p:cNvCxnSpPr/>
          <p:nvPr/>
        </p:nvCxnSpPr>
        <p:spPr>
          <a:xfrm>
            <a:off x="5095876" y="2586037"/>
            <a:ext cx="0" cy="16668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Forme libre 176"/>
          <p:cNvSpPr/>
          <p:nvPr/>
        </p:nvSpPr>
        <p:spPr>
          <a:xfrm>
            <a:off x="6710363" y="1857375"/>
            <a:ext cx="523875" cy="247650"/>
          </a:xfrm>
          <a:custGeom>
            <a:avLst/>
            <a:gdLst>
              <a:gd name="connsiteX0" fmla="*/ 0 w 357187"/>
              <a:gd name="connsiteY0" fmla="*/ 247650 h 247650"/>
              <a:gd name="connsiteX1" fmla="*/ 357187 w 357187"/>
              <a:gd name="connsiteY1" fmla="*/ 247650 h 247650"/>
              <a:gd name="connsiteX2" fmla="*/ 357187 w 35718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187" h="247650">
                <a:moveTo>
                  <a:pt x="0" y="247650"/>
                </a:moveTo>
                <a:lnTo>
                  <a:pt x="357187" y="247650"/>
                </a:lnTo>
                <a:lnTo>
                  <a:pt x="357187" y="0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8" name="Triangle isocèle 177"/>
          <p:cNvSpPr/>
          <p:nvPr/>
        </p:nvSpPr>
        <p:spPr>
          <a:xfrm>
            <a:off x="7191378" y="1724027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79" name="Triangle isocèle 178"/>
          <p:cNvSpPr/>
          <p:nvPr/>
        </p:nvSpPr>
        <p:spPr>
          <a:xfrm rot="5400000" flipV="1">
            <a:off x="7259568" y="1647964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0" name="Forme libre 179"/>
          <p:cNvSpPr/>
          <p:nvPr/>
        </p:nvSpPr>
        <p:spPr>
          <a:xfrm>
            <a:off x="7172325" y="1504950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2" name="Triangle isocèle 181"/>
          <p:cNvSpPr/>
          <p:nvPr/>
        </p:nvSpPr>
        <p:spPr>
          <a:xfrm>
            <a:off x="1828780" y="1771651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83" name="Triangle isocèle 182"/>
          <p:cNvSpPr/>
          <p:nvPr/>
        </p:nvSpPr>
        <p:spPr>
          <a:xfrm rot="16200000" flipH="1" flipV="1">
            <a:off x="1773145" y="1695588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4" name="Forme libre 183"/>
          <p:cNvSpPr/>
          <p:nvPr/>
        </p:nvSpPr>
        <p:spPr>
          <a:xfrm>
            <a:off x="1809727" y="1552574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5" name="Bouée 184"/>
          <p:cNvSpPr/>
          <p:nvPr/>
        </p:nvSpPr>
        <p:spPr>
          <a:xfrm>
            <a:off x="1623990" y="1123951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86" name="Forme libre 185"/>
          <p:cNvSpPr/>
          <p:nvPr/>
        </p:nvSpPr>
        <p:spPr>
          <a:xfrm flipH="1">
            <a:off x="1866901" y="1885949"/>
            <a:ext cx="590550" cy="247650"/>
          </a:xfrm>
          <a:custGeom>
            <a:avLst/>
            <a:gdLst>
              <a:gd name="connsiteX0" fmla="*/ 0 w 357187"/>
              <a:gd name="connsiteY0" fmla="*/ 247650 h 247650"/>
              <a:gd name="connsiteX1" fmla="*/ 357187 w 357187"/>
              <a:gd name="connsiteY1" fmla="*/ 247650 h 247650"/>
              <a:gd name="connsiteX2" fmla="*/ 357187 w 35718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187" h="247650">
                <a:moveTo>
                  <a:pt x="0" y="247650"/>
                </a:moveTo>
                <a:lnTo>
                  <a:pt x="357187" y="247650"/>
                </a:lnTo>
                <a:lnTo>
                  <a:pt x="357187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0" name="Organigramme : Connecteur 189"/>
          <p:cNvSpPr/>
          <p:nvPr/>
        </p:nvSpPr>
        <p:spPr>
          <a:xfrm>
            <a:off x="6791327" y="1504950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1" name="Connecteur droit 190"/>
          <p:cNvCxnSpPr/>
          <p:nvPr/>
        </p:nvCxnSpPr>
        <p:spPr>
          <a:xfrm>
            <a:off x="6943735" y="1795463"/>
            <a:ext cx="1" cy="3143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Organigramme : Connecteur 191"/>
          <p:cNvSpPr/>
          <p:nvPr/>
        </p:nvSpPr>
        <p:spPr>
          <a:xfrm>
            <a:off x="2905125" y="18097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3" name="Connecteur droit 192"/>
          <p:cNvCxnSpPr/>
          <p:nvPr/>
        </p:nvCxnSpPr>
        <p:spPr>
          <a:xfrm>
            <a:off x="3067051" y="2095501"/>
            <a:ext cx="0" cy="142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Organigramme : Connecteur 197"/>
          <p:cNvSpPr/>
          <p:nvPr/>
        </p:nvSpPr>
        <p:spPr>
          <a:xfrm>
            <a:off x="4200525" y="35623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9" name="Connecteur droit 198"/>
          <p:cNvCxnSpPr/>
          <p:nvPr/>
        </p:nvCxnSpPr>
        <p:spPr>
          <a:xfrm flipH="1" flipV="1">
            <a:off x="4114800" y="3705225"/>
            <a:ext cx="95250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Organigramme : Connecteur 199"/>
          <p:cNvSpPr/>
          <p:nvPr/>
        </p:nvSpPr>
        <p:spPr>
          <a:xfrm>
            <a:off x="4648200" y="355759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01" name="Connecteur droit 200"/>
          <p:cNvCxnSpPr>
            <a:stCxn id="200" idx="6"/>
          </p:cNvCxnSpPr>
          <p:nvPr/>
        </p:nvCxnSpPr>
        <p:spPr>
          <a:xfrm flipV="1">
            <a:off x="4948238" y="3700465"/>
            <a:ext cx="7143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Organigramme : Connecteur 201"/>
          <p:cNvSpPr/>
          <p:nvPr/>
        </p:nvSpPr>
        <p:spPr>
          <a:xfrm>
            <a:off x="5948362" y="18097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03" name="Connecteur droit 202"/>
          <p:cNvCxnSpPr/>
          <p:nvPr/>
        </p:nvCxnSpPr>
        <p:spPr>
          <a:xfrm>
            <a:off x="6110288" y="2095501"/>
            <a:ext cx="0" cy="142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Connecteur droit 210"/>
          <p:cNvCxnSpPr/>
          <p:nvPr/>
        </p:nvCxnSpPr>
        <p:spPr>
          <a:xfrm>
            <a:off x="3924300" y="4229099"/>
            <a:ext cx="2952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Organigramme : Joindre 214"/>
          <p:cNvSpPr/>
          <p:nvPr/>
        </p:nvSpPr>
        <p:spPr>
          <a:xfrm>
            <a:off x="5579292" y="4545822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16" name="Organigramme : Joindre 215"/>
          <p:cNvSpPr/>
          <p:nvPr/>
        </p:nvSpPr>
        <p:spPr>
          <a:xfrm rot="10800000">
            <a:off x="5579292" y="4331510"/>
            <a:ext cx="95271" cy="100029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17" name="Rectangle à coins arrondis 216"/>
          <p:cNvSpPr/>
          <p:nvPr/>
        </p:nvSpPr>
        <p:spPr>
          <a:xfrm>
            <a:off x="5738811" y="4333875"/>
            <a:ext cx="61911" cy="100012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19" name="Connecteur droit 218"/>
          <p:cNvCxnSpPr/>
          <p:nvPr/>
        </p:nvCxnSpPr>
        <p:spPr>
          <a:xfrm>
            <a:off x="5638800" y="4386263"/>
            <a:ext cx="9525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Forme libre 220"/>
          <p:cNvSpPr/>
          <p:nvPr/>
        </p:nvSpPr>
        <p:spPr>
          <a:xfrm>
            <a:off x="4605338" y="4224338"/>
            <a:ext cx="1019175" cy="104775"/>
          </a:xfrm>
          <a:custGeom>
            <a:avLst/>
            <a:gdLst>
              <a:gd name="connsiteX0" fmla="*/ 0 w 1019175"/>
              <a:gd name="connsiteY0" fmla="*/ 0 h 90487"/>
              <a:gd name="connsiteX1" fmla="*/ 1019175 w 1019175"/>
              <a:gd name="connsiteY1" fmla="*/ 0 h 90487"/>
              <a:gd name="connsiteX2" fmla="*/ 1019175 w 1019175"/>
              <a:gd name="connsiteY2" fmla="*/ 90487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9175" h="90487">
                <a:moveTo>
                  <a:pt x="0" y="0"/>
                </a:moveTo>
                <a:lnTo>
                  <a:pt x="1019175" y="0"/>
                </a:lnTo>
                <a:lnTo>
                  <a:pt x="1019175" y="90487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23" name="Connecteur droit 222"/>
          <p:cNvCxnSpPr/>
          <p:nvPr/>
        </p:nvCxnSpPr>
        <p:spPr>
          <a:xfrm>
            <a:off x="5629275" y="4424363"/>
            <a:ext cx="0" cy="1047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necteur droit 223"/>
          <p:cNvCxnSpPr/>
          <p:nvPr/>
        </p:nvCxnSpPr>
        <p:spPr>
          <a:xfrm>
            <a:off x="5629276" y="4638674"/>
            <a:ext cx="0" cy="1047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Organigramme : Joindre 224"/>
          <p:cNvSpPr/>
          <p:nvPr/>
        </p:nvSpPr>
        <p:spPr>
          <a:xfrm>
            <a:off x="6893741" y="1878822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27" name="Organigramme : Connecteur 226"/>
          <p:cNvSpPr/>
          <p:nvPr/>
        </p:nvSpPr>
        <p:spPr>
          <a:xfrm>
            <a:off x="2076453" y="1528762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28" name="Connecteur droit 227"/>
          <p:cNvCxnSpPr/>
          <p:nvPr/>
        </p:nvCxnSpPr>
        <p:spPr>
          <a:xfrm>
            <a:off x="2228861" y="1819275"/>
            <a:ext cx="1" cy="3143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Organigramme : Joindre 228"/>
          <p:cNvSpPr/>
          <p:nvPr/>
        </p:nvSpPr>
        <p:spPr>
          <a:xfrm>
            <a:off x="2178867" y="1902634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30" name="Organigramme : Connecteur 229"/>
          <p:cNvSpPr/>
          <p:nvPr/>
        </p:nvSpPr>
        <p:spPr>
          <a:xfrm>
            <a:off x="1633540" y="4991100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31" name="Connecteur droit 230"/>
          <p:cNvCxnSpPr/>
          <p:nvPr/>
        </p:nvCxnSpPr>
        <p:spPr>
          <a:xfrm>
            <a:off x="1785948" y="5281613"/>
            <a:ext cx="1" cy="3143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onnecteur droit 232"/>
          <p:cNvCxnSpPr/>
          <p:nvPr/>
        </p:nvCxnSpPr>
        <p:spPr>
          <a:xfrm>
            <a:off x="4467225" y="4605338"/>
            <a:ext cx="219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cteur droit 233"/>
          <p:cNvCxnSpPr/>
          <p:nvPr/>
        </p:nvCxnSpPr>
        <p:spPr>
          <a:xfrm>
            <a:off x="4576762" y="3290883"/>
            <a:ext cx="6" cy="110964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Connecteur droit avec flèche 234"/>
          <p:cNvCxnSpPr/>
          <p:nvPr/>
        </p:nvCxnSpPr>
        <p:spPr>
          <a:xfrm>
            <a:off x="4471988" y="4405312"/>
            <a:ext cx="228600" cy="2000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Connecteur droit 237"/>
          <p:cNvCxnSpPr/>
          <p:nvPr/>
        </p:nvCxnSpPr>
        <p:spPr>
          <a:xfrm>
            <a:off x="4467226" y="4405312"/>
            <a:ext cx="219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Connecteur droit 242"/>
          <p:cNvCxnSpPr/>
          <p:nvPr/>
        </p:nvCxnSpPr>
        <p:spPr>
          <a:xfrm>
            <a:off x="1019175" y="2971800"/>
            <a:ext cx="0" cy="42862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Connecteur droit 244"/>
          <p:cNvCxnSpPr/>
          <p:nvPr/>
        </p:nvCxnSpPr>
        <p:spPr>
          <a:xfrm>
            <a:off x="514350" y="3409950"/>
            <a:ext cx="981075" cy="0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Connecteur droit 247"/>
          <p:cNvCxnSpPr/>
          <p:nvPr/>
        </p:nvCxnSpPr>
        <p:spPr>
          <a:xfrm>
            <a:off x="666750" y="2981325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Organigramme : Joindre 248"/>
          <p:cNvSpPr/>
          <p:nvPr/>
        </p:nvSpPr>
        <p:spPr>
          <a:xfrm rot="10800000">
            <a:off x="552428" y="2814659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50" name="Organigramme : Joindre 249"/>
          <p:cNvSpPr/>
          <p:nvPr/>
        </p:nvSpPr>
        <p:spPr>
          <a:xfrm rot="10800000">
            <a:off x="914378" y="2824184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53" name="Connecteur droit avec flèche 252"/>
          <p:cNvCxnSpPr/>
          <p:nvPr/>
        </p:nvCxnSpPr>
        <p:spPr>
          <a:xfrm flipV="1">
            <a:off x="666750" y="1819275"/>
            <a:ext cx="0" cy="100012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onnecteur droit 258"/>
          <p:cNvCxnSpPr/>
          <p:nvPr/>
        </p:nvCxnSpPr>
        <p:spPr>
          <a:xfrm>
            <a:off x="1019175" y="3409950"/>
            <a:ext cx="0" cy="5238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Rectangle 259"/>
          <p:cNvSpPr/>
          <p:nvPr/>
        </p:nvSpPr>
        <p:spPr>
          <a:xfrm>
            <a:off x="2657475" y="25241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S301A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61" name="Rectangle 260"/>
          <p:cNvSpPr/>
          <p:nvPr/>
        </p:nvSpPr>
        <p:spPr>
          <a:xfrm>
            <a:off x="5695950" y="25241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S301B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62" name="Rectangle 261"/>
          <p:cNvSpPr/>
          <p:nvPr/>
        </p:nvSpPr>
        <p:spPr>
          <a:xfrm>
            <a:off x="2143125" y="543877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Réchauffeur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3" name="Rectangle 262"/>
          <p:cNvSpPr/>
          <p:nvPr/>
        </p:nvSpPr>
        <p:spPr>
          <a:xfrm>
            <a:off x="609600" y="3933825"/>
            <a:ext cx="819150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Sortie F301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4" name="Rectangle 263"/>
          <p:cNvSpPr/>
          <p:nvPr/>
        </p:nvSpPr>
        <p:spPr>
          <a:xfrm>
            <a:off x="676274" y="809625"/>
            <a:ext cx="6858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S302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5" name="Rectangle 264"/>
          <p:cNvSpPr/>
          <p:nvPr/>
        </p:nvSpPr>
        <p:spPr>
          <a:xfrm>
            <a:off x="7915275" y="457200"/>
            <a:ext cx="866775" cy="4095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Réseau usine 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6" name="Rectangle 265"/>
          <p:cNvSpPr/>
          <p:nvPr/>
        </p:nvSpPr>
        <p:spPr>
          <a:xfrm>
            <a:off x="3276600" y="61817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Vapeur 25B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7" name="Rectangle 266"/>
          <p:cNvSpPr/>
          <p:nvPr/>
        </p:nvSpPr>
        <p:spPr>
          <a:xfrm>
            <a:off x="2847975" y="50387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Soufflante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125" name="Organigramme : Joindre 124"/>
          <p:cNvSpPr/>
          <p:nvPr/>
        </p:nvSpPr>
        <p:spPr>
          <a:xfrm rot="5400000">
            <a:off x="5105417" y="4752997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68" name="Rectangle 267"/>
          <p:cNvSpPr/>
          <p:nvPr/>
        </p:nvSpPr>
        <p:spPr>
          <a:xfrm>
            <a:off x="5400675" y="4800600"/>
            <a:ext cx="4762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 smtClean="0">
                <a:solidFill>
                  <a:schemeClr val="tx1"/>
                </a:solidFill>
              </a:rPr>
              <a:t>X 301</a:t>
            </a:r>
            <a:endParaRPr lang="fr-FR" sz="1200" b="1" dirty="0">
              <a:solidFill>
                <a:schemeClr val="tx1"/>
              </a:solidFill>
            </a:endParaRPr>
          </a:p>
        </p:txBody>
      </p:sp>
      <p:sp>
        <p:nvSpPr>
          <p:cNvPr id="269" name="Rectangle 268"/>
          <p:cNvSpPr/>
          <p:nvPr/>
        </p:nvSpPr>
        <p:spPr>
          <a:xfrm>
            <a:off x="1600199" y="1162050"/>
            <a:ext cx="4953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3004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0" name="Rectangle 269"/>
          <p:cNvSpPr/>
          <p:nvPr/>
        </p:nvSpPr>
        <p:spPr>
          <a:xfrm>
            <a:off x="6981824" y="1133475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3003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71" name="Bouée 270"/>
          <p:cNvSpPr/>
          <p:nvPr/>
        </p:nvSpPr>
        <p:spPr>
          <a:xfrm>
            <a:off x="6996090" y="1085851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77" name="Rectangle 276"/>
          <p:cNvSpPr/>
          <p:nvPr/>
        </p:nvSpPr>
        <p:spPr>
          <a:xfrm>
            <a:off x="2057400" y="1514475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8" name="Rectangle 277"/>
          <p:cNvSpPr/>
          <p:nvPr/>
        </p:nvSpPr>
        <p:spPr>
          <a:xfrm>
            <a:off x="6772275" y="1485900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9" name="Rectangle 278"/>
          <p:cNvSpPr/>
          <p:nvPr/>
        </p:nvSpPr>
        <p:spPr>
          <a:xfrm>
            <a:off x="1619250" y="4972050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80" name="Rectangle 279"/>
          <p:cNvSpPr/>
          <p:nvPr/>
        </p:nvSpPr>
        <p:spPr>
          <a:xfrm>
            <a:off x="6772275" y="3867150"/>
            <a:ext cx="80962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Hygromètre AR301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82" name="Forme libre 281"/>
          <p:cNvSpPr/>
          <p:nvPr/>
        </p:nvSpPr>
        <p:spPr>
          <a:xfrm>
            <a:off x="5629275" y="4200525"/>
            <a:ext cx="1543050" cy="285750"/>
          </a:xfrm>
          <a:custGeom>
            <a:avLst/>
            <a:gdLst>
              <a:gd name="connsiteX0" fmla="*/ 0 w 923925"/>
              <a:gd name="connsiteY0" fmla="*/ 457200 h 457200"/>
              <a:gd name="connsiteX1" fmla="*/ 923925 w 923925"/>
              <a:gd name="connsiteY1" fmla="*/ 457200 h 457200"/>
              <a:gd name="connsiteX2" fmla="*/ 923925 w 923925"/>
              <a:gd name="connsiteY2" fmla="*/ 0 h 457200"/>
              <a:gd name="connsiteX3" fmla="*/ 923925 w 923925"/>
              <a:gd name="connsiteY3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3925" h="457200">
                <a:moveTo>
                  <a:pt x="0" y="457200"/>
                </a:moveTo>
                <a:lnTo>
                  <a:pt x="923925" y="457200"/>
                </a:lnTo>
                <a:lnTo>
                  <a:pt x="923925" y="0"/>
                </a:lnTo>
                <a:lnTo>
                  <a:pt x="923925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86" name="Connecteur droit avec flèche 285"/>
          <p:cNvCxnSpPr/>
          <p:nvPr/>
        </p:nvCxnSpPr>
        <p:spPr>
          <a:xfrm flipH="1">
            <a:off x="7715250" y="3857625"/>
            <a:ext cx="762000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Rectangle 287"/>
          <p:cNvSpPr/>
          <p:nvPr/>
        </p:nvSpPr>
        <p:spPr>
          <a:xfrm>
            <a:off x="8077199" y="3581400"/>
            <a:ext cx="885825" cy="5238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Secours Azote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89" name="Organigramme : Joindre 288"/>
          <p:cNvSpPr/>
          <p:nvPr/>
        </p:nvSpPr>
        <p:spPr>
          <a:xfrm rot="5400000">
            <a:off x="7962917" y="3776666"/>
            <a:ext cx="204788" cy="157162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90" name="Rectangle à coins arrondis 289"/>
          <p:cNvSpPr/>
          <p:nvPr/>
        </p:nvSpPr>
        <p:spPr>
          <a:xfrm>
            <a:off x="7981951" y="3557588"/>
            <a:ext cx="161925" cy="123825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91" name="Connecteur droit 290"/>
          <p:cNvCxnSpPr>
            <a:stCxn id="289" idx="1"/>
            <a:endCxn id="290" idx="2"/>
          </p:cNvCxnSpPr>
          <p:nvPr/>
        </p:nvCxnSpPr>
        <p:spPr>
          <a:xfrm flipH="1" flipV="1">
            <a:off x="8062914" y="3681413"/>
            <a:ext cx="2397" cy="173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9" name="Forme libre 298"/>
          <p:cNvSpPr/>
          <p:nvPr/>
        </p:nvSpPr>
        <p:spPr>
          <a:xfrm>
            <a:off x="1381125" y="657223"/>
            <a:ext cx="2085975" cy="2209801"/>
          </a:xfrm>
          <a:custGeom>
            <a:avLst/>
            <a:gdLst>
              <a:gd name="connsiteX0" fmla="*/ 0 w 2514600"/>
              <a:gd name="connsiteY0" fmla="*/ 914400 h 914400"/>
              <a:gd name="connsiteX1" fmla="*/ 0 w 2514600"/>
              <a:gd name="connsiteY1" fmla="*/ 0 h 914400"/>
              <a:gd name="connsiteX2" fmla="*/ 2514600 w 25146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0" h="914400">
                <a:moveTo>
                  <a:pt x="0" y="914400"/>
                </a:moveTo>
                <a:lnTo>
                  <a:pt x="0" y="0"/>
                </a:lnTo>
                <a:lnTo>
                  <a:pt x="25146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0" name="Forme libre 299"/>
          <p:cNvSpPr/>
          <p:nvPr/>
        </p:nvSpPr>
        <p:spPr>
          <a:xfrm flipH="1">
            <a:off x="3533775" y="657225"/>
            <a:ext cx="1038225" cy="1552576"/>
          </a:xfrm>
          <a:custGeom>
            <a:avLst/>
            <a:gdLst>
              <a:gd name="connsiteX0" fmla="*/ 0 w 2514600"/>
              <a:gd name="connsiteY0" fmla="*/ 914400 h 914400"/>
              <a:gd name="connsiteX1" fmla="*/ 0 w 2514600"/>
              <a:gd name="connsiteY1" fmla="*/ 0 h 914400"/>
              <a:gd name="connsiteX2" fmla="*/ 2514600 w 25146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0" h="914400">
                <a:moveTo>
                  <a:pt x="0" y="914400"/>
                </a:moveTo>
                <a:lnTo>
                  <a:pt x="0" y="0"/>
                </a:lnTo>
                <a:lnTo>
                  <a:pt x="25146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01" name="Connecteur droit 300"/>
          <p:cNvCxnSpPr/>
          <p:nvPr/>
        </p:nvCxnSpPr>
        <p:spPr>
          <a:xfrm>
            <a:off x="3467101" y="600075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Connecteur droit 301"/>
          <p:cNvCxnSpPr/>
          <p:nvPr/>
        </p:nvCxnSpPr>
        <p:spPr>
          <a:xfrm>
            <a:off x="3524241" y="600059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Organigramme : Connecteur 304"/>
          <p:cNvSpPr/>
          <p:nvPr/>
        </p:nvSpPr>
        <p:spPr>
          <a:xfrm>
            <a:off x="3305175" y="881061"/>
            <a:ext cx="395291" cy="404813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306" name="Connecteur droit 305"/>
          <p:cNvCxnSpPr/>
          <p:nvPr/>
        </p:nvCxnSpPr>
        <p:spPr>
          <a:xfrm>
            <a:off x="3495686" y="561975"/>
            <a:ext cx="1" cy="3143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Connecteur droit 314"/>
          <p:cNvCxnSpPr/>
          <p:nvPr/>
        </p:nvCxnSpPr>
        <p:spPr>
          <a:xfrm>
            <a:off x="2686061" y="3924305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Connecteur droit 316"/>
          <p:cNvCxnSpPr/>
          <p:nvPr/>
        </p:nvCxnSpPr>
        <p:spPr>
          <a:xfrm>
            <a:off x="2747973" y="3776667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Organigramme : Joindre 317"/>
          <p:cNvSpPr/>
          <p:nvPr/>
        </p:nvSpPr>
        <p:spPr>
          <a:xfrm>
            <a:off x="2695575" y="3945747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19" name="Connecteur droit 318"/>
          <p:cNvCxnSpPr/>
          <p:nvPr/>
        </p:nvCxnSpPr>
        <p:spPr>
          <a:xfrm>
            <a:off x="6381761" y="3952880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Connecteur droit 319"/>
          <p:cNvCxnSpPr/>
          <p:nvPr/>
        </p:nvCxnSpPr>
        <p:spPr>
          <a:xfrm>
            <a:off x="6443673" y="3805242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Organigramme : Joindre 320"/>
          <p:cNvSpPr/>
          <p:nvPr/>
        </p:nvSpPr>
        <p:spPr>
          <a:xfrm>
            <a:off x="6391275" y="3974322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22" name="Rectangle 321"/>
          <p:cNvSpPr/>
          <p:nvPr/>
        </p:nvSpPr>
        <p:spPr>
          <a:xfrm>
            <a:off x="3495675" y="5438775"/>
            <a:ext cx="438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fr-FR" sz="1200" dirty="0" smtClean="0">
                <a:solidFill>
                  <a:schemeClr val="tx1"/>
                </a:solidFill>
              </a:rPr>
              <a:t>AIR</a:t>
            </a:r>
            <a:endParaRPr lang="fr-FR" sz="1200" dirty="0">
              <a:solidFill>
                <a:schemeClr val="tx1"/>
              </a:solidFill>
            </a:endParaRPr>
          </a:p>
        </p:txBody>
      </p:sp>
      <p:cxnSp>
        <p:nvCxnSpPr>
          <p:cNvPr id="330" name="Connecteur droit 329"/>
          <p:cNvCxnSpPr/>
          <p:nvPr/>
        </p:nvCxnSpPr>
        <p:spPr>
          <a:xfrm>
            <a:off x="7743825" y="5343525"/>
            <a:ext cx="0" cy="39052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1" name="Rectangle 330"/>
          <p:cNvSpPr/>
          <p:nvPr/>
        </p:nvSpPr>
        <p:spPr>
          <a:xfrm>
            <a:off x="7743824" y="5286376"/>
            <a:ext cx="971551" cy="4953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Sécheurs d’appoint 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340" name="Rectangle 339"/>
          <p:cNvSpPr/>
          <p:nvPr/>
        </p:nvSpPr>
        <p:spPr>
          <a:xfrm>
            <a:off x="2838450" y="1790700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T301 A1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5876925" y="18002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T301 B1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4133850" y="35528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T301 A2</a:t>
            </a:r>
          </a:p>
        </p:txBody>
      </p:sp>
      <p:sp>
        <p:nvSpPr>
          <p:cNvPr id="343" name="Rectangle 342"/>
          <p:cNvSpPr/>
          <p:nvPr/>
        </p:nvSpPr>
        <p:spPr>
          <a:xfrm>
            <a:off x="4581525" y="35528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T301 B2</a:t>
            </a:r>
          </a:p>
        </p:txBody>
      </p:sp>
      <p:sp>
        <p:nvSpPr>
          <p:cNvPr id="344" name="Rectangle à coins arrondis 343"/>
          <p:cNvSpPr/>
          <p:nvPr/>
        </p:nvSpPr>
        <p:spPr>
          <a:xfrm>
            <a:off x="4676775" y="6038850"/>
            <a:ext cx="3714750" cy="47625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S301 : A = service, B = chauffage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04" name="Organigramme : Connecteur 103"/>
          <p:cNvSpPr/>
          <p:nvPr/>
        </p:nvSpPr>
        <p:spPr>
          <a:xfrm>
            <a:off x="2205035" y="5867400"/>
            <a:ext cx="138113" cy="133350"/>
          </a:xfrm>
          <a:prstGeom prst="flowChartConnector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5" name="Rectangle 344"/>
          <p:cNvSpPr/>
          <p:nvPr/>
        </p:nvSpPr>
        <p:spPr>
          <a:xfrm>
            <a:off x="5257801" y="514350"/>
            <a:ext cx="118110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S302 / S303</a:t>
            </a:r>
          </a:p>
        </p:txBody>
      </p:sp>
      <p:sp>
        <p:nvSpPr>
          <p:cNvPr id="126" name="Organigramme : Joindre 125"/>
          <p:cNvSpPr/>
          <p:nvPr/>
        </p:nvSpPr>
        <p:spPr>
          <a:xfrm rot="5400000">
            <a:off x="5981717" y="4757758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87" name="Connecteur droit 186"/>
          <p:cNvCxnSpPr/>
          <p:nvPr/>
        </p:nvCxnSpPr>
        <p:spPr>
          <a:xfrm>
            <a:off x="2357440" y="2395538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8" name="Connecteur droit 187"/>
          <p:cNvCxnSpPr/>
          <p:nvPr/>
        </p:nvCxnSpPr>
        <p:spPr>
          <a:xfrm>
            <a:off x="6815140" y="2386013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18" name="Groupe 217"/>
          <p:cNvGrpSpPr/>
          <p:nvPr/>
        </p:nvGrpSpPr>
        <p:grpSpPr>
          <a:xfrm>
            <a:off x="4262437" y="4176712"/>
            <a:ext cx="271456" cy="114300"/>
            <a:chOff x="2952750" y="4214813"/>
            <a:chExt cx="271456" cy="114300"/>
          </a:xfrm>
        </p:grpSpPr>
        <p:cxnSp>
          <p:nvCxnSpPr>
            <p:cNvPr id="197" name="Connecteur droit 196"/>
            <p:cNvCxnSpPr/>
            <p:nvPr/>
          </p:nvCxnSpPr>
          <p:spPr>
            <a:xfrm flipV="1">
              <a:off x="3033712" y="4219575"/>
              <a:ext cx="0" cy="104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cteur droit 203"/>
            <p:cNvCxnSpPr/>
            <p:nvPr/>
          </p:nvCxnSpPr>
          <p:spPr>
            <a:xfrm flipV="1">
              <a:off x="3148012" y="4219575"/>
              <a:ext cx="0" cy="104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cteur droit 208"/>
            <p:cNvCxnSpPr/>
            <p:nvPr/>
          </p:nvCxnSpPr>
          <p:spPr>
            <a:xfrm>
              <a:off x="3148006" y="4271963"/>
              <a:ext cx="76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necteur droit 209"/>
            <p:cNvCxnSpPr/>
            <p:nvPr/>
          </p:nvCxnSpPr>
          <p:spPr>
            <a:xfrm>
              <a:off x="2952750" y="4271963"/>
              <a:ext cx="76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necteur droit avec flèche 212"/>
            <p:cNvCxnSpPr/>
            <p:nvPr/>
          </p:nvCxnSpPr>
          <p:spPr>
            <a:xfrm flipH="1">
              <a:off x="3028951" y="4214813"/>
              <a:ext cx="119063" cy="1143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4" name="Organigramme : Joindre 213"/>
          <p:cNvSpPr/>
          <p:nvPr/>
        </p:nvSpPr>
        <p:spPr>
          <a:xfrm rot="5400000">
            <a:off x="4169593" y="4174348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20" name="Organigramme : Connecteur 219"/>
          <p:cNvSpPr/>
          <p:nvPr/>
        </p:nvSpPr>
        <p:spPr>
          <a:xfrm>
            <a:off x="7343775" y="424339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22" name="Connecteur droit 221"/>
          <p:cNvCxnSpPr>
            <a:stCxn id="220" idx="6"/>
          </p:cNvCxnSpPr>
          <p:nvPr/>
        </p:nvCxnSpPr>
        <p:spPr>
          <a:xfrm flipV="1">
            <a:off x="7643813" y="4386265"/>
            <a:ext cx="7143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Rectangle 225"/>
          <p:cNvSpPr/>
          <p:nvPr/>
        </p:nvSpPr>
        <p:spPr>
          <a:xfrm>
            <a:off x="7267575" y="421957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TI</a:t>
            </a:r>
          </a:p>
        </p:txBody>
      </p:sp>
      <p:cxnSp>
        <p:nvCxnSpPr>
          <p:cNvPr id="232" name="Connecteur droit avec flèche 231"/>
          <p:cNvCxnSpPr/>
          <p:nvPr/>
        </p:nvCxnSpPr>
        <p:spPr>
          <a:xfrm flipV="1">
            <a:off x="1019175" y="1152525"/>
            <a:ext cx="0" cy="16764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Connecteur droit 235"/>
          <p:cNvCxnSpPr/>
          <p:nvPr/>
        </p:nvCxnSpPr>
        <p:spPr>
          <a:xfrm flipV="1">
            <a:off x="1176339" y="2490788"/>
            <a:ext cx="209549" cy="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Connecteur droit 236"/>
          <p:cNvCxnSpPr/>
          <p:nvPr/>
        </p:nvCxnSpPr>
        <p:spPr>
          <a:xfrm flipV="1">
            <a:off x="1014414" y="2490788"/>
            <a:ext cx="209549" cy="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Organigramme : Joindre 239"/>
          <p:cNvSpPr/>
          <p:nvPr/>
        </p:nvSpPr>
        <p:spPr>
          <a:xfrm rot="5400000">
            <a:off x="1097756" y="2407448"/>
            <a:ext cx="204788" cy="161924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41" name="Connecteur droit 240"/>
          <p:cNvCxnSpPr/>
          <p:nvPr/>
        </p:nvCxnSpPr>
        <p:spPr>
          <a:xfrm>
            <a:off x="1381125" y="2962275"/>
            <a:ext cx="0" cy="4476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Organigramme : Joindre 241"/>
          <p:cNvSpPr/>
          <p:nvPr/>
        </p:nvSpPr>
        <p:spPr>
          <a:xfrm rot="10800000">
            <a:off x="1266803" y="2824184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46" name="Rectangle 245"/>
          <p:cNvSpPr/>
          <p:nvPr/>
        </p:nvSpPr>
        <p:spPr>
          <a:xfrm>
            <a:off x="323849" y="1495425"/>
            <a:ext cx="6858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S303</a:t>
            </a:r>
            <a:endParaRPr lang="fr-FR" sz="1400" b="1" dirty="0">
              <a:solidFill>
                <a:schemeClr val="tx1"/>
              </a:solidFill>
            </a:endParaRPr>
          </a:p>
        </p:txBody>
      </p:sp>
      <p:grpSp>
        <p:nvGrpSpPr>
          <p:cNvPr id="252" name="Groupe 251"/>
          <p:cNvGrpSpPr/>
          <p:nvPr/>
        </p:nvGrpSpPr>
        <p:grpSpPr>
          <a:xfrm>
            <a:off x="4250398" y="2061267"/>
            <a:ext cx="637340" cy="623046"/>
            <a:chOff x="192748" y="5356917"/>
            <a:chExt cx="637340" cy="623046"/>
          </a:xfrm>
          <a:solidFill>
            <a:schemeClr val="bg1">
              <a:lumMod val="85000"/>
            </a:schemeClr>
          </a:solidFill>
        </p:grpSpPr>
        <p:sp>
          <p:nvSpPr>
            <p:cNvPr id="256" name="Ellipse 255"/>
            <p:cNvSpPr/>
            <p:nvPr/>
          </p:nvSpPr>
          <p:spPr>
            <a:xfrm>
              <a:off x="340519" y="5495923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8" name="Arc plein 257"/>
            <p:cNvSpPr/>
            <p:nvPr/>
          </p:nvSpPr>
          <p:spPr>
            <a:xfrm rot="17940000">
              <a:off x="518794" y="5668668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272" name="Arc plein 271"/>
            <p:cNvSpPr/>
            <p:nvPr/>
          </p:nvSpPr>
          <p:spPr>
            <a:xfrm rot="6960000">
              <a:off x="193061" y="5356604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273" name="Groupe 272"/>
          <p:cNvGrpSpPr/>
          <p:nvPr/>
        </p:nvGrpSpPr>
        <p:grpSpPr>
          <a:xfrm rot="5340000">
            <a:off x="4269448" y="2432742"/>
            <a:ext cx="627815" cy="623046"/>
            <a:chOff x="192748" y="5356917"/>
            <a:chExt cx="627815" cy="623046"/>
          </a:xfrm>
          <a:solidFill>
            <a:schemeClr val="bg1">
              <a:lumMod val="85000"/>
            </a:schemeClr>
          </a:solidFill>
        </p:grpSpPr>
        <p:sp>
          <p:nvSpPr>
            <p:cNvPr id="274" name="Ellipse 273"/>
            <p:cNvSpPr/>
            <p:nvPr/>
          </p:nvSpPr>
          <p:spPr>
            <a:xfrm>
              <a:off x="330996" y="5495757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5" name="Arc plein 274"/>
            <p:cNvSpPr/>
            <p:nvPr/>
          </p:nvSpPr>
          <p:spPr>
            <a:xfrm rot="-3660000">
              <a:off x="509269" y="5668668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281" name="Arc plein 280"/>
            <p:cNvSpPr/>
            <p:nvPr/>
          </p:nvSpPr>
          <p:spPr>
            <a:xfrm rot="6960000">
              <a:off x="193061" y="5356604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283" name="Groupe 282"/>
          <p:cNvGrpSpPr/>
          <p:nvPr/>
        </p:nvGrpSpPr>
        <p:grpSpPr>
          <a:xfrm rot="-5280000">
            <a:off x="4245638" y="2818671"/>
            <a:ext cx="637334" cy="622713"/>
            <a:chOff x="192748" y="5356917"/>
            <a:chExt cx="637334" cy="622713"/>
          </a:xfrm>
          <a:solidFill>
            <a:schemeClr val="bg1">
              <a:lumMod val="85000"/>
            </a:schemeClr>
          </a:solidFill>
        </p:grpSpPr>
        <p:sp>
          <p:nvSpPr>
            <p:cNvPr id="284" name="Ellipse 283"/>
            <p:cNvSpPr/>
            <p:nvPr/>
          </p:nvSpPr>
          <p:spPr>
            <a:xfrm>
              <a:off x="340519" y="5495923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5" name="Arc plein 284"/>
            <p:cNvSpPr/>
            <p:nvPr/>
          </p:nvSpPr>
          <p:spPr>
            <a:xfrm rot="17940000">
              <a:off x="518788" y="5668335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287" name="Arc plein 286"/>
            <p:cNvSpPr/>
            <p:nvPr/>
          </p:nvSpPr>
          <p:spPr>
            <a:xfrm rot="6960000">
              <a:off x="193061" y="5356604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cxnSp>
        <p:nvCxnSpPr>
          <p:cNvPr id="292" name="Connecteur droit avec flèche 291"/>
          <p:cNvCxnSpPr/>
          <p:nvPr/>
        </p:nvCxnSpPr>
        <p:spPr>
          <a:xfrm flipV="1">
            <a:off x="5286374" y="1085850"/>
            <a:ext cx="342901" cy="28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3" name="Rectangle 292"/>
          <p:cNvSpPr/>
          <p:nvPr/>
        </p:nvSpPr>
        <p:spPr>
          <a:xfrm>
            <a:off x="5438775" y="914400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Event 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195" name="Organigramme : Joindre 194"/>
          <p:cNvSpPr/>
          <p:nvPr/>
        </p:nvSpPr>
        <p:spPr>
          <a:xfrm rot="5400000">
            <a:off x="6084118" y="4441048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05" name="Rectangle 204"/>
          <p:cNvSpPr/>
          <p:nvPr/>
        </p:nvSpPr>
        <p:spPr>
          <a:xfrm>
            <a:off x="266700" y="6181726"/>
            <a:ext cx="1904999" cy="361950"/>
          </a:xfrm>
          <a:prstGeom prst="rect">
            <a:avLst/>
          </a:prstGeom>
          <a:solidFill>
            <a:srgbClr val="FFFF99"/>
          </a:solidFill>
          <a:ln w="6350" cmpd="dbl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 smtClean="0">
                <a:solidFill>
                  <a:schemeClr val="tx1"/>
                </a:solidFill>
              </a:rPr>
              <a:t>PCF AIR INSTRUMENT </a:t>
            </a:r>
          </a:p>
          <a:p>
            <a:pPr algn="ctr"/>
            <a:r>
              <a:rPr lang="fr-FR" sz="1100" b="1" dirty="0" smtClean="0">
                <a:solidFill>
                  <a:schemeClr val="tx1"/>
                </a:solidFill>
              </a:rPr>
              <a:t>7841 901 330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3171825" y="942975"/>
            <a:ext cx="666750" cy="257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FT 611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à coins arrondis 21"/>
          <p:cNvSpPr/>
          <p:nvPr/>
        </p:nvSpPr>
        <p:spPr>
          <a:xfrm>
            <a:off x="5495925" y="1676401"/>
            <a:ext cx="1209675" cy="2119312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à coins arrondis 35"/>
          <p:cNvSpPr/>
          <p:nvPr/>
        </p:nvSpPr>
        <p:spPr>
          <a:xfrm>
            <a:off x="2466974" y="1676400"/>
            <a:ext cx="1209675" cy="2114550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Forme libre 40"/>
          <p:cNvSpPr/>
          <p:nvPr/>
        </p:nvSpPr>
        <p:spPr>
          <a:xfrm>
            <a:off x="3081338" y="1452563"/>
            <a:ext cx="1328737" cy="923925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Forme libre 41"/>
          <p:cNvSpPr/>
          <p:nvPr/>
        </p:nvSpPr>
        <p:spPr>
          <a:xfrm flipH="1">
            <a:off x="4724400" y="1452547"/>
            <a:ext cx="1366838" cy="923925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Forme libre 42"/>
          <p:cNvSpPr/>
          <p:nvPr/>
        </p:nvSpPr>
        <p:spPr>
          <a:xfrm flipV="1">
            <a:off x="3081322" y="3124199"/>
            <a:ext cx="1328737" cy="885825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Forme libre 43"/>
          <p:cNvSpPr/>
          <p:nvPr/>
        </p:nvSpPr>
        <p:spPr>
          <a:xfrm flipH="1" flipV="1">
            <a:off x="4729163" y="3124199"/>
            <a:ext cx="1362056" cy="885824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Forme libre 44"/>
          <p:cNvSpPr/>
          <p:nvPr/>
        </p:nvSpPr>
        <p:spPr>
          <a:xfrm>
            <a:off x="3924301" y="2752725"/>
            <a:ext cx="500062" cy="1228725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Forme libre 45"/>
          <p:cNvSpPr/>
          <p:nvPr/>
        </p:nvSpPr>
        <p:spPr>
          <a:xfrm flipH="1" flipV="1">
            <a:off x="2328861" y="4033838"/>
            <a:ext cx="1595421" cy="419100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Forme libre 46"/>
          <p:cNvSpPr/>
          <p:nvPr/>
        </p:nvSpPr>
        <p:spPr>
          <a:xfrm flipH="1" flipV="1">
            <a:off x="5191124" y="1476376"/>
            <a:ext cx="95244" cy="1281112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9" name="Connecteur droit 48"/>
          <p:cNvCxnSpPr/>
          <p:nvPr/>
        </p:nvCxnSpPr>
        <p:spPr>
          <a:xfrm>
            <a:off x="4724401" y="2752726"/>
            <a:ext cx="300037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rganigramme : Joindre 49"/>
          <p:cNvSpPr/>
          <p:nvPr/>
        </p:nvSpPr>
        <p:spPr>
          <a:xfrm rot="5400000">
            <a:off x="4993489" y="2659859"/>
            <a:ext cx="204788" cy="180974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55" name="Connecteur droit 54"/>
          <p:cNvCxnSpPr/>
          <p:nvPr/>
        </p:nvCxnSpPr>
        <p:spPr>
          <a:xfrm>
            <a:off x="5286375" y="1081088"/>
            <a:ext cx="9" cy="338138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/>
          <p:nvPr/>
        </p:nvCxnSpPr>
        <p:spPr>
          <a:xfrm>
            <a:off x="2138363" y="4348163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/>
          <p:cNvCxnSpPr/>
          <p:nvPr/>
        </p:nvCxnSpPr>
        <p:spPr>
          <a:xfrm>
            <a:off x="2333630" y="4352910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avec flèche 60"/>
          <p:cNvCxnSpPr/>
          <p:nvPr/>
        </p:nvCxnSpPr>
        <p:spPr>
          <a:xfrm flipV="1">
            <a:off x="2138363" y="4348163"/>
            <a:ext cx="195262" cy="2000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2133600" y="5429251"/>
            <a:ext cx="819150" cy="3429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64" name="Rectangle 63"/>
          <p:cNvSpPr/>
          <p:nvPr/>
        </p:nvSpPr>
        <p:spPr>
          <a:xfrm>
            <a:off x="2947989" y="5572125"/>
            <a:ext cx="576262" cy="5238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63" name="Ellipse 62"/>
          <p:cNvSpPr/>
          <p:nvPr/>
        </p:nvSpPr>
        <p:spPr>
          <a:xfrm>
            <a:off x="3047994" y="5405436"/>
            <a:ext cx="409575" cy="381000"/>
          </a:xfrm>
          <a:prstGeom prst="ellipse">
            <a:avLst/>
          </a:prstGeom>
          <a:solidFill>
            <a:srgbClr val="FF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66" name="Connecteur droit 65"/>
          <p:cNvCxnSpPr>
            <a:stCxn id="63" idx="1"/>
            <a:endCxn id="63" idx="4"/>
          </p:cNvCxnSpPr>
          <p:nvPr/>
        </p:nvCxnSpPr>
        <p:spPr>
          <a:xfrm>
            <a:off x="3107975" y="5461232"/>
            <a:ext cx="144807" cy="3252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/>
          <p:cNvCxnSpPr>
            <a:stCxn id="63" idx="7"/>
            <a:endCxn id="63" idx="4"/>
          </p:cNvCxnSpPr>
          <p:nvPr/>
        </p:nvCxnSpPr>
        <p:spPr>
          <a:xfrm flipH="1">
            <a:off x="3252782" y="5461232"/>
            <a:ext cx="144806" cy="3252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69"/>
          <p:cNvCxnSpPr/>
          <p:nvPr/>
        </p:nvCxnSpPr>
        <p:spPr>
          <a:xfrm>
            <a:off x="3252782" y="5305413"/>
            <a:ext cx="6" cy="557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/>
          <p:cNvCxnSpPr/>
          <p:nvPr/>
        </p:nvCxnSpPr>
        <p:spPr>
          <a:xfrm>
            <a:off x="3214688" y="5305425"/>
            <a:ext cx="714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72"/>
          <p:cNvCxnSpPr/>
          <p:nvPr/>
        </p:nvCxnSpPr>
        <p:spPr>
          <a:xfrm>
            <a:off x="3214672" y="5857917"/>
            <a:ext cx="714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Forme libre 73"/>
          <p:cNvSpPr/>
          <p:nvPr/>
        </p:nvSpPr>
        <p:spPr>
          <a:xfrm>
            <a:off x="1524000" y="4448176"/>
            <a:ext cx="614363" cy="1152524"/>
          </a:xfrm>
          <a:custGeom>
            <a:avLst/>
            <a:gdLst>
              <a:gd name="connsiteX0" fmla="*/ 614363 w 614363"/>
              <a:gd name="connsiteY0" fmla="*/ 0 h 923925"/>
              <a:gd name="connsiteX1" fmla="*/ 0 w 614363"/>
              <a:gd name="connsiteY1" fmla="*/ 0 h 923925"/>
              <a:gd name="connsiteX2" fmla="*/ 0 w 614363"/>
              <a:gd name="connsiteY2" fmla="*/ 923925 h 923925"/>
              <a:gd name="connsiteX3" fmla="*/ 461963 w 614363"/>
              <a:gd name="connsiteY3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4363" h="923925">
                <a:moveTo>
                  <a:pt x="614363" y="0"/>
                </a:moveTo>
                <a:lnTo>
                  <a:pt x="0" y="0"/>
                </a:lnTo>
                <a:lnTo>
                  <a:pt x="0" y="923925"/>
                </a:lnTo>
                <a:lnTo>
                  <a:pt x="461963" y="923925"/>
                </a:lnTo>
              </a:path>
            </a:pathLst>
          </a:cu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6" name="Connecteur droit 75"/>
          <p:cNvCxnSpPr>
            <a:endCxn id="62" idx="1"/>
          </p:cNvCxnSpPr>
          <p:nvPr/>
        </p:nvCxnSpPr>
        <p:spPr>
          <a:xfrm>
            <a:off x="2043113" y="5600700"/>
            <a:ext cx="90487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/>
          <p:cNvCxnSpPr/>
          <p:nvPr/>
        </p:nvCxnSpPr>
        <p:spPr>
          <a:xfrm>
            <a:off x="1990726" y="5543550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1"/>
          <p:cNvCxnSpPr/>
          <p:nvPr/>
        </p:nvCxnSpPr>
        <p:spPr>
          <a:xfrm>
            <a:off x="2047866" y="5543534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Forme libre 82"/>
          <p:cNvSpPr/>
          <p:nvPr/>
        </p:nvSpPr>
        <p:spPr>
          <a:xfrm>
            <a:off x="2814639" y="5762625"/>
            <a:ext cx="628650" cy="361950"/>
          </a:xfrm>
          <a:custGeom>
            <a:avLst/>
            <a:gdLst>
              <a:gd name="connsiteX0" fmla="*/ 0 w 628650"/>
              <a:gd name="connsiteY0" fmla="*/ 0 h 528637"/>
              <a:gd name="connsiteX1" fmla="*/ 0 w 628650"/>
              <a:gd name="connsiteY1" fmla="*/ 528637 h 528637"/>
              <a:gd name="connsiteX2" fmla="*/ 628650 w 628650"/>
              <a:gd name="connsiteY2" fmla="*/ 528637 h 528637"/>
              <a:gd name="connsiteX3" fmla="*/ 628650 w 628650"/>
              <a:gd name="connsiteY3" fmla="*/ 528637 h 528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8650" h="528637">
                <a:moveTo>
                  <a:pt x="0" y="0"/>
                </a:moveTo>
                <a:lnTo>
                  <a:pt x="0" y="528637"/>
                </a:lnTo>
                <a:lnTo>
                  <a:pt x="628650" y="528637"/>
                </a:lnTo>
                <a:lnTo>
                  <a:pt x="628650" y="528637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7" name="Organigramme : Joindre 86"/>
          <p:cNvSpPr/>
          <p:nvPr/>
        </p:nvSpPr>
        <p:spPr>
          <a:xfrm rot="5400000">
            <a:off x="3431381" y="6045998"/>
            <a:ext cx="204788" cy="161924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88" name="Organigramme : Joindre 87"/>
          <p:cNvSpPr/>
          <p:nvPr/>
        </p:nvSpPr>
        <p:spPr>
          <a:xfrm rot="5400000">
            <a:off x="3810017" y="6053141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89" name="Connecteur droit 88"/>
          <p:cNvCxnSpPr/>
          <p:nvPr/>
        </p:nvCxnSpPr>
        <p:spPr>
          <a:xfrm flipV="1">
            <a:off x="3614739" y="6129338"/>
            <a:ext cx="209549" cy="2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à coins arrondis 93"/>
          <p:cNvSpPr/>
          <p:nvPr/>
        </p:nvSpPr>
        <p:spPr>
          <a:xfrm>
            <a:off x="3448051" y="5834063"/>
            <a:ext cx="161925" cy="123825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96" name="Connecteur droit 95"/>
          <p:cNvCxnSpPr>
            <a:endCxn id="94" idx="2"/>
          </p:cNvCxnSpPr>
          <p:nvPr/>
        </p:nvCxnSpPr>
        <p:spPr>
          <a:xfrm flipH="1" flipV="1">
            <a:off x="3529014" y="5957888"/>
            <a:ext cx="2397" cy="173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eur droit 97"/>
          <p:cNvCxnSpPr/>
          <p:nvPr/>
        </p:nvCxnSpPr>
        <p:spPr>
          <a:xfrm>
            <a:off x="4000500" y="6134100"/>
            <a:ext cx="2381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Forme libre 100"/>
          <p:cNvSpPr/>
          <p:nvPr/>
        </p:nvSpPr>
        <p:spPr>
          <a:xfrm>
            <a:off x="2205038" y="6029327"/>
            <a:ext cx="138112" cy="80962"/>
          </a:xfrm>
          <a:custGeom>
            <a:avLst/>
            <a:gdLst>
              <a:gd name="connsiteX0" fmla="*/ 0 w 138112"/>
              <a:gd name="connsiteY0" fmla="*/ 0 h 80962"/>
              <a:gd name="connsiteX1" fmla="*/ 61912 w 138112"/>
              <a:gd name="connsiteY1" fmla="*/ 80962 h 80962"/>
              <a:gd name="connsiteX2" fmla="*/ 138112 w 138112"/>
              <a:gd name="connsiteY2" fmla="*/ 9525 h 8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112" h="80962">
                <a:moveTo>
                  <a:pt x="0" y="0"/>
                </a:moveTo>
                <a:lnTo>
                  <a:pt x="61912" y="80962"/>
                </a:lnTo>
                <a:lnTo>
                  <a:pt x="138112" y="9525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03" name="Connecteur droit 102"/>
          <p:cNvCxnSpPr/>
          <p:nvPr/>
        </p:nvCxnSpPr>
        <p:spPr>
          <a:xfrm>
            <a:off x="2266950" y="6119814"/>
            <a:ext cx="0" cy="1381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eur droit 105"/>
          <p:cNvCxnSpPr/>
          <p:nvPr/>
        </p:nvCxnSpPr>
        <p:spPr>
          <a:xfrm flipH="1">
            <a:off x="2262188" y="5772150"/>
            <a:ext cx="4762" cy="2714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/>
          <p:cNvSpPr/>
          <p:nvPr/>
        </p:nvSpPr>
        <p:spPr>
          <a:xfrm>
            <a:off x="2395544" y="2462213"/>
            <a:ext cx="71438" cy="414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13" name="Connecteur droit 112"/>
          <p:cNvCxnSpPr/>
          <p:nvPr/>
        </p:nvCxnSpPr>
        <p:spPr>
          <a:xfrm>
            <a:off x="2395540" y="2395538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4" name="Rectangle 113"/>
          <p:cNvSpPr/>
          <p:nvPr/>
        </p:nvSpPr>
        <p:spPr>
          <a:xfrm>
            <a:off x="6705619" y="2457451"/>
            <a:ext cx="71438" cy="414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15" name="Connecteur droit 114"/>
          <p:cNvCxnSpPr/>
          <p:nvPr/>
        </p:nvCxnSpPr>
        <p:spPr>
          <a:xfrm>
            <a:off x="6777060" y="2390776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Connecteur droit 116"/>
          <p:cNvCxnSpPr/>
          <p:nvPr/>
        </p:nvCxnSpPr>
        <p:spPr>
          <a:xfrm>
            <a:off x="2676536" y="1485905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eur droit 117"/>
          <p:cNvCxnSpPr/>
          <p:nvPr/>
        </p:nvCxnSpPr>
        <p:spPr>
          <a:xfrm>
            <a:off x="2676520" y="1528756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eur droit 119"/>
          <p:cNvCxnSpPr/>
          <p:nvPr/>
        </p:nvCxnSpPr>
        <p:spPr>
          <a:xfrm>
            <a:off x="2738448" y="1528767"/>
            <a:ext cx="0" cy="1381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eur droit 120"/>
          <p:cNvCxnSpPr/>
          <p:nvPr/>
        </p:nvCxnSpPr>
        <p:spPr>
          <a:xfrm>
            <a:off x="6357948" y="1495431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eur droit 121"/>
          <p:cNvCxnSpPr/>
          <p:nvPr/>
        </p:nvCxnSpPr>
        <p:spPr>
          <a:xfrm>
            <a:off x="6367457" y="1538282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eur droit 122"/>
          <p:cNvCxnSpPr/>
          <p:nvPr/>
        </p:nvCxnSpPr>
        <p:spPr>
          <a:xfrm>
            <a:off x="6429385" y="1538293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Forme libre 123"/>
          <p:cNvSpPr/>
          <p:nvPr/>
        </p:nvSpPr>
        <p:spPr>
          <a:xfrm flipV="1">
            <a:off x="4576762" y="4619624"/>
            <a:ext cx="585788" cy="214310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7" name="Organigramme : Joindre 126"/>
          <p:cNvSpPr/>
          <p:nvPr/>
        </p:nvSpPr>
        <p:spPr>
          <a:xfrm rot="5400000">
            <a:off x="5534042" y="5457829"/>
            <a:ext cx="204788" cy="157162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28" name="Forme libre 127"/>
          <p:cNvSpPr/>
          <p:nvPr/>
        </p:nvSpPr>
        <p:spPr>
          <a:xfrm flipV="1">
            <a:off x="4576746" y="4657725"/>
            <a:ext cx="981092" cy="876376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9" name="Organigramme : Délai 128"/>
          <p:cNvSpPr/>
          <p:nvPr/>
        </p:nvSpPr>
        <p:spPr>
          <a:xfrm rot="5400000">
            <a:off x="5417343" y="4798240"/>
            <a:ext cx="433388" cy="390524"/>
          </a:xfrm>
          <a:prstGeom prst="flowChartDelay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31" name="Connecteur droit 130"/>
          <p:cNvCxnSpPr/>
          <p:nvPr/>
        </p:nvCxnSpPr>
        <p:spPr>
          <a:xfrm>
            <a:off x="5424488" y="4743471"/>
            <a:ext cx="414337" cy="0"/>
          </a:xfrm>
          <a:prstGeom prst="lin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3" name="Connecteur droit 132"/>
          <p:cNvCxnSpPr/>
          <p:nvPr/>
        </p:nvCxnSpPr>
        <p:spPr>
          <a:xfrm>
            <a:off x="5253039" y="4833956"/>
            <a:ext cx="185736" cy="474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cteur droit 139"/>
          <p:cNvCxnSpPr/>
          <p:nvPr/>
        </p:nvCxnSpPr>
        <p:spPr>
          <a:xfrm>
            <a:off x="5819775" y="4838700"/>
            <a:ext cx="2000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eur droit 141"/>
          <p:cNvCxnSpPr/>
          <p:nvPr/>
        </p:nvCxnSpPr>
        <p:spPr>
          <a:xfrm>
            <a:off x="6148387" y="4838700"/>
            <a:ext cx="48101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necteur droit 143"/>
          <p:cNvCxnSpPr/>
          <p:nvPr/>
        </p:nvCxnSpPr>
        <p:spPr>
          <a:xfrm>
            <a:off x="5724527" y="5538788"/>
            <a:ext cx="90011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eur droit 148"/>
          <p:cNvCxnSpPr/>
          <p:nvPr/>
        </p:nvCxnSpPr>
        <p:spPr>
          <a:xfrm flipH="1">
            <a:off x="6624638" y="4833938"/>
            <a:ext cx="4762" cy="7048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Forme libre 149"/>
          <p:cNvSpPr/>
          <p:nvPr/>
        </p:nvSpPr>
        <p:spPr>
          <a:xfrm>
            <a:off x="6624637" y="3409951"/>
            <a:ext cx="1085851" cy="1428750"/>
          </a:xfrm>
          <a:custGeom>
            <a:avLst/>
            <a:gdLst>
              <a:gd name="connsiteX0" fmla="*/ 0 w 1462088"/>
              <a:gd name="connsiteY0" fmla="*/ 1428750 h 1428750"/>
              <a:gd name="connsiteX1" fmla="*/ 1462088 w 1462088"/>
              <a:gd name="connsiteY1" fmla="*/ 1428750 h 1428750"/>
              <a:gd name="connsiteX2" fmla="*/ 1462088 w 1462088"/>
              <a:gd name="connsiteY2" fmla="*/ 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62088" h="1428750">
                <a:moveTo>
                  <a:pt x="0" y="1428750"/>
                </a:moveTo>
                <a:lnTo>
                  <a:pt x="1462088" y="1428750"/>
                </a:lnTo>
                <a:lnTo>
                  <a:pt x="1462088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7" name="Connecteur droit 156"/>
          <p:cNvCxnSpPr/>
          <p:nvPr/>
        </p:nvCxnSpPr>
        <p:spPr>
          <a:xfrm>
            <a:off x="6624638" y="5538788"/>
            <a:ext cx="48101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Organigramme : Joindre 157"/>
          <p:cNvSpPr/>
          <p:nvPr/>
        </p:nvSpPr>
        <p:spPr>
          <a:xfrm rot="5400000">
            <a:off x="7077093" y="5457830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59" name="Connecteur droit 158"/>
          <p:cNvCxnSpPr/>
          <p:nvPr/>
        </p:nvCxnSpPr>
        <p:spPr>
          <a:xfrm>
            <a:off x="7262814" y="5543551"/>
            <a:ext cx="48101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Forme libre 159"/>
          <p:cNvSpPr/>
          <p:nvPr/>
        </p:nvSpPr>
        <p:spPr>
          <a:xfrm>
            <a:off x="5391150" y="5214938"/>
            <a:ext cx="242888" cy="119062"/>
          </a:xfrm>
          <a:custGeom>
            <a:avLst/>
            <a:gdLst>
              <a:gd name="connsiteX0" fmla="*/ 242888 w 242888"/>
              <a:gd name="connsiteY0" fmla="*/ 0 h 119062"/>
              <a:gd name="connsiteX1" fmla="*/ 242888 w 242888"/>
              <a:gd name="connsiteY1" fmla="*/ 119062 h 119062"/>
              <a:gd name="connsiteX2" fmla="*/ 0 w 242888"/>
              <a:gd name="connsiteY2" fmla="*/ 119062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88" h="119062">
                <a:moveTo>
                  <a:pt x="242888" y="0"/>
                </a:moveTo>
                <a:lnTo>
                  <a:pt x="242888" y="119062"/>
                </a:lnTo>
                <a:lnTo>
                  <a:pt x="0" y="119062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1" name="Organigramme : Joindre 160"/>
          <p:cNvSpPr/>
          <p:nvPr/>
        </p:nvSpPr>
        <p:spPr>
          <a:xfrm rot="5400000">
            <a:off x="5293542" y="5279248"/>
            <a:ext cx="95271" cy="100029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62" name="Organigramme : Joindre 161"/>
          <p:cNvSpPr/>
          <p:nvPr/>
        </p:nvSpPr>
        <p:spPr>
          <a:xfrm rot="10800000">
            <a:off x="7610453" y="3243284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64" name="Connecteur droit 163"/>
          <p:cNvCxnSpPr/>
          <p:nvPr/>
        </p:nvCxnSpPr>
        <p:spPr>
          <a:xfrm>
            <a:off x="7710449" y="666750"/>
            <a:ext cx="17" cy="25765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eur droit avec flèche 165"/>
          <p:cNvCxnSpPr/>
          <p:nvPr/>
        </p:nvCxnSpPr>
        <p:spPr>
          <a:xfrm>
            <a:off x="6396036" y="671539"/>
            <a:ext cx="1681163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à coins arrondis 172"/>
          <p:cNvSpPr/>
          <p:nvPr/>
        </p:nvSpPr>
        <p:spPr>
          <a:xfrm>
            <a:off x="5014914" y="2462213"/>
            <a:ext cx="161925" cy="123825"/>
          </a:xfrm>
          <a:prstGeom prst="round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75" name="Connecteur droit 174"/>
          <p:cNvCxnSpPr/>
          <p:nvPr/>
        </p:nvCxnSpPr>
        <p:spPr>
          <a:xfrm>
            <a:off x="5095876" y="2586037"/>
            <a:ext cx="0" cy="16668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Forme libre 176"/>
          <p:cNvSpPr/>
          <p:nvPr/>
        </p:nvSpPr>
        <p:spPr>
          <a:xfrm>
            <a:off x="6710363" y="1857375"/>
            <a:ext cx="523875" cy="247650"/>
          </a:xfrm>
          <a:custGeom>
            <a:avLst/>
            <a:gdLst>
              <a:gd name="connsiteX0" fmla="*/ 0 w 357187"/>
              <a:gd name="connsiteY0" fmla="*/ 247650 h 247650"/>
              <a:gd name="connsiteX1" fmla="*/ 357187 w 357187"/>
              <a:gd name="connsiteY1" fmla="*/ 247650 h 247650"/>
              <a:gd name="connsiteX2" fmla="*/ 357187 w 35718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187" h="247650">
                <a:moveTo>
                  <a:pt x="0" y="247650"/>
                </a:moveTo>
                <a:lnTo>
                  <a:pt x="357187" y="247650"/>
                </a:lnTo>
                <a:lnTo>
                  <a:pt x="357187" y="0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8" name="Triangle isocèle 177"/>
          <p:cNvSpPr/>
          <p:nvPr/>
        </p:nvSpPr>
        <p:spPr>
          <a:xfrm>
            <a:off x="7191378" y="1724027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79" name="Triangle isocèle 178"/>
          <p:cNvSpPr/>
          <p:nvPr/>
        </p:nvSpPr>
        <p:spPr>
          <a:xfrm rot="5400000" flipV="1">
            <a:off x="7259568" y="1647964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0" name="Forme libre 179"/>
          <p:cNvSpPr/>
          <p:nvPr/>
        </p:nvSpPr>
        <p:spPr>
          <a:xfrm>
            <a:off x="7172325" y="1504950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2" name="Triangle isocèle 181"/>
          <p:cNvSpPr/>
          <p:nvPr/>
        </p:nvSpPr>
        <p:spPr>
          <a:xfrm>
            <a:off x="1828780" y="1771651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83" name="Triangle isocèle 182"/>
          <p:cNvSpPr/>
          <p:nvPr/>
        </p:nvSpPr>
        <p:spPr>
          <a:xfrm rot="16200000" flipH="1" flipV="1">
            <a:off x="1773145" y="1695588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4" name="Forme libre 183"/>
          <p:cNvSpPr/>
          <p:nvPr/>
        </p:nvSpPr>
        <p:spPr>
          <a:xfrm>
            <a:off x="1809727" y="1552574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5" name="Bouée 184"/>
          <p:cNvSpPr/>
          <p:nvPr/>
        </p:nvSpPr>
        <p:spPr>
          <a:xfrm>
            <a:off x="1623990" y="1123951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86" name="Forme libre 185"/>
          <p:cNvSpPr/>
          <p:nvPr/>
        </p:nvSpPr>
        <p:spPr>
          <a:xfrm flipH="1">
            <a:off x="1866901" y="1885949"/>
            <a:ext cx="590550" cy="247650"/>
          </a:xfrm>
          <a:custGeom>
            <a:avLst/>
            <a:gdLst>
              <a:gd name="connsiteX0" fmla="*/ 0 w 357187"/>
              <a:gd name="connsiteY0" fmla="*/ 247650 h 247650"/>
              <a:gd name="connsiteX1" fmla="*/ 357187 w 357187"/>
              <a:gd name="connsiteY1" fmla="*/ 247650 h 247650"/>
              <a:gd name="connsiteX2" fmla="*/ 357187 w 35718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187" h="247650">
                <a:moveTo>
                  <a:pt x="0" y="247650"/>
                </a:moveTo>
                <a:lnTo>
                  <a:pt x="357187" y="247650"/>
                </a:lnTo>
                <a:lnTo>
                  <a:pt x="357187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0" name="Organigramme : Connecteur 189"/>
          <p:cNvSpPr/>
          <p:nvPr/>
        </p:nvSpPr>
        <p:spPr>
          <a:xfrm>
            <a:off x="6791327" y="1504950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1" name="Connecteur droit 190"/>
          <p:cNvCxnSpPr/>
          <p:nvPr/>
        </p:nvCxnSpPr>
        <p:spPr>
          <a:xfrm>
            <a:off x="6943735" y="1795463"/>
            <a:ext cx="1" cy="3143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Organigramme : Connecteur 191"/>
          <p:cNvSpPr/>
          <p:nvPr/>
        </p:nvSpPr>
        <p:spPr>
          <a:xfrm>
            <a:off x="2905125" y="18097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3" name="Connecteur droit 192"/>
          <p:cNvCxnSpPr/>
          <p:nvPr/>
        </p:nvCxnSpPr>
        <p:spPr>
          <a:xfrm>
            <a:off x="3067051" y="2095501"/>
            <a:ext cx="0" cy="142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Organigramme : Connecteur 197"/>
          <p:cNvSpPr/>
          <p:nvPr/>
        </p:nvSpPr>
        <p:spPr>
          <a:xfrm>
            <a:off x="4200525" y="35623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9" name="Connecteur droit 198"/>
          <p:cNvCxnSpPr/>
          <p:nvPr/>
        </p:nvCxnSpPr>
        <p:spPr>
          <a:xfrm flipH="1" flipV="1">
            <a:off x="4114800" y="3705225"/>
            <a:ext cx="95250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Organigramme : Connecteur 199"/>
          <p:cNvSpPr/>
          <p:nvPr/>
        </p:nvSpPr>
        <p:spPr>
          <a:xfrm>
            <a:off x="4648200" y="355759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01" name="Connecteur droit 200"/>
          <p:cNvCxnSpPr>
            <a:stCxn id="200" idx="6"/>
          </p:cNvCxnSpPr>
          <p:nvPr/>
        </p:nvCxnSpPr>
        <p:spPr>
          <a:xfrm flipV="1">
            <a:off x="4948238" y="3700465"/>
            <a:ext cx="7143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Organigramme : Connecteur 201"/>
          <p:cNvSpPr/>
          <p:nvPr/>
        </p:nvSpPr>
        <p:spPr>
          <a:xfrm>
            <a:off x="5948362" y="18097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03" name="Connecteur droit 202"/>
          <p:cNvCxnSpPr/>
          <p:nvPr/>
        </p:nvCxnSpPr>
        <p:spPr>
          <a:xfrm>
            <a:off x="6110288" y="2095501"/>
            <a:ext cx="0" cy="142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Connecteur droit 210"/>
          <p:cNvCxnSpPr/>
          <p:nvPr/>
        </p:nvCxnSpPr>
        <p:spPr>
          <a:xfrm>
            <a:off x="3924300" y="4229099"/>
            <a:ext cx="2952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Organigramme : Joindre 214"/>
          <p:cNvSpPr/>
          <p:nvPr/>
        </p:nvSpPr>
        <p:spPr>
          <a:xfrm>
            <a:off x="5579292" y="4545822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16" name="Organigramme : Joindre 215"/>
          <p:cNvSpPr/>
          <p:nvPr/>
        </p:nvSpPr>
        <p:spPr>
          <a:xfrm rot="10800000">
            <a:off x="5579292" y="4331510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17" name="Rectangle à coins arrondis 216"/>
          <p:cNvSpPr/>
          <p:nvPr/>
        </p:nvSpPr>
        <p:spPr>
          <a:xfrm>
            <a:off x="5738811" y="4333875"/>
            <a:ext cx="61911" cy="100012"/>
          </a:xfrm>
          <a:prstGeom prst="round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19" name="Connecteur droit 218"/>
          <p:cNvCxnSpPr/>
          <p:nvPr/>
        </p:nvCxnSpPr>
        <p:spPr>
          <a:xfrm>
            <a:off x="5638800" y="4386263"/>
            <a:ext cx="9525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Forme libre 220"/>
          <p:cNvSpPr/>
          <p:nvPr/>
        </p:nvSpPr>
        <p:spPr>
          <a:xfrm>
            <a:off x="4605338" y="4224338"/>
            <a:ext cx="1019175" cy="104775"/>
          </a:xfrm>
          <a:custGeom>
            <a:avLst/>
            <a:gdLst>
              <a:gd name="connsiteX0" fmla="*/ 0 w 1019175"/>
              <a:gd name="connsiteY0" fmla="*/ 0 h 90487"/>
              <a:gd name="connsiteX1" fmla="*/ 1019175 w 1019175"/>
              <a:gd name="connsiteY1" fmla="*/ 0 h 90487"/>
              <a:gd name="connsiteX2" fmla="*/ 1019175 w 1019175"/>
              <a:gd name="connsiteY2" fmla="*/ 90487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9175" h="90487">
                <a:moveTo>
                  <a:pt x="0" y="0"/>
                </a:moveTo>
                <a:lnTo>
                  <a:pt x="1019175" y="0"/>
                </a:lnTo>
                <a:lnTo>
                  <a:pt x="1019175" y="90487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23" name="Connecteur droit 222"/>
          <p:cNvCxnSpPr/>
          <p:nvPr/>
        </p:nvCxnSpPr>
        <p:spPr>
          <a:xfrm>
            <a:off x="5629275" y="4424363"/>
            <a:ext cx="0" cy="1047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necteur droit 223"/>
          <p:cNvCxnSpPr/>
          <p:nvPr/>
        </p:nvCxnSpPr>
        <p:spPr>
          <a:xfrm>
            <a:off x="5629276" y="4638674"/>
            <a:ext cx="0" cy="1047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Organigramme : Joindre 224"/>
          <p:cNvSpPr/>
          <p:nvPr/>
        </p:nvSpPr>
        <p:spPr>
          <a:xfrm>
            <a:off x="6893741" y="1878822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27" name="Organigramme : Connecteur 226"/>
          <p:cNvSpPr/>
          <p:nvPr/>
        </p:nvSpPr>
        <p:spPr>
          <a:xfrm>
            <a:off x="2076453" y="1528762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28" name="Connecteur droit 227"/>
          <p:cNvCxnSpPr/>
          <p:nvPr/>
        </p:nvCxnSpPr>
        <p:spPr>
          <a:xfrm>
            <a:off x="2228861" y="1819275"/>
            <a:ext cx="1" cy="3143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Organigramme : Joindre 228"/>
          <p:cNvSpPr/>
          <p:nvPr/>
        </p:nvSpPr>
        <p:spPr>
          <a:xfrm>
            <a:off x="2178867" y="1902634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30" name="Organigramme : Connecteur 229"/>
          <p:cNvSpPr/>
          <p:nvPr/>
        </p:nvSpPr>
        <p:spPr>
          <a:xfrm>
            <a:off x="1633540" y="4991100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31" name="Connecteur droit 230"/>
          <p:cNvCxnSpPr/>
          <p:nvPr/>
        </p:nvCxnSpPr>
        <p:spPr>
          <a:xfrm>
            <a:off x="1785948" y="5281613"/>
            <a:ext cx="1" cy="3143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onnecteur droit 232"/>
          <p:cNvCxnSpPr/>
          <p:nvPr/>
        </p:nvCxnSpPr>
        <p:spPr>
          <a:xfrm>
            <a:off x="4467225" y="4605338"/>
            <a:ext cx="219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cteur droit 233"/>
          <p:cNvCxnSpPr/>
          <p:nvPr/>
        </p:nvCxnSpPr>
        <p:spPr>
          <a:xfrm>
            <a:off x="4576762" y="3290883"/>
            <a:ext cx="6" cy="110964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Connecteur droit avec flèche 234"/>
          <p:cNvCxnSpPr/>
          <p:nvPr/>
        </p:nvCxnSpPr>
        <p:spPr>
          <a:xfrm>
            <a:off x="4471988" y="4405312"/>
            <a:ext cx="228600" cy="2000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Connecteur droit 237"/>
          <p:cNvCxnSpPr/>
          <p:nvPr/>
        </p:nvCxnSpPr>
        <p:spPr>
          <a:xfrm>
            <a:off x="4467226" y="4405312"/>
            <a:ext cx="219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Rectangle 259"/>
          <p:cNvSpPr/>
          <p:nvPr/>
        </p:nvSpPr>
        <p:spPr>
          <a:xfrm>
            <a:off x="2657475" y="25241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S301A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61" name="Rectangle 260"/>
          <p:cNvSpPr/>
          <p:nvPr/>
        </p:nvSpPr>
        <p:spPr>
          <a:xfrm>
            <a:off x="5695950" y="25241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S301B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62" name="Rectangle 261"/>
          <p:cNvSpPr/>
          <p:nvPr/>
        </p:nvSpPr>
        <p:spPr>
          <a:xfrm>
            <a:off x="2143125" y="543877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Réchauffeur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3" name="Rectangle 262"/>
          <p:cNvSpPr/>
          <p:nvPr/>
        </p:nvSpPr>
        <p:spPr>
          <a:xfrm>
            <a:off x="609600" y="3933825"/>
            <a:ext cx="819150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Sortie F301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4" name="Rectangle 263"/>
          <p:cNvSpPr/>
          <p:nvPr/>
        </p:nvSpPr>
        <p:spPr>
          <a:xfrm>
            <a:off x="676274" y="809625"/>
            <a:ext cx="6858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S302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5" name="Rectangle 264"/>
          <p:cNvSpPr/>
          <p:nvPr/>
        </p:nvSpPr>
        <p:spPr>
          <a:xfrm>
            <a:off x="7915275" y="457200"/>
            <a:ext cx="866775" cy="4095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Réseau usine 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6" name="Rectangle 265"/>
          <p:cNvSpPr/>
          <p:nvPr/>
        </p:nvSpPr>
        <p:spPr>
          <a:xfrm>
            <a:off x="3276600" y="61817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Vapeur 25B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7" name="Rectangle 266"/>
          <p:cNvSpPr/>
          <p:nvPr/>
        </p:nvSpPr>
        <p:spPr>
          <a:xfrm>
            <a:off x="2847975" y="50387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Soufflante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125" name="Organigramme : Joindre 124"/>
          <p:cNvSpPr/>
          <p:nvPr/>
        </p:nvSpPr>
        <p:spPr>
          <a:xfrm rot="5400000">
            <a:off x="5105417" y="4752997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68" name="Rectangle 267"/>
          <p:cNvSpPr/>
          <p:nvPr/>
        </p:nvSpPr>
        <p:spPr>
          <a:xfrm>
            <a:off x="5400675" y="4800600"/>
            <a:ext cx="4762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 smtClean="0">
                <a:solidFill>
                  <a:schemeClr val="tx1"/>
                </a:solidFill>
              </a:rPr>
              <a:t>X 301</a:t>
            </a:r>
            <a:endParaRPr lang="fr-FR" sz="1200" b="1" dirty="0">
              <a:solidFill>
                <a:schemeClr val="tx1"/>
              </a:solidFill>
            </a:endParaRPr>
          </a:p>
        </p:txBody>
      </p:sp>
      <p:sp>
        <p:nvSpPr>
          <p:cNvPr id="269" name="Rectangle 268"/>
          <p:cNvSpPr/>
          <p:nvPr/>
        </p:nvSpPr>
        <p:spPr>
          <a:xfrm>
            <a:off x="1600199" y="1162050"/>
            <a:ext cx="4953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3004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0" name="Rectangle 269"/>
          <p:cNvSpPr/>
          <p:nvPr/>
        </p:nvSpPr>
        <p:spPr>
          <a:xfrm>
            <a:off x="6981824" y="1133475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3003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71" name="Bouée 270"/>
          <p:cNvSpPr/>
          <p:nvPr/>
        </p:nvSpPr>
        <p:spPr>
          <a:xfrm>
            <a:off x="6996090" y="1085851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77" name="Rectangle 276"/>
          <p:cNvSpPr/>
          <p:nvPr/>
        </p:nvSpPr>
        <p:spPr>
          <a:xfrm>
            <a:off x="2057400" y="1514475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8" name="Rectangle 277"/>
          <p:cNvSpPr/>
          <p:nvPr/>
        </p:nvSpPr>
        <p:spPr>
          <a:xfrm>
            <a:off x="6772275" y="1485900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9" name="Rectangle 278"/>
          <p:cNvSpPr/>
          <p:nvPr/>
        </p:nvSpPr>
        <p:spPr>
          <a:xfrm>
            <a:off x="1619250" y="4972050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80" name="Rectangle 279"/>
          <p:cNvSpPr/>
          <p:nvPr/>
        </p:nvSpPr>
        <p:spPr>
          <a:xfrm>
            <a:off x="6772275" y="3867150"/>
            <a:ext cx="80962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Hygromètre AR301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82" name="Forme libre 281"/>
          <p:cNvSpPr/>
          <p:nvPr/>
        </p:nvSpPr>
        <p:spPr>
          <a:xfrm>
            <a:off x="5629275" y="4200525"/>
            <a:ext cx="1543050" cy="285750"/>
          </a:xfrm>
          <a:custGeom>
            <a:avLst/>
            <a:gdLst>
              <a:gd name="connsiteX0" fmla="*/ 0 w 923925"/>
              <a:gd name="connsiteY0" fmla="*/ 457200 h 457200"/>
              <a:gd name="connsiteX1" fmla="*/ 923925 w 923925"/>
              <a:gd name="connsiteY1" fmla="*/ 457200 h 457200"/>
              <a:gd name="connsiteX2" fmla="*/ 923925 w 923925"/>
              <a:gd name="connsiteY2" fmla="*/ 0 h 457200"/>
              <a:gd name="connsiteX3" fmla="*/ 923925 w 923925"/>
              <a:gd name="connsiteY3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3925" h="457200">
                <a:moveTo>
                  <a:pt x="0" y="457200"/>
                </a:moveTo>
                <a:lnTo>
                  <a:pt x="923925" y="457200"/>
                </a:lnTo>
                <a:lnTo>
                  <a:pt x="923925" y="0"/>
                </a:lnTo>
                <a:lnTo>
                  <a:pt x="923925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86" name="Connecteur droit avec flèche 285"/>
          <p:cNvCxnSpPr/>
          <p:nvPr/>
        </p:nvCxnSpPr>
        <p:spPr>
          <a:xfrm flipH="1">
            <a:off x="7715250" y="3857625"/>
            <a:ext cx="762000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Rectangle 287"/>
          <p:cNvSpPr/>
          <p:nvPr/>
        </p:nvSpPr>
        <p:spPr>
          <a:xfrm>
            <a:off x="8077199" y="3581400"/>
            <a:ext cx="885825" cy="5238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Secours Azote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89" name="Organigramme : Joindre 288"/>
          <p:cNvSpPr/>
          <p:nvPr/>
        </p:nvSpPr>
        <p:spPr>
          <a:xfrm rot="5400000">
            <a:off x="7962917" y="3776666"/>
            <a:ext cx="204788" cy="157162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90" name="Rectangle à coins arrondis 289"/>
          <p:cNvSpPr/>
          <p:nvPr/>
        </p:nvSpPr>
        <p:spPr>
          <a:xfrm>
            <a:off x="7981951" y="3557588"/>
            <a:ext cx="161925" cy="123825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91" name="Connecteur droit 290"/>
          <p:cNvCxnSpPr>
            <a:stCxn id="289" idx="1"/>
            <a:endCxn id="290" idx="2"/>
          </p:cNvCxnSpPr>
          <p:nvPr/>
        </p:nvCxnSpPr>
        <p:spPr>
          <a:xfrm flipH="1" flipV="1">
            <a:off x="8062914" y="3681413"/>
            <a:ext cx="2397" cy="173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Forme libre 299"/>
          <p:cNvSpPr/>
          <p:nvPr/>
        </p:nvSpPr>
        <p:spPr>
          <a:xfrm flipH="1">
            <a:off x="3533775" y="657225"/>
            <a:ext cx="1038225" cy="1552576"/>
          </a:xfrm>
          <a:custGeom>
            <a:avLst/>
            <a:gdLst>
              <a:gd name="connsiteX0" fmla="*/ 0 w 2514600"/>
              <a:gd name="connsiteY0" fmla="*/ 914400 h 914400"/>
              <a:gd name="connsiteX1" fmla="*/ 0 w 2514600"/>
              <a:gd name="connsiteY1" fmla="*/ 0 h 914400"/>
              <a:gd name="connsiteX2" fmla="*/ 2514600 w 25146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0" h="914400">
                <a:moveTo>
                  <a:pt x="0" y="914400"/>
                </a:moveTo>
                <a:lnTo>
                  <a:pt x="0" y="0"/>
                </a:lnTo>
                <a:lnTo>
                  <a:pt x="25146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01" name="Connecteur droit 300"/>
          <p:cNvCxnSpPr/>
          <p:nvPr/>
        </p:nvCxnSpPr>
        <p:spPr>
          <a:xfrm>
            <a:off x="3467101" y="600075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Connecteur droit 301"/>
          <p:cNvCxnSpPr/>
          <p:nvPr/>
        </p:nvCxnSpPr>
        <p:spPr>
          <a:xfrm>
            <a:off x="3524241" y="600059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Organigramme : Connecteur 304"/>
          <p:cNvSpPr/>
          <p:nvPr/>
        </p:nvSpPr>
        <p:spPr>
          <a:xfrm>
            <a:off x="3305175" y="881061"/>
            <a:ext cx="395291" cy="404813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306" name="Connecteur droit 305"/>
          <p:cNvCxnSpPr/>
          <p:nvPr/>
        </p:nvCxnSpPr>
        <p:spPr>
          <a:xfrm>
            <a:off x="3495686" y="561975"/>
            <a:ext cx="1" cy="3143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Connecteur droit 314"/>
          <p:cNvCxnSpPr/>
          <p:nvPr/>
        </p:nvCxnSpPr>
        <p:spPr>
          <a:xfrm>
            <a:off x="2686061" y="3924305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Connecteur droit 316"/>
          <p:cNvCxnSpPr/>
          <p:nvPr/>
        </p:nvCxnSpPr>
        <p:spPr>
          <a:xfrm>
            <a:off x="2747973" y="3776667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Organigramme : Joindre 317"/>
          <p:cNvSpPr/>
          <p:nvPr/>
        </p:nvSpPr>
        <p:spPr>
          <a:xfrm>
            <a:off x="2695575" y="3945747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19" name="Connecteur droit 318"/>
          <p:cNvCxnSpPr/>
          <p:nvPr/>
        </p:nvCxnSpPr>
        <p:spPr>
          <a:xfrm>
            <a:off x="6381761" y="3952880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Connecteur droit 319"/>
          <p:cNvCxnSpPr/>
          <p:nvPr/>
        </p:nvCxnSpPr>
        <p:spPr>
          <a:xfrm>
            <a:off x="6443673" y="3805242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Organigramme : Joindre 320"/>
          <p:cNvSpPr/>
          <p:nvPr/>
        </p:nvSpPr>
        <p:spPr>
          <a:xfrm>
            <a:off x="6391275" y="3974322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22" name="Rectangle 321"/>
          <p:cNvSpPr/>
          <p:nvPr/>
        </p:nvSpPr>
        <p:spPr>
          <a:xfrm>
            <a:off x="3495675" y="5438775"/>
            <a:ext cx="438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fr-FR" sz="1200" dirty="0" smtClean="0">
                <a:solidFill>
                  <a:schemeClr val="tx1"/>
                </a:solidFill>
              </a:rPr>
              <a:t>AIR</a:t>
            </a:r>
            <a:endParaRPr lang="fr-FR" sz="1200" dirty="0">
              <a:solidFill>
                <a:schemeClr val="tx1"/>
              </a:solidFill>
            </a:endParaRPr>
          </a:p>
        </p:txBody>
      </p:sp>
      <p:cxnSp>
        <p:nvCxnSpPr>
          <p:cNvPr id="330" name="Connecteur droit 329"/>
          <p:cNvCxnSpPr/>
          <p:nvPr/>
        </p:nvCxnSpPr>
        <p:spPr>
          <a:xfrm>
            <a:off x="7743825" y="5343525"/>
            <a:ext cx="0" cy="39052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1" name="Rectangle 330"/>
          <p:cNvSpPr/>
          <p:nvPr/>
        </p:nvSpPr>
        <p:spPr>
          <a:xfrm>
            <a:off x="7743824" y="5286376"/>
            <a:ext cx="971551" cy="4953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Sécheurs d’appoint 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340" name="Rectangle 339"/>
          <p:cNvSpPr/>
          <p:nvPr/>
        </p:nvSpPr>
        <p:spPr>
          <a:xfrm>
            <a:off x="2838450" y="1790700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T301 A1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5876925" y="18002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T301 B1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4133850" y="35528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T301 A2</a:t>
            </a:r>
          </a:p>
        </p:txBody>
      </p:sp>
      <p:sp>
        <p:nvSpPr>
          <p:cNvPr id="343" name="Rectangle 342"/>
          <p:cNvSpPr/>
          <p:nvPr/>
        </p:nvSpPr>
        <p:spPr>
          <a:xfrm>
            <a:off x="4581525" y="35528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T301 B2</a:t>
            </a:r>
          </a:p>
        </p:txBody>
      </p:sp>
      <p:sp>
        <p:nvSpPr>
          <p:cNvPr id="344" name="Rectangle à coins arrondis 343"/>
          <p:cNvSpPr/>
          <p:nvPr/>
        </p:nvSpPr>
        <p:spPr>
          <a:xfrm>
            <a:off x="4676774" y="6038850"/>
            <a:ext cx="3819526" cy="47625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S301 : A = service, B = refroidissement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04" name="Organigramme : Connecteur 103"/>
          <p:cNvSpPr/>
          <p:nvPr/>
        </p:nvSpPr>
        <p:spPr>
          <a:xfrm>
            <a:off x="2205035" y="5867400"/>
            <a:ext cx="138113" cy="133350"/>
          </a:xfrm>
          <a:prstGeom prst="flowChartConnector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5" name="Rectangle 344"/>
          <p:cNvSpPr/>
          <p:nvPr/>
        </p:nvSpPr>
        <p:spPr>
          <a:xfrm>
            <a:off x="5257801" y="514350"/>
            <a:ext cx="118110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S302 / S303</a:t>
            </a:r>
          </a:p>
        </p:txBody>
      </p:sp>
      <p:sp>
        <p:nvSpPr>
          <p:cNvPr id="126" name="Organigramme : Joindre 125"/>
          <p:cNvSpPr/>
          <p:nvPr/>
        </p:nvSpPr>
        <p:spPr>
          <a:xfrm rot="5400000">
            <a:off x="5981717" y="4757758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87" name="Connecteur droit 186"/>
          <p:cNvCxnSpPr/>
          <p:nvPr/>
        </p:nvCxnSpPr>
        <p:spPr>
          <a:xfrm>
            <a:off x="2357440" y="2395538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8" name="Connecteur droit 187"/>
          <p:cNvCxnSpPr/>
          <p:nvPr/>
        </p:nvCxnSpPr>
        <p:spPr>
          <a:xfrm>
            <a:off x="6815140" y="2386013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" name="Groupe 217"/>
          <p:cNvGrpSpPr/>
          <p:nvPr/>
        </p:nvGrpSpPr>
        <p:grpSpPr>
          <a:xfrm>
            <a:off x="4262437" y="4176712"/>
            <a:ext cx="271456" cy="114300"/>
            <a:chOff x="2952750" y="4214813"/>
            <a:chExt cx="271456" cy="114300"/>
          </a:xfrm>
        </p:grpSpPr>
        <p:cxnSp>
          <p:nvCxnSpPr>
            <p:cNvPr id="197" name="Connecteur droit 196"/>
            <p:cNvCxnSpPr/>
            <p:nvPr/>
          </p:nvCxnSpPr>
          <p:spPr>
            <a:xfrm flipV="1">
              <a:off x="3033712" y="4219575"/>
              <a:ext cx="0" cy="104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cteur droit 203"/>
            <p:cNvCxnSpPr/>
            <p:nvPr/>
          </p:nvCxnSpPr>
          <p:spPr>
            <a:xfrm flipV="1">
              <a:off x="3148012" y="4219575"/>
              <a:ext cx="0" cy="104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cteur droit 208"/>
            <p:cNvCxnSpPr/>
            <p:nvPr/>
          </p:nvCxnSpPr>
          <p:spPr>
            <a:xfrm>
              <a:off x="3148006" y="4271963"/>
              <a:ext cx="76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necteur droit 209"/>
            <p:cNvCxnSpPr/>
            <p:nvPr/>
          </p:nvCxnSpPr>
          <p:spPr>
            <a:xfrm>
              <a:off x="2952750" y="4271963"/>
              <a:ext cx="76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necteur droit avec flèche 212"/>
            <p:cNvCxnSpPr/>
            <p:nvPr/>
          </p:nvCxnSpPr>
          <p:spPr>
            <a:xfrm flipH="1">
              <a:off x="3028951" y="4214813"/>
              <a:ext cx="119063" cy="1143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4" name="Organigramme : Joindre 213"/>
          <p:cNvSpPr/>
          <p:nvPr/>
        </p:nvSpPr>
        <p:spPr>
          <a:xfrm rot="5400000">
            <a:off x="4169593" y="4174348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20" name="Organigramme : Connecteur 219"/>
          <p:cNvSpPr/>
          <p:nvPr/>
        </p:nvSpPr>
        <p:spPr>
          <a:xfrm>
            <a:off x="7343775" y="424339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22" name="Connecteur droit 221"/>
          <p:cNvCxnSpPr>
            <a:stCxn id="220" idx="6"/>
          </p:cNvCxnSpPr>
          <p:nvPr/>
        </p:nvCxnSpPr>
        <p:spPr>
          <a:xfrm flipV="1">
            <a:off x="7643813" y="4386265"/>
            <a:ext cx="7143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Rectangle 225"/>
          <p:cNvSpPr/>
          <p:nvPr/>
        </p:nvSpPr>
        <p:spPr>
          <a:xfrm>
            <a:off x="7267575" y="421957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TI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323849" y="1495425"/>
            <a:ext cx="6858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S303</a:t>
            </a:r>
            <a:endParaRPr lang="fr-FR" sz="1400" b="1" dirty="0">
              <a:solidFill>
                <a:schemeClr val="tx1"/>
              </a:solidFill>
            </a:endParaRPr>
          </a:p>
        </p:txBody>
      </p:sp>
      <p:grpSp>
        <p:nvGrpSpPr>
          <p:cNvPr id="3" name="Groupe 251"/>
          <p:cNvGrpSpPr/>
          <p:nvPr/>
        </p:nvGrpSpPr>
        <p:grpSpPr>
          <a:xfrm>
            <a:off x="4250398" y="2061267"/>
            <a:ext cx="637340" cy="623046"/>
            <a:chOff x="192748" y="5356917"/>
            <a:chExt cx="637340" cy="623046"/>
          </a:xfrm>
          <a:solidFill>
            <a:schemeClr val="bg1">
              <a:lumMod val="85000"/>
            </a:schemeClr>
          </a:solidFill>
        </p:grpSpPr>
        <p:sp>
          <p:nvSpPr>
            <p:cNvPr id="256" name="Ellipse 255"/>
            <p:cNvSpPr/>
            <p:nvPr/>
          </p:nvSpPr>
          <p:spPr>
            <a:xfrm>
              <a:off x="340519" y="5495923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8" name="Arc plein 257"/>
            <p:cNvSpPr/>
            <p:nvPr/>
          </p:nvSpPr>
          <p:spPr>
            <a:xfrm rot="17940000">
              <a:off x="518794" y="5668668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272" name="Arc plein 271"/>
            <p:cNvSpPr/>
            <p:nvPr/>
          </p:nvSpPr>
          <p:spPr>
            <a:xfrm rot="6960000">
              <a:off x="193061" y="5356604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4" name="Groupe 272"/>
          <p:cNvGrpSpPr/>
          <p:nvPr/>
        </p:nvGrpSpPr>
        <p:grpSpPr>
          <a:xfrm rot="5340000">
            <a:off x="4269448" y="2432742"/>
            <a:ext cx="627815" cy="623046"/>
            <a:chOff x="192748" y="5356917"/>
            <a:chExt cx="627815" cy="623046"/>
          </a:xfrm>
          <a:solidFill>
            <a:schemeClr val="bg1">
              <a:lumMod val="85000"/>
            </a:schemeClr>
          </a:solidFill>
        </p:grpSpPr>
        <p:sp>
          <p:nvSpPr>
            <p:cNvPr id="274" name="Ellipse 273"/>
            <p:cNvSpPr/>
            <p:nvPr/>
          </p:nvSpPr>
          <p:spPr>
            <a:xfrm>
              <a:off x="330996" y="5495757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5" name="Arc plein 274"/>
            <p:cNvSpPr/>
            <p:nvPr/>
          </p:nvSpPr>
          <p:spPr>
            <a:xfrm rot="-3660000">
              <a:off x="509269" y="5668668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281" name="Arc plein 280"/>
            <p:cNvSpPr/>
            <p:nvPr/>
          </p:nvSpPr>
          <p:spPr>
            <a:xfrm rot="6960000">
              <a:off x="193061" y="5356604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5" name="Groupe 282"/>
          <p:cNvGrpSpPr/>
          <p:nvPr/>
        </p:nvGrpSpPr>
        <p:grpSpPr>
          <a:xfrm rot="-5280000">
            <a:off x="4245638" y="2818671"/>
            <a:ext cx="637334" cy="622713"/>
            <a:chOff x="192748" y="5356917"/>
            <a:chExt cx="637334" cy="622713"/>
          </a:xfrm>
          <a:solidFill>
            <a:schemeClr val="bg1">
              <a:lumMod val="85000"/>
            </a:schemeClr>
          </a:solidFill>
        </p:grpSpPr>
        <p:sp>
          <p:nvSpPr>
            <p:cNvPr id="284" name="Ellipse 283"/>
            <p:cNvSpPr/>
            <p:nvPr/>
          </p:nvSpPr>
          <p:spPr>
            <a:xfrm>
              <a:off x="340519" y="5495923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5" name="Arc plein 284"/>
            <p:cNvSpPr/>
            <p:nvPr/>
          </p:nvSpPr>
          <p:spPr>
            <a:xfrm rot="17940000">
              <a:off x="518788" y="5668335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287" name="Arc plein 286"/>
            <p:cNvSpPr/>
            <p:nvPr/>
          </p:nvSpPr>
          <p:spPr>
            <a:xfrm rot="6960000">
              <a:off x="193061" y="5356604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cxnSp>
        <p:nvCxnSpPr>
          <p:cNvPr id="292" name="Connecteur droit avec flèche 291"/>
          <p:cNvCxnSpPr/>
          <p:nvPr/>
        </p:nvCxnSpPr>
        <p:spPr>
          <a:xfrm flipV="1">
            <a:off x="5286374" y="1085850"/>
            <a:ext cx="342901" cy="28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3" name="Rectangle 292"/>
          <p:cNvSpPr/>
          <p:nvPr/>
        </p:nvSpPr>
        <p:spPr>
          <a:xfrm>
            <a:off x="5438775" y="914400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Event 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195" name="Organigramme : Joindre 194"/>
          <p:cNvSpPr/>
          <p:nvPr/>
        </p:nvSpPr>
        <p:spPr>
          <a:xfrm rot="5400000">
            <a:off x="6084118" y="4441048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05" name="Rectangle 204"/>
          <p:cNvSpPr/>
          <p:nvPr/>
        </p:nvSpPr>
        <p:spPr>
          <a:xfrm>
            <a:off x="266700" y="6181726"/>
            <a:ext cx="1904999" cy="361950"/>
          </a:xfrm>
          <a:prstGeom prst="rect">
            <a:avLst/>
          </a:prstGeom>
          <a:solidFill>
            <a:srgbClr val="FFFF99"/>
          </a:solidFill>
          <a:ln w="6350" cmpd="dbl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 smtClean="0">
                <a:solidFill>
                  <a:schemeClr val="tx1"/>
                </a:solidFill>
              </a:rPr>
              <a:t>PCF AIR INSTRUMENT </a:t>
            </a:r>
          </a:p>
          <a:p>
            <a:pPr algn="ctr"/>
            <a:r>
              <a:rPr lang="fr-FR" sz="1100" b="1" dirty="0" smtClean="0">
                <a:solidFill>
                  <a:schemeClr val="tx1"/>
                </a:solidFill>
              </a:rPr>
              <a:t>7841 901 330</a:t>
            </a:r>
          </a:p>
        </p:txBody>
      </p:sp>
      <p:cxnSp>
        <p:nvCxnSpPr>
          <p:cNvPr id="196" name="Connecteur droit 195"/>
          <p:cNvCxnSpPr/>
          <p:nvPr/>
        </p:nvCxnSpPr>
        <p:spPr>
          <a:xfrm>
            <a:off x="1019175" y="2971800"/>
            <a:ext cx="0" cy="42862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Connecteur droit 205"/>
          <p:cNvCxnSpPr/>
          <p:nvPr/>
        </p:nvCxnSpPr>
        <p:spPr>
          <a:xfrm>
            <a:off x="514350" y="3409950"/>
            <a:ext cx="981075" cy="0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Connecteur droit 206"/>
          <p:cNvCxnSpPr/>
          <p:nvPr/>
        </p:nvCxnSpPr>
        <p:spPr>
          <a:xfrm>
            <a:off x="666750" y="2981325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Organigramme : Joindre 207"/>
          <p:cNvSpPr/>
          <p:nvPr/>
        </p:nvSpPr>
        <p:spPr>
          <a:xfrm rot="10800000">
            <a:off x="552428" y="2814659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12" name="Organigramme : Joindre 211"/>
          <p:cNvSpPr/>
          <p:nvPr/>
        </p:nvSpPr>
        <p:spPr>
          <a:xfrm rot="10800000">
            <a:off x="914378" y="2824184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18" name="Connecteur droit 217"/>
          <p:cNvCxnSpPr/>
          <p:nvPr/>
        </p:nvCxnSpPr>
        <p:spPr>
          <a:xfrm>
            <a:off x="1019175" y="3409950"/>
            <a:ext cx="0" cy="5238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Connecteur droit 238"/>
          <p:cNvCxnSpPr/>
          <p:nvPr/>
        </p:nvCxnSpPr>
        <p:spPr>
          <a:xfrm flipV="1">
            <a:off x="1176339" y="2490788"/>
            <a:ext cx="209549" cy="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Connecteur droit 243"/>
          <p:cNvCxnSpPr/>
          <p:nvPr/>
        </p:nvCxnSpPr>
        <p:spPr>
          <a:xfrm flipV="1">
            <a:off x="1014414" y="2490788"/>
            <a:ext cx="209549" cy="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Organigramme : Joindre 246"/>
          <p:cNvSpPr/>
          <p:nvPr/>
        </p:nvSpPr>
        <p:spPr>
          <a:xfrm rot="5400000">
            <a:off x="1097756" y="2407448"/>
            <a:ext cx="204788" cy="161924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51" name="Connecteur droit 250"/>
          <p:cNvCxnSpPr/>
          <p:nvPr/>
        </p:nvCxnSpPr>
        <p:spPr>
          <a:xfrm>
            <a:off x="1381125" y="2962275"/>
            <a:ext cx="0" cy="4476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Organigramme : Joindre 251"/>
          <p:cNvSpPr/>
          <p:nvPr/>
        </p:nvSpPr>
        <p:spPr>
          <a:xfrm rot="10800000">
            <a:off x="1266803" y="2824184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54" name="Connecteur droit avec flèche 253"/>
          <p:cNvCxnSpPr/>
          <p:nvPr/>
        </p:nvCxnSpPr>
        <p:spPr>
          <a:xfrm flipV="1">
            <a:off x="1019175" y="1152525"/>
            <a:ext cx="0" cy="16764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Connecteur droit avec flèche 254"/>
          <p:cNvCxnSpPr/>
          <p:nvPr/>
        </p:nvCxnSpPr>
        <p:spPr>
          <a:xfrm flipV="1">
            <a:off x="666750" y="1819275"/>
            <a:ext cx="0" cy="100012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Forme libre 256"/>
          <p:cNvSpPr/>
          <p:nvPr/>
        </p:nvSpPr>
        <p:spPr>
          <a:xfrm>
            <a:off x="1381125" y="657223"/>
            <a:ext cx="2085975" cy="2209801"/>
          </a:xfrm>
          <a:custGeom>
            <a:avLst/>
            <a:gdLst>
              <a:gd name="connsiteX0" fmla="*/ 0 w 2514600"/>
              <a:gd name="connsiteY0" fmla="*/ 914400 h 914400"/>
              <a:gd name="connsiteX1" fmla="*/ 0 w 2514600"/>
              <a:gd name="connsiteY1" fmla="*/ 0 h 914400"/>
              <a:gd name="connsiteX2" fmla="*/ 2514600 w 25146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0" h="914400">
                <a:moveTo>
                  <a:pt x="0" y="914400"/>
                </a:moveTo>
                <a:lnTo>
                  <a:pt x="0" y="0"/>
                </a:lnTo>
                <a:lnTo>
                  <a:pt x="25146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2" name="Rectangle 231"/>
          <p:cNvSpPr/>
          <p:nvPr/>
        </p:nvSpPr>
        <p:spPr>
          <a:xfrm>
            <a:off x="3171825" y="942975"/>
            <a:ext cx="666750" cy="257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FT 611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à coins arrondis 21"/>
          <p:cNvSpPr/>
          <p:nvPr/>
        </p:nvSpPr>
        <p:spPr>
          <a:xfrm>
            <a:off x="5495925" y="1676401"/>
            <a:ext cx="1209675" cy="2119312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à coins arrondis 35"/>
          <p:cNvSpPr/>
          <p:nvPr/>
        </p:nvSpPr>
        <p:spPr>
          <a:xfrm>
            <a:off x="2466974" y="1676400"/>
            <a:ext cx="1209675" cy="2114550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Forme libre 40"/>
          <p:cNvSpPr/>
          <p:nvPr/>
        </p:nvSpPr>
        <p:spPr>
          <a:xfrm>
            <a:off x="3081338" y="1452563"/>
            <a:ext cx="1328737" cy="923925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Forme libre 41"/>
          <p:cNvSpPr/>
          <p:nvPr/>
        </p:nvSpPr>
        <p:spPr>
          <a:xfrm flipH="1">
            <a:off x="4724400" y="1452547"/>
            <a:ext cx="1366838" cy="923925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Forme libre 42"/>
          <p:cNvSpPr/>
          <p:nvPr/>
        </p:nvSpPr>
        <p:spPr>
          <a:xfrm flipV="1">
            <a:off x="3081322" y="3124199"/>
            <a:ext cx="1328737" cy="885825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Forme libre 43"/>
          <p:cNvSpPr/>
          <p:nvPr/>
        </p:nvSpPr>
        <p:spPr>
          <a:xfrm flipH="1" flipV="1">
            <a:off x="4729163" y="3124199"/>
            <a:ext cx="1362056" cy="885824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Forme libre 44"/>
          <p:cNvSpPr/>
          <p:nvPr/>
        </p:nvSpPr>
        <p:spPr>
          <a:xfrm>
            <a:off x="3924301" y="2752725"/>
            <a:ext cx="500062" cy="1228725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Forme libre 45"/>
          <p:cNvSpPr/>
          <p:nvPr/>
        </p:nvSpPr>
        <p:spPr>
          <a:xfrm flipH="1" flipV="1">
            <a:off x="2328861" y="4033838"/>
            <a:ext cx="1595421" cy="419100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Forme libre 46"/>
          <p:cNvSpPr/>
          <p:nvPr/>
        </p:nvSpPr>
        <p:spPr>
          <a:xfrm flipH="1" flipV="1">
            <a:off x="5191124" y="1476376"/>
            <a:ext cx="95244" cy="1281112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9" name="Connecteur droit 48"/>
          <p:cNvCxnSpPr/>
          <p:nvPr/>
        </p:nvCxnSpPr>
        <p:spPr>
          <a:xfrm>
            <a:off x="4724401" y="2752726"/>
            <a:ext cx="300037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rganigramme : Joindre 49"/>
          <p:cNvSpPr/>
          <p:nvPr/>
        </p:nvSpPr>
        <p:spPr>
          <a:xfrm rot="5400000">
            <a:off x="4993489" y="2659859"/>
            <a:ext cx="204788" cy="180974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55" name="Connecteur droit 54"/>
          <p:cNvCxnSpPr/>
          <p:nvPr/>
        </p:nvCxnSpPr>
        <p:spPr>
          <a:xfrm>
            <a:off x="5286375" y="1081088"/>
            <a:ext cx="9" cy="3381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/>
          <p:nvPr/>
        </p:nvCxnSpPr>
        <p:spPr>
          <a:xfrm>
            <a:off x="2138363" y="4348163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/>
          <p:cNvCxnSpPr/>
          <p:nvPr/>
        </p:nvCxnSpPr>
        <p:spPr>
          <a:xfrm>
            <a:off x="2333630" y="4352910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avec flèche 60"/>
          <p:cNvCxnSpPr/>
          <p:nvPr/>
        </p:nvCxnSpPr>
        <p:spPr>
          <a:xfrm flipV="1">
            <a:off x="2138363" y="4348163"/>
            <a:ext cx="195262" cy="2000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2133600" y="5429251"/>
            <a:ext cx="819150" cy="3429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64" name="Rectangle 63"/>
          <p:cNvSpPr/>
          <p:nvPr/>
        </p:nvSpPr>
        <p:spPr>
          <a:xfrm>
            <a:off x="2947989" y="5572125"/>
            <a:ext cx="576262" cy="5238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63" name="Ellipse 62"/>
          <p:cNvSpPr/>
          <p:nvPr/>
        </p:nvSpPr>
        <p:spPr>
          <a:xfrm>
            <a:off x="3047994" y="5405436"/>
            <a:ext cx="409575" cy="381000"/>
          </a:xfrm>
          <a:prstGeom prst="ellipse">
            <a:avLst/>
          </a:prstGeom>
          <a:solidFill>
            <a:srgbClr val="FF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66" name="Connecteur droit 65"/>
          <p:cNvCxnSpPr>
            <a:stCxn id="63" idx="1"/>
            <a:endCxn id="63" idx="4"/>
          </p:cNvCxnSpPr>
          <p:nvPr/>
        </p:nvCxnSpPr>
        <p:spPr>
          <a:xfrm>
            <a:off x="3107975" y="5461232"/>
            <a:ext cx="144807" cy="3252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/>
          <p:cNvCxnSpPr>
            <a:stCxn id="63" idx="7"/>
            <a:endCxn id="63" idx="4"/>
          </p:cNvCxnSpPr>
          <p:nvPr/>
        </p:nvCxnSpPr>
        <p:spPr>
          <a:xfrm flipH="1">
            <a:off x="3252782" y="5461232"/>
            <a:ext cx="144806" cy="3252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69"/>
          <p:cNvCxnSpPr/>
          <p:nvPr/>
        </p:nvCxnSpPr>
        <p:spPr>
          <a:xfrm>
            <a:off x="3252782" y="5305413"/>
            <a:ext cx="6" cy="557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/>
          <p:cNvCxnSpPr/>
          <p:nvPr/>
        </p:nvCxnSpPr>
        <p:spPr>
          <a:xfrm>
            <a:off x="3214688" y="5305425"/>
            <a:ext cx="714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72"/>
          <p:cNvCxnSpPr/>
          <p:nvPr/>
        </p:nvCxnSpPr>
        <p:spPr>
          <a:xfrm>
            <a:off x="3214672" y="5857917"/>
            <a:ext cx="714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Forme libre 73"/>
          <p:cNvSpPr/>
          <p:nvPr/>
        </p:nvSpPr>
        <p:spPr>
          <a:xfrm>
            <a:off x="1524000" y="4448176"/>
            <a:ext cx="614363" cy="1152524"/>
          </a:xfrm>
          <a:custGeom>
            <a:avLst/>
            <a:gdLst>
              <a:gd name="connsiteX0" fmla="*/ 614363 w 614363"/>
              <a:gd name="connsiteY0" fmla="*/ 0 h 923925"/>
              <a:gd name="connsiteX1" fmla="*/ 0 w 614363"/>
              <a:gd name="connsiteY1" fmla="*/ 0 h 923925"/>
              <a:gd name="connsiteX2" fmla="*/ 0 w 614363"/>
              <a:gd name="connsiteY2" fmla="*/ 923925 h 923925"/>
              <a:gd name="connsiteX3" fmla="*/ 461963 w 614363"/>
              <a:gd name="connsiteY3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4363" h="923925">
                <a:moveTo>
                  <a:pt x="614363" y="0"/>
                </a:moveTo>
                <a:lnTo>
                  <a:pt x="0" y="0"/>
                </a:lnTo>
                <a:lnTo>
                  <a:pt x="0" y="923925"/>
                </a:lnTo>
                <a:lnTo>
                  <a:pt x="461963" y="923925"/>
                </a:lnTo>
              </a:path>
            </a:pathLst>
          </a:cu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6" name="Connecteur droit 75"/>
          <p:cNvCxnSpPr>
            <a:endCxn id="62" idx="1"/>
          </p:cNvCxnSpPr>
          <p:nvPr/>
        </p:nvCxnSpPr>
        <p:spPr>
          <a:xfrm>
            <a:off x="2043113" y="5600700"/>
            <a:ext cx="90487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/>
          <p:cNvCxnSpPr/>
          <p:nvPr/>
        </p:nvCxnSpPr>
        <p:spPr>
          <a:xfrm>
            <a:off x="1990726" y="5543550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1"/>
          <p:cNvCxnSpPr/>
          <p:nvPr/>
        </p:nvCxnSpPr>
        <p:spPr>
          <a:xfrm>
            <a:off x="2047866" y="5543534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Forme libre 82"/>
          <p:cNvSpPr/>
          <p:nvPr/>
        </p:nvSpPr>
        <p:spPr>
          <a:xfrm>
            <a:off x="2814639" y="5762625"/>
            <a:ext cx="628650" cy="361950"/>
          </a:xfrm>
          <a:custGeom>
            <a:avLst/>
            <a:gdLst>
              <a:gd name="connsiteX0" fmla="*/ 0 w 628650"/>
              <a:gd name="connsiteY0" fmla="*/ 0 h 528637"/>
              <a:gd name="connsiteX1" fmla="*/ 0 w 628650"/>
              <a:gd name="connsiteY1" fmla="*/ 528637 h 528637"/>
              <a:gd name="connsiteX2" fmla="*/ 628650 w 628650"/>
              <a:gd name="connsiteY2" fmla="*/ 528637 h 528637"/>
              <a:gd name="connsiteX3" fmla="*/ 628650 w 628650"/>
              <a:gd name="connsiteY3" fmla="*/ 528637 h 528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8650" h="528637">
                <a:moveTo>
                  <a:pt x="0" y="0"/>
                </a:moveTo>
                <a:lnTo>
                  <a:pt x="0" y="528637"/>
                </a:lnTo>
                <a:lnTo>
                  <a:pt x="628650" y="528637"/>
                </a:lnTo>
                <a:lnTo>
                  <a:pt x="628650" y="528637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7" name="Organigramme : Joindre 86"/>
          <p:cNvSpPr/>
          <p:nvPr/>
        </p:nvSpPr>
        <p:spPr>
          <a:xfrm rot="5400000">
            <a:off x="3431381" y="6045998"/>
            <a:ext cx="204788" cy="161924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88" name="Organigramme : Joindre 87"/>
          <p:cNvSpPr/>
          <p:nvPr/>
        </p:nvSpPr>
        <p:spPr>
          <a:xfrm rot="5400000">
            <a:off x="3810017" y="6053141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89" name="Connecteur droit 88"/>
          <p:cNvCxnSpPr/>
          <p:nvPr/>
        </p:nvCxnSpPr>
        <p:spPr>
          <a:xfrm flipV="1">
            <a:off x="3614739" y="6129338"/>
            <a:ext cx="209549" cy="2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à coins arrondis 93"/>
          <p:cNvSpPr/>
          <p:nvPr/>
        </p:nvSpPr>
        <p:spPr>
          <a:xfrm>
            <a:off x="3448051" y="5834063"/>
            <a:ext cx="161925" cy="123825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96" name="Connecteur droit 95"/>
          <p:cNvCxnSpPr>
            <a:endCxn id="94" idx="2"/>
          </p:cNvCxnSpPr>
          <p:nvPr/>
        </p:nvCxnSpPr>
        <p:spPr>
          <a:xfrm flipH="1" flipV="1">
            <a:off x="3529014" y="5957888"/>
            <a:ext cx="2397" cy="173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eur droit 97"/>
          <p:cNvCxnSpPr/>
          <p:nvPr/>
        </p:nvCxnSpPr>
        <p:spPr>
          <a:xfrm>
            <a:off x="4000500" y="6134100"/>
            <a:ext cx="2381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Forme libre 100"/>
          <p:cNvSpPr/>
          <p:nvPr/>
        </p:nvSpPr>
        <p:spPr>
          <a:xfrm>
            <a:off x="2205038" y="6029327"/>
            <a:ext cx="138112" cy="80962"/>
          </a:xfrm>
          <a:custGeom>
            <a:avLst/>
            <a:gdLst>
              <a:gd name="connsiteX0" fmla="*/ 0 w 138112"/>
              <a:gd name="connsiteY0" fmla="*/ 0 h 80962"/>
              <a:gd name="connsiteX1" fmla="*/ 61912 w 138112"/>
              <a:gd name="connsiteY1" fmla="*/ 80962 h 80962"/>
              <a:gd name="connsiteX2" fmla="*/ 138112 w 138112"/>
              <a:gd name="connsiteY2" fmla="*/ 9525 h 8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112" h="80962">
                <a:moveTo>
                  <a:pt x="0" y="0"/>
                </a:moveTo>
                <a:lnTo>
                  <a:pt x="61912" y="80962"/>
                </a:lnTo>
                <a:lnTo>
                  <a:pt x="138112" y="9525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03" name="Connecteur droit 102"/>
          <p:cNvCxnSpPr/>
          <p:nvPr/>
        </p:nvCxnSpPr>
        <p:spPr>
          <a:xfrm>
            <a:off x="2266950" y="6119814"/>
            <a:ext cx="0" cy="1381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eur droit 105"/>
          <p:cNvCxnSpPr/>
          <p:nvPr/>
        </p:nvCxnSpPr>
        <p:spPr>
          <a:xfrm flipH="1">
            <a:off x="2262188" y="5772150"/>
            <a:ext cx="4762" cy="2714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/>
          <p:cNvSpPr/>
          <p:nvPr/>
        </p:nvSpPr>
        <p:spPr>
          <a:xfrm>
            <a:off x="2395544" y="2462213"/>
            <a:ext cx="71438" cy="414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13" name="Connecteur droit 112"/>
          <p:cNvCxnSpPr/>
          <p:nvPr/>
        </p:nvCxnSpPr>
        <p:spPr>
          <a:xfrm>
            <a:off x="2395540" y="2395538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4" name="Rectangle 113"/>
          <p:cNvSpPr/>
          <p:nvPr/>
        </p:nvSpPr>
        <p:spPr>
          <a:xfrm>
            <a:off x="6705619" y="2457451"/>
            <a:ext cx="71438" cy="414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15" name="Connecteur droit 114"/>
          <p:cNvCxnSpPr/>
          <p:nvPr/>
        </p:nvCxnSpPr>
        <p:spPr>
          <a:xfrm>
            <a:off x="6777060" y="2390776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Connecteur droit 116"/>
          <p:cNvCxnSpPr/>
          <p:nvPr/>
        </p:nvCxnSpPr>
        <p:spPr>
          <a:xfrm>
            <a:off x="2676536" y="1485905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eur droit 117"/>
          <p:cNvCxnSpPr/>
          <p:nvPr/>
        </p:nvCxnSpPr>
        <p:spPr>
          <a:xfrm>
            <a:off x="2676520" y="1528756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eur droit 119"/>
          <p:cNvCxnSpPr/>
          <p:nvPr/>
        </p:nvCxnSpPr>
        <p:spPr>
          <a:xfrm>
            <a:off x="2738448" y="1528767"/>
            <a:ext cx="0" cy="1381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eur droit 120"/>
          <p:cNvCxnSpPr/>
          <p:nvPr/>
        </p:nvCxnSpPr>
        <p:spPr>
          <a:xfrm>
            <a:off x="6357948" y="1495431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eur droit 121"/>
          <p:cNvCxnSpPr/>
          <p:nvPr/>
        </p:nvCxnSpPr>
        <p:spPr>
          <a:xfrm>
            <a:off x="6367457" y="1538282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eur droit 122"/>
          <p:cNvCxnSpPr/>
          <p:nvPr/>
        </p:nvCxnSpPr>
        <p:spPr>
          <a:xfrm>
            <a:off x="6429385" y="1538293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Forme libre 123"/>
          <p:cNvSpPr/>
          <p:nvPr/>
        </p:nvSpPr>
        <p:spPr>
          <a:xfrm flipV="1">
            <a:off x="4576762" y="4619624"/>
            <a:ext cx="585788" cy="214310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7" name="Organigramme : Joindre 126"/>
          <p:cNvSpPr/>
          <p:nvPr/>
        </p:nvSpPr>
        <p:spPr>
          <a:xfrm rot="5400000">
            <a:off x="5534042" y="5457829"/>
            <a:ext cx="204788" cy="157162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28" name="Forme libre 127"/>
          <p:cNvSpPr/>
          <p:nvPr/>
        </p:nvSpPr>
        <p:spPr>
          <a:xfrm flipV="1">
            <a:off x="4576746" y="4657725"/>
            <a:ext cx="981092" cy="876376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9" name="Organigramme : Délai 128"/>
          <p:cNvSpPr/>
          <p:nvPr/>
        </p:nvSpPr>
        <p:spPr>
          <a:xfrm rot="5400000">
            <a:off x="5417343" y="4798240"/>
            <a:ext cx="433388" cy="390524"/>
          </a:xfrm>
          <a:prstGeom prst="flowChartDelay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31" name="Connecteur droit 130"/>
          <p:cNvCxnSpPr/>
          <p:nvPr/>
        </p:nvCxnSpPr>
        <p:spPr>
          <a:xfrm>
            <a:off x="5424488" y="4743471"/>
            <a:ext cx="414337" cy="0"/>
          </a:xfrm>
          <a:prstGeom prst="lin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3" name="Connecteur droit 132"/>
          <p:cNvCxnSpPr/>
          <p:nvPr/>
        </p:nvCxnSpPr>
        <p:spPr>
          <a:xfrm>
            <a:off x="5253039" y="4833956"/>
            <a:ext cx="185736" cy="474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cteur droit 139"/>
          <p:cNvCxnSpPr/>
          <p:nvPr/>
        </p:nvCxnSpPr>
        <p:spPr>
          <a:xfrm>
            <a:off x="5819775" y="4838700"/>
            <a:ext cx="2000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eur droit 141"/>
          <p:cNvCxnSpPr/>
          <p:nvPr/>
        </p:nvCxnSpPr>
        <p:spPr>
          <a:xfrm>
            <a:off x="6148387" y="4838700"/>
            <a:ext cx="48101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necteur droit 143"/>
          <p:cNvCxnSpPr/>
          <p:nvPr/>
        </p:nvCxnSpPr>
        <p:spPr>
          <a:xfrm>
            <a:off x="5724527" y="5538788"/>
            <a:ext cx="90011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eur droit 148"/>
          <p:cNvCxnSpPr/>
          <p:nvPr/>
        </p:nvCxnSpPr>
        <p:spPr>
          <a:xfrm flipH="1">
            <a:off x="6624638" y="4833938"/>
            <a:ext cx="4762" cy="7048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Forme libre 149"/>
          <p:cNvSpPr/>
          <p:nvPr/>
        </p:nvSpPr>
        <p:spPr>
          <a:xfrm>
            <a:off x="6624637" y="3409951"/>
            <a:ext cx="1085851" cy="1428750"/>
          </a:xfrm>
          <a:custGeom>
            <a:avLst/>
            <a:gdLst>
              <a:gd name="connsiteX0" fmla="*/ 0 w 1462088"/>
              <a:gd name="connsiteY0" fmla="*/ 1428750 h 1428750"/>
              <a:gd name="connsiteX1" fmla="*/ 1462088 w 1462088"/>
              <a:gd name="connsiteY1" fmla="*/ 1428750 h 1428750"/>
              <a:gd name="connsiteX2" fmla="*/ 1462088 w 1462088"/>
              <a:gd name="connsiteY2" fmla="*/ 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62088" h="1428750">
                <a:moveTo>
                  <a:pt x="0" y="1428750"/>
                </a:moveTo>
                <a:lnTo>
                  <a:pt x="1462088" y="1428750"/>
                </a:lnTo>
                <a:lnTo>
                  <a:pt x="1462088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7" name="Connecteur droit 156"/>
          <p:cNvCxnSpPr/>
          <p:nvPr/>
        </p:nvCxnSpPr>
        <p:spPr>
          <a:xfrm>
            <a:off x="6624638" y="5538788"/>
            <a:ext cx="48101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Organigramme : Joindre 157"/>
          <p:cNvSpPr/>
          <p:nvPr/>
        </p:nvSpPr>
        <p:spPr>
          <a:xfrm rot="5400000">
            <a:off x="7077093" y="5457830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59" name="Connecteur droit 158"/>
          <p:cNvCxnSpPr/>
          <p:nvPr/>
        </p:nvCxnSpPr>
        <p:spPr>
          <a:xfrm>
            <a:off x="7262814" y="5543551"/>
            <a:ext cx="48101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Forme libre 159"/>
          <p:cNvSpPr/>
          <p:nvPr/>
        </p:nvSpPr>
        <p:spPr>
          <a:xfrm>
            <a:off x="5391150" y="5214938"/>
            <a:ext cx="242888" cy="119062"/>
          </a:xfrm>
          <a:custGeom>
            <a:avLst/>
            <a:gdLst>
              <a:gd name="connsiteX0" fmla="*/ 242888 w 242888"/>
              <a:gd name="connsiteY0" fmla="*/ 0 h 119062"/>
              <a:gd name="connsiteX1" fmla="*/ 242888 w 242888"/>
              <a:gd name="connsiteY1" fmla="*/ 119062 h 119062"/>
              <a:gd name="connsiteX2" fmla="*/ 0 w 242888"/>
              <a:gd name="connsiteY2" fmla="*/ 119062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88" h="119062">
                <a:moveTo>
                  <a:pt x="242888" y="0"/>
                </a:moveTo>
                <a:lnTo>
                  <a:pt x="242888" y="119062"/>
                </a:lnTo>
                <a:lnTo>
                  <a:pt x="0" y="119062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1" name="Organigramme : Joindre 160"/>
          <p:cNvSpPr/>
          <p:nvPr/>
        </p:nvSpPr>
        <p:spPr>
          <a:xfrm rot="5400000">
            <a:off x="5293542" y="5279248"/>
            <a:ext cx="95271" cy="100029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62" name="Organigramme : Joindre 161"/>
          <p:cNvSpPr/>
          <p:nvPr/>
        </p:nvSpPr>
        <p:spPr>
          <a:xfrm rot="10800000">
            <a:off x="7610453" y="3243284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64" name="Connecteur droit 163"/>
          <p:cNvCxnSpPr/>
          <p:nvPr/>
        </p:nvCxnSpPr>
        <p:spPr>
          <a:xfrm>
            <a:off x="7710449" y="666750"/>
            <a:ext cx="17" cy="25765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eur droit avec flèche 165"/>
          <p:cNvCxnSpPr/>
          <p:nvPr/>
        </p:nvCxnSpPr>
        <p:spPr>
          <a:xfrm>
            <a:off x="6396036" y="671539"/>
            <a:ext cx="1681163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à coins arrondis 172"/>
          <p:cNvSpPr/>
          <p:nvPr/>
        </p:nvSpPr>
        <p:spPr>
          <a:xfrm>
            <a:off x="5014914" y="2462213"/>
            <a:ext cx="161925" cy="123825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75" name="Connecteur droit 174"/>
          <p:cNvCxnSpPr/>
          <p:nvPr/>
        </p:nvCxnSpPr>
        <p:spPr>
          <a:xfrm>
            <a:off x="5095876" y="2586037"/>
            <a:ext cx="0" cy="16668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Forme libre 176"/>
          <p:cNvSpPr/>
          <p:nvPr/>
        </p:nvSpPr>
        <p:spPr>
          <a:xfrm>
            <a:off x="6710363" y="1857375"/>
            <a:ext cx="523875" cy="247650"/>
          </a:xfrm>
          <a:custGeom>
            <a:avLst/>
            <a:gdLst>
              <a:gd name="connsiteX0" fmla="*/ 0 w 357187"/>
              <a:gd name="connsiteY0" fmla="*/ 247650 h 247650"/>
              <a:gd name="connsiteX1" fmla="*/ 357187 w 357187"/>
              <a:gd name="connsiteY1" fmla="*/ 247650 h 247650"/>
              <a:gd name="connsiteX2" fmla="*/ 357187 w 35718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187" h="247650">
                <a:moveTo>
                  <a:pt x="0" y="247650"/>
                </a:moveTo>
                <a:lnTo>
                  <a:pt x="357187" y="247650"/>
                </a:lnTo>
                <a:lnTo>
                  <a:pt x="357187" y="0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8" name="Triangle isocèle 177"/>
          <p:cNvSpPr/>
          <p:nvPr/>
        </p:nvSpPr>
        <p:spPr>
          <a:xfrm>
            <a:off x="7191378" y="1724027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79" name="Triangle isocèle 178"/>
          <p:cNvSpPr/>
          <p:nvPr/>
        </p:nvSpPr>
        <p:spPr>
          <a:xfrm rot="5400000" flipV="1">
            <a:off x="7259568" y="1647964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0" name="Forme libre 179"/>
          <p:cNvSpPr/>
          <p:nvPr/>
        </p:nvSpPr>
        <p:spPr>
          <a:xfrm>
            <a:off x="7172325" y="1504950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2" name="Triangle isocèle 181"/>
          <p:cNvSpPr/>
          <p:nvPr/>
        </p:nvSpPr>
        <p:spPr>
          <a:xfrm>
            <a:off x="1828780" y="1771651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83" name="Triangle isocèle 182"/>
          <p:cNvSpPr/>
          <p:nvPr/>
        </p:nvSpPr>
        <p:spPr>
          <a:xfrm rot="16200000" flipH="1" flipV="1">
            <a:off x="1773145" y="1695588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4" name="Forme libre 183"/>
          <p:cNvSpPr/>
          <p:nvPr/>
        </p:nvSpPr>
        <p:spPr>
          <a:xfrm>
            <a:off x="1809727" y="1552574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5" name="Bouée 184"/>
          <p:cNvSpPr/>
          <p:nvPr/>
        </p:nvSpPr>
        <p:spPr>
          <a:xfrm>
            <a:off x="1623990" y="1123951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86" name="Forme libre 185"/>
          <p:cNvSpPr/>
          <p:nvPr/>
        </p:nvSpPr>
        <p:spPr>
          <a:xfrm flipH="1">
            <a:off x="1866901" y="1885949"/>
            <a:ext cx="590550" cy="247650"/>
          </a:xfrm>
          <a:custGeom>
            <a:avLst/>
            <a:gdLst>
              <a:gd name="connsiteX0" fmla="*/ 0 w 357187"/>
              <a:gd name="connsiteY0" fmla="*/ 247650 h 247650"/>
              <a:gd name="connsiteX1" fmla="*/ 357187 w 357187"/>
              <a:gd name="connsiteY1" fmla="*/ 247650 h 247650"/>
              <a:gd name="connsiteX2" fmla="*/ 357187 w 35718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187" h="247650">
                <a:moveTo>
                  <a:pt x="0" y="247650"/>
                </a:moveTo>
                <a:lnTo>
                  <a:pt x="357187" y="247650"/>
                </a:lnTo>
                <a:lnTo>
                  <a:pt x="357187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0" name="Organigramme : Connecteur 189"/>
          <p:cNvSpPr/>
          <p:nvPr/>
        </p:nvSpPr>
        <p:spPr>
          <a:xfrm>
            <a:off x="6791327" y="1504950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1" name="Connecteur droit 190"/>
          <p:cNvCxnSpPr/>
          <p:nvPr/>
        </p:nvCxnSpPr>
        <p:spPr>
          <a:xfrm>
            <a:off x="6943735" y="1795463"/>
            <a:ext cx="1" cy="3143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Organigramme : Connecteur 191"/>
          <p:cNvSpPr/>
          <p:nvPr/>
        </p:nvSpPr>
        <p:spPr>
          <a:xfrm>
            <a:off x="2905125" y="18097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3" name="Connecteur droit 192"/>
          <p:cNvCxnSpPr/>
          <p:nvPr/>
        </p:nvCxnSpPr>
        <p:spPr>
          <a:xfrm>
            <a:off x="3067051" y="2095501"/>
            <a:ext cx="0" cy="142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Organigramme : Connecteur 197"/>
          <p:cNvSpPr/>
          <p:nvPr/>
        </p:nvSpPr>
        <p:spPr>
          <a:xfrm>
            <a:off x="4200525" y="35623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9" name="Connecteur droit 198"/>
          <p:cNvCxnSpPr/>
          <p:nvPr/>
        </p:nvCxnSpPr>
        <p:spPr>
          <a:xfrm flipH="1" flipV="1">
            <a:off x="4114800" y="3705225"/>
            <a:ext cx="95250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Organigramme : Connecteur 199"/>
          <p:cNvSpPr/>
          <p:nvPr/>
        </p:nvSpPr>
        <p:spPr>
          <a:xfrm>
            <a:off x="4648200" y="355759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01" name="Connecteur droit 200"/>
          <p:cNvCxnSpPr>
            <a:stCxn id="200" idx="6"/>
          </p:cNvCxnSpPr>
          <p:nvPr/>
        </p:nvCxnSpPr>
        <p:spPr>
          <a:xfrm flipV="1">
            <a:off x="4948238" y="3700465"/>
            <a:ext cx="7143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Organigramme : Connecteur 201"/>
          <p:cNvSpPr/>
          <p:nvPr/>
        </p:nvSpPr>
        <p:spPr>
          <a:xfrm>
            <a:off x="5948362" y="18097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03" name="Connecteur droit 202"/>
          <p:cNvCxnSpPr/>
          <p:nvPr/>
        </p:nvCxnSpPr>
        <p:spPr>
          <a:xfrm>
            <a:off x="6110288" y="2095501"/>
            <a:ext cx="0" cy="142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Connecteur droit 210"/>
          <p:cNvCxnSpPr/>
          <p:nvPr/>
        </p:nvCxnSpPr>
        <p:spPr>
          <a:xfrm>
            <a:off x="3924300" y="4229099"/>
            <a:ext cx="2952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Organigramme : Joindre 214"/>
          <p:cNvSpPr/>
          <p:nvPr/>
        </p:nvSpPr>
        <p:spPr>
          <a:xfrm>
            <a:off x="5579292" y="4545822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16" name="Organigramme : Joindre 215"/>
          <p:cNvSpPr/>
          <p:nvPr/>
        </p:nvSpPr>
        <p:spPr>
          <a:xfrm rot="10800000">
            <a:off x="5579292" y="4331510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17" name="Rectangle à coins arrondis 216"/>
          <p:cNvSpPr/>
          <p:nvPr/>
        </p:nvSpPr>
        <p:spPr>
          <a:xfrm>
            <a:off x="5738811" y="4333875"/>
            <a:ext cx="61911" cy="100012"/>
          </a:xfrm>
          <a:prstGeom prst="round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19" name="Connecteur droit 218"/>
          <p:cNvCxnSpPr/>
          <p:nvPr/>
        </p:nvCxnSpPr>
        <p:spPr>
          <a:xfrm>
            <a:off x="5638800" y="4386263"/>
            <a:ext cx="9525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Forme libre 220"/>
          <p:cNvSpPr/>
          <p:nvPr/>
        </p:nvSpPr>
        <p:spPr>
          <a:xfrm>
            <a:off x="4605338" y="4224338"/>
            <a:ext cx="1019175" cy="104775"/>
          </a:xfrm>
          <a:custGeom>
            <a:avLst/>
            <a:gdLst>
              <a:gd name="connsiteX0" fmla="*/ 0 w 1019175"/>
              <a:gd name="connsiteY0" fmla="*/ 0 h 90487"/>
              <a:gd name="connsiteX1" fmla="*/ 1019175 w 1019175"/>
              <a:gd name="connsiteY1" fmla="*/ 0 h 90487"/>
              <a:gd name="connsiteX2" fmla="*/ 1019175 w 1019175"/>
              <a:gd name="connsiteY2" fmla="*/ 90487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9175" h="90487">
                <a:moveTo>
                  <a:pt x="0" y="0"/>
                </a:moveTo>
                <a:lnTo>
                  <a:pt x="1019175" y="0"/>
                </a:lnTo>
                <a:lnTo>
                  <a:pt x="1019175" y="90487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23" name="Connecteur droit 222"/>
          <p:cNvCxnSpPr/>
          <p:nvPr/>
        </p:nvCxnSpPr>
        <p:spPr>
          <a:xfrm>
            <a:off x="5629275" y="4424363"/>
            <a:ext cx="0" cy="1047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necteur droit 223"/>
          <p:cNvCxnSpPr/>
          <p:nvPr/>
        </p:nvCxnSpPr>
        <p:spPr>
          <a:xfrm>
            <a:off x="5629276" y="4638674"/>
            <a:ext cx="0" cy="1047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Organigramme : Joindre 224"/>
          <p:cNvSpPr/>
          <p:nvPr/>
        </p:nvSpPr>
        <p:spPr>
          <a:xfrm>
            <a:off x="6893741" y="1878822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27" name="Organigramme : Connecteur 226"/>
          <p:cNvSpPr/>
          <p:nvPr/>
        </p:nvSpPr>
        <p:spPr>
          <a:xfrm>
            <a:off x="2076453" y="1528762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28" name="Connecteur droit 227"/>
          <p:cNvCxnSpPr/>
          <p:nvPr/>
        </p:nvCxnSpPr>
        <p:spPr>
          <a:xfrm>
            <a:off x="2228861" y="1819275"/>
            <a:ext cx="1" cy="3143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Organigramme : Joindre 228"/>
          <p:cNvSpPr/>
          <p:nvPr/>
        </p:nvSpPr>
        <p:spPr>
          <a:xfrm>
            <a:off x="2178867" y="1902634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30" name="Organigramme : Connecteur 229"/>
          <p:cNvSpPr/>
          <p:nvPr/>
        </p:nvSpPr>
        <p:spPr>
          <a:xfrm>
            <a:off x="1633540" y="4991100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31" name="Connecteur droit 230"/>
          <p:cNvCxnSpPr/>
          <p:nvPr/>
        </p:nvCxnSpPr>
        <p:spPr>
          <a:xfrm>
            <a:off x="1785948" y="5281613"/>
            <a:ext cx="1" cy="3143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onnecteur droit 232"/>
          <p:cNvCxnSpPr/>
          <p:nvPr/>
        </p:nvCxnSpPr>
        <p:spPr>
          <a:xfrm>
            <a:off x="4467225" y="4605338"/>
            <a:ext cx="219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cteur droit 233"/>
          <p:cNvCxnSpPr/>
          <p:nvPr/>
        </p:nvCxnSpPr>
        <p:spPr>
          <a:xfrm>
            <a:off x="4576762" y="3290883"/>
            <a:ext cx="6" cy="110964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Connecteur droit avec flèche 234"/>
          <p:cNvCxnSpPr/>
          <p:nvPr/>
        </p:nvCxnSpPr>
        <p:spPr>
          <a:xfrm>
            <a:off x="4471988" y="4405312"/>
            <a:ext cx="228600" cy="2000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Connecteur droit 237"/>
          <p:cNvCxnSpPr/>
          <p:nvPr/>
        </p:nvCxnSpPr>
        <p:spPr>
          <a:xfrm>
            <a:off x="4467226" y="4405312"/>
            <a:ext cx="219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Rectangle 259"/>
          <p:cNvSpPr/>
          <p:nvPr/>
        </p:nvSpPr>
        <p:spPr>
          <a:xfrm>
            <a:off x="2657475" y="25241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S301A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61" name="Rectangle 260"/>
          <p:cNvSpPr/>
          <p:nvPr/>
        </p:nvSpPr>
        <p:spPr>
          <a:xfrm>
            <a:off x="5695950" y="25241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S301B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62" name="Rectangle 261"/>
          <p:cNvSpPr/>
          <p:nvPr/>
        </p:nvSpPr>
        <p:spPr>
          <a:xfrm>
            <a:off x="2143125" y="543877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Réchauffeur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3" name="Rectangle 262"/>
          <p:cNvSpPr/>
          <p:nvPr/>
        </p:nvSpPr>
        <p:spPr>
          <a:xfrm>
            <a:off x="609600" y="3933825"/>
            <a:ext cx="819150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Sortie F301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4" name="Rectangle 263"/>
          <p:cNvSpPr/>
          <p:nvPr/>
        </p:nvSpPr>
        <p:spPr>
          <a:xfrm>
            <a:off x="676274" y="809625"/>
            <a:ext cx="6858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S302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5" name="Rectangle 264"/>
          <p:cNvSpPr/>
          <p:nvPr/>
        </p:nvSpPr>
        <p:spPr>
          <a:xfrm>
            <a:off x="7915275" y="457200"/>
            <a:ext cx="866775" cy="4095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Réseau usine 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6" name="Rectangle 265"/>
          <p:cNvSpPr/>
          <p:nvPr/>
        </p:nvSpPr>
        <p:spPr>
          <a:xfrm>
            <a:off x="3276600" y="61817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Vapeur 25B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7" name="Rectangle 266"/>
          <p:cNvSpPr/>
          <p:nvPr/>
        </p:nvSpPr>
        <p:spPr>
          <a:xfrm>
            <a:off x="2847975" y="50387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Soufflante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125" name="Organigramme : Joindre 124"/>
          <p:cNvSpPr/>
          <p:nvPr/>
        </p:nvSpPr>
        <p:spPr>
          <a:xfrm rot="5400000">
            <a:off x="5105417" y="4752997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68" name="Rectangle 267"/>
          <p:cNvSpPr/>
          <p:nvPr/>
        </p:nvSpPr>
        <p:spPr>
          <a:xfrm>
            <a:off x="5400675" y="4800600"/>
            <a:ext cx="4762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 smtClean="0">
                <a:solidFill>
                  <a:schemeClr val="tx1"/>
                </a:solidFill>
              </a:rPr>
              <a:t>X 301</a:t>
            </a:r>
            <a:endParaRPr lang="fr-FR" sz="1200" b="1" dirty="0">
              <a:solidFill>
                <a:schemeClr val="tx1"/>
              </a:solidFill>
            </a:endParaRPr>
          </a:p>
        </p:txBody>
      </p:sp>
      <p:sp>
        <p:nvSpPr>
          <p:cNvPr id="269" name="Rectangle 268"/>
          <p:cNvSpPr/>
          <p:nvPr/>
        </p:nvSpPr>
        <p:spPr>
          <a:xfrm>
            <a:off x="1600199" y="1162050"/>
            <a:ext cx="4953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3004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0" name="Rectangle 269"/>
          <p:cNvSpPr/>
          <p:nvPr/>
        </p:nvSpPr>
        <p:spPr>
          <a:xfrm>
            <a:off x="6981824" y="1133475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3003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71" name="Bouée 270"/>
          <p:cNvSpPr/>
          <p:nvPr/>
        </p:nvSpPr>
        <p:spPr>
          <a:xfrm>
            <a:off x="6996090" y="1085851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77" name="Rectangle 276"/>
          <p:cNvSpPr/>
          <p:nvPr/>
        </p:nvSpPr>
        <p:spPr>
          <a:xfrm>
            <a:off x="2057400" y="1514475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8" name="Rectangle 277"/>
          <p:cNvSpPr/>
          <p:nvPr/>
        </p:nvSpPr>
        <p:spPr>
          <a:xfrm>
            <a:off x="6772275" y="1485900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9" name="Rectangle 278"/>
          <p:cNvSpPr/>
          <p:nvPr/>
        </p:nvSpPr>
        <p:spPr>
          <a:xfrm>
            <a:off x="1619250" y="4972050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80" name="Rectangle 279"/>
          <p:cNvSpPr/>
          <p:nvPr/>
        </p:nvSpPr>
        <p:spPr>
          <a:xfrm>
            <a:off x="6772275" y="3867150"/>
            <a:ext cx="80962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Hygromètre AR301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82" name="Forme libre 281"/>
          <p:cNvSpPr/>
          <p:nvPr/>
        </p:nvSpPr>
        <p:spPr>
          <a:xfrm>
            <a:off x="5629275" y="4200525"/>
            <a:ext cx="1543050" cy="285750"/>
          </a:xfrm>
          <a:custGeom>
            <a:avLst/>
            <a:gdLst>
              <a:gd name="connsiteX0" fmla="*/ 0 w 923925"/>
              <a:gd name="connsiteY0" fmla="*/ 457200 h 457200"/>
              <a:gd name="connsiteX1" fmla="*/ 923925 w 923925"/>
              <a:gd name="connsiteY1" fmla="*/ 457200 h 457200"/>
              <a:gd name="connsiteX2" fmla="*/ 923925 w 923925"/>
              <a:gd name="connsiteY2" fmla="*/ 0 h 457200"/>
              <a:gd name="connsiteX3" fmla="*/ 923925 w 923925"/>
              <a:gd name="connsiteY3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3925" h="457200">
                <a:moveTo>
                  <a:pt x="0" y="457200"/>
                </a:moveTo>
                <a:lnTo>
                  <a:pt x="923925" y="457200"/>
                </a:lnTo>
                <a:lnTo>
                  <a:pt x="923925" y="0"/>
                </a:lnTo>
                <a:lnTo>
                  <a:pt x="923925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86" name="Connecteur droit avec flèche 285"/>
          <p:cNvCxnSpPr/>
          <p:nvPr/>
        </p:nvCxnSpPr>
        <p:spPr>
          <a:xfrm flipH="1">
            <a:off x="7715250" y="3857625"/>
            <a:ext cx="762000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Rectangle 287"/>
          <p:cNvSpPr/>
          <p:nvPr/>
        </p:nvSpPr>
        <p:spPr>
          <a:xfrm>
            <a:off x="8077199" y="3581400"/>
            <a:ext cx="885825" cy="5238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Secours Azote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89" name="Organigramme : Joindre 288"/>
          <p:cNvSpPr/>
          <p:nvPr/>
        </p:nvSpPr>
        <p:spPr>
          <a:xfrm rot="5400000">
            <a:off x="7962917" y="3776666"/>
            <a:ext cx="204788" cy="157162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90" name="Rectangle à coins arrondis 289"/>
          <p:cNvSpPr/>
          <p:nvPr/>
        </p:nvSpPr>
        <p:spPr>
          <a:xfrm>
            <a:off x="7981951" y="3557588"/>
            <a:ext cx="161925" cy="123825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91" name="Connecteur droit 290"/>
          <p:cNvCxnSpPr>
            <a:stCxn id="289" idx="1"/>
            <a:endCxn id="290" idx="2"/>
          </p:cNvCxnSpPr>
          <p:nvPr/>
        </p:nvCxnSpPr>
        <p:spPr>
          <a:xfrm flipH="1" flipV="1">
            <a:off x="8062914" y="3681413"/>
            <a:ext cx="2397" cy="173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Forme libre 299"/>
          <p:cNvSpPr/>
          <p:nvPr/>
        </p:nvSpPr>
        <p:spPr>
          <a:xfrm flipH="1">
            <a:off x="3533775" y="657225"/>
            <a:ext cx="1038225" cy="1552576"/>
          </a:xfrm>
          <a:custGeom>
            <a:avLst/>
            <a:gdLst>
              <a:gd name="connsiteX0" fmla="*/ 0 w 2514600"/>
              <a:gd name="connsiteY0" fmla="*/ 914400 h 914400"/>
              <a:gd name="connsiteX1" fmla="*/ 0 w 2514600"/>
              <a:gd name="connsiteY1" fmla="*/ 0 h 914400"/>
              <a:gd name="connsiteX2" fmla="*/ 2514600 w 25146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0" h="914400">
                <a:moveTo>
                  <a:pt x="0" y="914400"/>
                </a:moveTo>
                <a:lnTo>
                  <a:pt x="0" y="0"/>
                </a:lnTo>
                <a:lnTo>
                  <a:pt x="25146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01" name="Connecteur droit 300"/>
          <p:cNvCxnSpPr/>
          <p:nvPr/>
        </p:nvCxnSpPr>
        <p:spPr>
          <a:xfrm>
            <a:off x="3467101" y="600075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Connecteur droit 301"/>
          <p:cNvCxnSpPr/>
          <p:nvPr/>
        </p:nvCxnSpPr>
        <p:spPr>
          <a:xfrm>
            <a:off x="3524241" y="600059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Organigramme : Connecteur 304"/>
          <p:cNvSpPr/>
          <p:nvPr/>
        </p:nvSpPr>
        <p:spPr>
          <a:xfrm>
            <a:off x="3305175" y="881061"/>
            <a:ext cx="395291" cy="404813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306" name="Connecteur droit 305"/>
          <p:cNvCxnSpPr/>
          <p:nvPr/>
        </p:nvCxnSpPr>
        <p:spPr>
          <a:xfrm>
            <a:off x="3495686" y="561975"/>
            <a:ext cx="1" cy="3143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Connecteur droit 314"/>
          <p:cNvCxnSpPr/>
          <p:nvPr/>
        </p:nvCxnSpPr>
        <p:spPr>
          <a:xfrm>
            <a:off x="2686061" y="3924305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Connecteur droit 316"/>
          <p:cNvCxnSpPr/>
          <p:nvPr/>
        </p:nvCxnSpPr>
        <p:spPr>
          <a:xfrm>
            <a:off x="2747973" y="3776667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Organigramme : Joindre 317"/>
          <p:cNvSpPr/>
          <p:nvPr/>
        </p:nvSpPr>
        <p:spPr>
          <a:xfrm>
            <a:off x="2695575" y="3945747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19" name="Connecteur droit 318"/>
          <p:cNvCxnSpPr/>
          <p:nvPr/>
        </p:nvCxnSpPr>
        <p:spPr>
          <a:xfrm>
            <a:off x="6381761" y="3952880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Connecteur droit 319"/>
          <p:cNvCxnSpPr/>
          <p:nvPr/>
        </p:nvCxnSpPr>
        <p:spPr>
          <a:xfrm>
            <a:off x="6443673" y="3805242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Organigramme : Joindre 320"/>
          <p:cNvSpPr/>
          <p:nvPr/>
        </p:nvSpPr>
        <p:spPr>
          <a:xfrm>
            <a:off x="6391275" y="3974322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22" name="Rectangle 321"/>
          <p:cNvSpPr/>
          <p:nvPr/>
        </p:nvSpPr>
        <p:spPr>
          <a:xfrm>
            <a:off x="3495675" y="5438775"/>
            <a:ext cx="438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fr-FR" sz="1200" dirty="0" smtClean="0">
                <a:solidFill>
                  <a:schemeClr val="tx1"/>
                </a:solidFill>
              </a:rPr>
              <a:t>AIR</a:t>
            </a:r>
            <a:endParaRPr lang="fr-FR" sz="1200" dirty="0">
              <a:solidFill>
                <a:schemeClr val="tx1"/>
              </a:solidFill>
            </a:endParaRPr>
          </a:p>
        </p:txBody>
      </p:sp>
      <p:cxnSp>
        <p:nvCxnSpPr>
          <p:cNvPr id="330" name="Connecteur droit 329"/>
          <p:cNvCxnSpPr/>
          <p:nvPr/>
        </p:nvCxnSpPr>
        <p:spPr>
          <a:xfrm>
            <a:off x="7743825" y="5343525"/>
            <a:ext cx="0" cy="39052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1" name="Rectangle 330"/>
          <p:cNvSpPr/>
          <p:nvPr/>
        </p:nvSpPr>
        <p:spPr>
          <a:xfrm>
            <a:off x="7743824" y="5286376"/>
            <a:ext cx="971551" cy="4953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Sécheurs d’appoint 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340" name="Rectangle 339"/>
          <p:cNvSpPr/>
          <p:nvPr/>
        </p:nvSpPr>
        <p:spPr>
          <a:xfrm>
            <a:off x="2838450" y="1790700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T301 A1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5876925" y="18002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T301 B1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4133850" y="35528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T301 A2</a:t>
            </a:r>
          </a:p>
        </p:txBody>
      </p:sp>
      <p:sp>
        <p:nvSpPr>
          <p:cNvPr id="343" name="Rectangle 342"/>
          <p:cNvSpPr/>
          <p:nvPr/>
        </p:nvSpPr>
        <p:spPr>
          <a:xfrm>
            <a:off x="4581525" y="35528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T301 B2</a:t>
            </a:r>
          </a:p>
        </p:txBody>
      </p:sp>
      <p:sp>
        <p:nvSpPr>
          <p:cNvPr id="344" name="Rectangle à coins arrondis 343"/>
          <p:cNvSpPr/>
          <p:nvPr/>
        </p:nvSpPr>
        <p:spPr>
          <a:xfrm>
            <a:off x="4676775" y="6038850"/>
            <a:ext cx="3714750" cy="47625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S301 : A = service, B = attente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04" name="Organigramme : Connecteur 103"/>
          <p:cNvSpPr/>
          <p:nvPr/>
        </p:nvSpPr>
        <p:spPr>
          <a:xfrm>
            <a:off x="2205035" y="5867400"/>
            <a:ext cx="138113" cy="133350"/>
          </a:xfrm>
          <a:prstGeom prst="flowChartConnector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5" name="Rectangle 344"/>
          <p:cNvSpPr/>
          <p:nvPr/>
        </p:nvSpPr>
        <p:spPr>
          <a:xfrm>
            <a:off x="5257801" y="514350"/>
            <a:ext cx="118110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S302 / S303</a:t>
            </a:r>
          </a:p>
        </p:txBody>
      </p:sp>
      <p:sp>
        <p:nvSpPr>
          <p:cNvPr id="126" name="Organigramme : Joindre 125"/>
          <p:cNvSpPr/>
          <p:nvPr/>
        </p:nvSpPr>
        <p:spPr>
          <a:xfrm rot="5400000">
            <a:off x="5981717" y="4757758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87" name="Connecteur droit 186"/>
          <p:cNvCxnSpPr/>
          <p:nvPr/>
        </p:nvCxnSpPr>
        <p:spPr>
          <a:xfrm>
            <a:off x="2357440" y="2395538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8" name="Connecteur droit 187"/>
          <p:cNvCxnSpPr/>
          <p:nvPr/>
        </p:nvCxnSpPr>
        <p:spPr>
          <a:xfrm>
            <a:off x="6815140" y="2386013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" name="Groupe 217"/>
          <p:cNvGrpSpPr/>
          <p:nvPr/>
        </p:nvGrpSpPr>
        <p:grpSpPr>
          <a:xfrm>
            <a:off x="4262437" y="4176712"/>
            <a:ext cx="271456" cy="114300"/>
            <a:chOff x="2952750" y="4214813"/>
            <a:chExt cx="271456" cy="114300"/>
          </a:xfrm>
        </p:grpSpPr>
        <p:cxnSp>
          <p:nvCxnSpPr>
            <p:cNvPr id="197" name="Connecteur droit 196"/>
            <p:cNvCxnSpPr/>
            <p:nvPr/>
          </p:nvCxnSpPr>
          <p:spPr>
            <a:xfrm flipV="1">
              <a:off x="3033712" y="4219575"/>
              <a:ext cx="0" cy="104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cteur droit 203"/>
            <p:cNvCxnSpPr/>
            <p:nvPr/>
          </p:nvCxnSpPr>
          <p:spPr>
            <a:xfrm flipV="1">
              <a:off x="3148012" y="4219575"/>
              <a:ext cx="0" cy="104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cteur droit 208"/>
            <p:cNvCxnSpPr/>
            <p:nvPr/>
          </p:nvCxnSpPr>
          <p:spPr>
            <a:xfrm>
              <a:off x="3148006" y="4271963"/>
              <a:ext cx="76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necteur droit 209"/>
            <p:cNvCxnSpPr/>
            <p:nvPr/>
          </p:nvCxnSpPr>
          <p:spPr>
            <a:xfrm>
              <a:off x="2952750" y="4271963"/>
              <a:ext cx="76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necteur droit avec flèche 212"/>
            <p:cNvCxnSpPr/>
            <p:nvPr/>
          </p:nvCxnSpPr>
          <p:spPr>
            <a:xfrm flipH="1">
              <a:off x="3028951" y="4214813"/>
              <a:ext cx="119063" cy="1143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4" name="Organigramme : Joindre 213"/>
          <p:cNvSpPr/>
          <p:nvPr/>
        </p:nvSpPr>
        <p:spPr>
          <a:xfrm rot="5400000">
            <a:off x="4169593" y="4174348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20" name="Organigramme : Connecteur 219"/>
          <p:cNvSpPr/>
          <p:nvPr/>
        </p:nvSpPr>
        <p:spPr>
          <a:xfrm>
            <a:off x="7343775" y="424339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22" name="Connecteur droit 221"/>
          <p:cNvCxnSpPr>
            <a:stCxn id="220" idx="6"/>
          </p:cNvCxnSpPr>
          <p:nvPr/>
        </p:nvCxnSpPr>
        <p:spPr>
          <a:xfrm flipV="1">
            <a:off x="7643813" y="4386265"/>
            <a:ext cx="7143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Rectangle 225"/>
          <p:cNvSpPr/>
          <p:nvPr/>
        </p:nvSpPr>
        <p:spPr>
          <a:xfrm>
            <a:off x="7267575" y="421957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TI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323849" y="1495425"/>
            <a:ext cx="6858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S303</a:t>
            </a:r>
            <a:endParaRPr lang="fr-FR" sz="1400" b="1" dirty="0">
              <a:solidFill>
                <a:schemeClr val="tx1"/>
              </a:solidFill>
            </a:endParaRPr>
          </a:p>
        </p:txBody>
      </p:sp>
      <p:grpSp>
        <p:nvGrpSpPr>
          <p:cNvPr id="3" name="Groupe 251"/>
          <p:cNvGrpSpPr/>
          <p:nvPr/>
        </p:nvGrpSpPr>
        <p:grpSpPr>
          <a:xfrm>
            <a:off x="4250398" y="2061267"/>
            <a:ext cx="637340" cy="623046"/>
            <a:chOff x="192748" y="5356917"/>
            <a:chExt cx="637340" cy="623046"/>
          </a:xfrm>
          <a:solidFill>
            <a:schemeClr val="bg1">
              <a:lumMod val="85000"/>
            </a:schemeClr>
          </a:solidFill>
        </p:grpSpPr>
        <p:sp>
          <p:nvSpPr>
            <p:cNvPr id="256" name="Ellipse 255"/>
            <p:cNvSpPr/>
            <p:nvPr/>
          </p:nvSpPr>
          <p:spPr>
            <a:xfrm>
              <a:off x="340519" y="5495923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8" name="Arc plein 257"/>
            <p:cNvSpPr/>
            <p:nvPr/>
          </p:nvSpPr>
          <p:spPr>
            <a:xfrm rot="17940000">
              <a:off x="518794" y="5668668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272" name="Arc plein 271"/>
            <p:cNvSpPr/>
            <p:nvPr/>
          </p:nvSpPr>
          <p:spPr>
            <a:xfrm rot="6960000">
              <a:off x="193061" y="5356604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4" name="Groupe 272"/>
          <p:cNvGrpSpPr/>
          <p:nvPr/>
        </p:nvGrpSpPr>
        <p:grpSpPr>
          <a:xfrm rot="5340000">
            <a:off x="4269448" y="2432742"/>
            <a:ext cx="627815" cy="623046"/>
            <a:chOff x="192748" y="5356917"/>
            <a:chExt cx="627815" cy="623046"/>
          </a:xfrm>
          <a:solidFill>
            <a:schemeClr val="bg1">
              <a:lumMod val="85000"/>
            </a:schemeClr>
          </a:solidFill>
        </p:grpSpPr>
        <p:sp>
          <p:nvSpPr>
            <p:cNvPr id="274" name="Ellipse 273"/>
            <p:cNvSpPr/>
            <p:nvPr/>
          </p:nvSpPr>
          <p:spPr>
            <a:xfrm>
              <a:off x="330996" y="5495757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5" name="Arc plein 274"/>
            <p:cNvSpPr/>
            <p:nvPr/>
          </p:nvSpPr>
          <p:spPr>
            <a:xfrm rot="-3660000">
              <a:off x="509269" y="5668668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281" name="Arc plein 280"/>
            <p:cNvSpPr/>
            <p:nvPr/>
          </p:nvSpPr>
          <p:spPr>
            <a:xfrm rot="6960000">
              <a:off x="193061" y="5356604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5" name="Groupe 282"/>
          <p:cNvGrpSpPr/>
          <p:nvPr/>
        </p:nvGrpSpPr>
        <p:grpSpPr>
          <a:xfrm rot="-5280000">
            <a:off x="4245638" y="2818671"/>
            <a:ext cx="637334" cy="622713"/>
            <a:chOff x="192748" y="5356917"/>
            <a:chExt cx="637334" cy="622713"/>
          </a:xfrm>
          <a:solidFill>
            <a:schemeClr val="bg1">
              <a:lumMod val="85000"/>
            </a:schemeClr>
          </a:solidFill>
        </p:grpSpPr>
        <p:sp>
          <p:nvSpPr>
            <p:cNvPr id="284" name="Ellipse 283"/>
            <p:cNvSpPr/>
            <p:nvPr/>
          </p:nvSpPr>
          <p:spPr>
            <a:xfrm>
              <a:off x="340519" y="5495923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5" name="Arc plein 284"/>
            <p:cNvSpPr/>
            <p:nvPr/>
          </p:nvSpPr>
          <p:spPr>
            <a:xfrm rot="17940000">
              <a:off x="518788" y="5668335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287" name="Arc plein 286"/>
            <p:cNvSpPr/>
            <p:nvPr/>
          </p:nvSpPr>
          <p:spPr>
            <a:xfrm rot="6960000">
              <a:off x="193061" y="5356604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cxnSp>
        <p:nvCxnSpPr>
          <p:cNvPr id="292" name="Connecteur droit avec flèche 291"/>
          <p:cNvCxnSpPr/>
          <p:nvPr/>
        </p:nvCxnSpPr>
        <p:spPr>
          <a:xfrm flipV="1">
            <a:off x="5286374" y="1085850"/>
            <a:ext cx="342901" cy="2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3" name="Rectangle 292"/>
          <p:cNvSpPr/>
          <p:nvPr/>
        </p:nvSpPr>
        <p:spPr>
          <a:xfrm>
            <a:off x="5438775" y="914400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Event 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195" name="Organigramme : Joindre 194"/>
          <p:cNvSpPr/>
          <p:nvPr/>
        </p:nvSpPr>
        <p:spPr>
          <a:xfrm rot="5400000">
            <a:off x="6084118" y="4441048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05" name="Rectangle 204"/>
          <p:cNvSpPr/>
          <p:nvPr/>
        </p:nvSpPr>
        <p:spPr>
          <a:xfrm>
            <a:off x="266700" y="6181726"/>
            <a:ext cx="1904999" cy="361950"/>
          </a:xfrm>
          <a:prstGeom prst="rect">
            <a:avLst/>
          </a:prstGeom>
          <a:solidFill>
            <a:srgbClr val="FFFF99"/>
          </a:solidFill>
          <a:ln w="6350" cmpd="dbl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 smtClean="0">
                <a:solidFill>
                  <a:schemeClr val="tx1"/>
                </a:solidFill>
              </a:rPr>
              <a:t>PCF AIR INSTRUMENT </a:t>
            </a:r>
          </a:p>
          <a:p>
            <a:pPr algn="ctr"/>
            <a:r>
              <a:rPr lang="fr-FR" sz="1100" b="1" dirty="0" smtClean="0">
                <a:solidFill>
                  <a:schemeClr val="tx1"/>
                </a:solidFill>
              </a:rPr>
              <a:t>7841 901 330</a:t>
            </a:r>
          </a:p>
        </p:txBody>
      </p:sp>
      <p:cxnSp>
        <p:nvCxnSpPr>
          <p:cNvPr id="196" name="Connecteur droit 195"/>
          <p:cNvCxnSpPr/>
          <p:nvPr/>
        </p:nvCxnSpPr>
        <p:spPr>
          <a:xfrm>
            <a:off x="1019175" y="2971800"/>
            <a:ext cx="0" cy="42862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Connecteur droit 205"/>
          <p:cNvCxnSpPr/>
          <p:nvPr/>
        </p:nvCxnSpPr>
        <p:spPr>
          <a:xfrm>
            <a:off x="514350" y="3409950"/>
            <a:ext cx="981075" cy="0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Connecteur droit 206"/>
          <p:cNvCxnSpPr/>
          <p:nvPr/>
        </p:nvCxnSpPr>
        <p:spPr>
          <a:xfrm>
            <a:off x="666750" y="2981325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Organigramme : Joindre 207"/>
          <p:cNvSpPr/>
          <p:nvPr/>
        </p:nvSpPr>
        <p:spPr>
          <a:xfrm rot="10800000">
            <a:off x="552428" y="2814659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12" name="Organigramme : Joindre 211"/>
          <p:cNvSpPr/>
          <p:nvPr/>
        </p:nvSpPr>
        <p:spPr>
          <a:xfrm rot="10800000">
            <a:off x="914378" y="2824184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18" name="Connecteur droit 217"/>
          <p:cNvCxnSpPr/>
          <p:nvPr/>
        </p:nvCxnSpPr>
        <p:spPr>
          <a:xfrm>
            <a:off x="1019175" y="3409950"/>
            <a:ext cx="0" cy="5238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Connecteur droit 238"/>
          <p:cNvCxnSpPr/>
          <p:nvPr/>
        </p:nvCxnSpPr>
        <p:spPr>
          <a:xfrm flipV="1">
            <a:off x="1176339" y="2490788"/>
            <a:ext cx="209549" cy="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Connecteur droit 243"/>
          <p:cNvCxnSpPr/>
          <p:nvPr/>
        </p:nvCxnSpPr>
        <p:spPr>
          <a:xfrm flipV="1">
            <a:off x="1014414" y="2490788"/>
            <a:ext cx="209549" cy="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Organigramme : Joindre 246"/>
          <p:cNvSpPr/>
          <p:nvPr/>
        </p:nvSpPr>
        <p:spPr>
          <a:xfrm rot="5400000">
            <a:off x="1097756" y="2407448"/>
            <a:ext cx="204788" cy="161924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51" name="Connecteur droit 250"/>
          <p:cNvCxnSpPr/>
          <p:nvPr/>
        </p:nvCxnSpPr>
        <p:spPr>
          <a:xfrm>
            <a:off x="1381125" y="2962275"/>
            <a:ext cx="0" cy="4476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Organigramme : Joindre 251"/>
          <p:cNvSpPr/>
          <p:nvPr/>
        </p:nvSpPr>
        <p:spPr>
          <a:xfrm rot="10800000">
            <a:off x="1266803" y="2824184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54" name="Connecteur droit avec flèche 253"/>
          <p:cNvCxnSpPr/>
          <p:nvPr/>
        </p:nvCxnSpPr>
        <p:spPr>
          <a:xfrm flipV="1">
            <a:off x="1019175" y="1152525"/>
            <a:ext cx="0" cy="16764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Connecteur droit avec flèche 254"/>
          <p:cNvCxnSpPr/>
          <p:nvPr/>
        </p:nvCxnSpPr>
        <p:spPr>
          <a:xfrm flipV="1">
            <a:off x="666750" y="1819275"/>
            <a:ext cx="0" cy="100012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Forme libre 256"/>
          <p:cNvSpPr/>
          <p:nvPr/>
        </p:nvSpPr>
        <p:spPr>
          <a:xfrm>
            <a:off x="1381125" y="657223"/>
            <a:ext cx="2085975" cy="2209801"/>
          </a:xfrm>
          <a:custGeom>
            <a:avLst/>
            <a:gdLst>
              <a:gd name="connsiteX0" fmla="*/ 0 w 2514600"/>
              <a:gd name="connsiteY0" fmla="*/ 914400 h 914400"/>
              <a:gd name="connsiteX1" fmla="*/ 0 w 2514600"/>
              <a:gd name="connsiteY1" fmla="*/ 0 h 914400"/>
              <a:gd name="connsiteX2" fmla="*/ 2514600 w 25146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0" h="914400">
                <a:moveTo>
                  <a:pt x="0" y="914400"/>
                </a:moveTo>
                <a:lnTo>
                  <a:pt x="0" y="0"/>
                </a:lnTo>
                <a:lnTo>
                  <a:pt x="25146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2" name="Rectangle 231"/>
          <p:cNvSpPr/>
          <p:nvPr/>
        </p:nvSpPr>
        <p:spPr>
          <a:xfrm>
            <a:off x="3171825" y="942975"/>
            <a:ext cx="666750" cy="257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FT 611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à coins arrondis 21"/>
          <p:cNvSpPr/>
          <p:nvPr/>
        </p:nvSpPr>
        <p:spPr>
          <a:xfrm>
            <a:off x="5495925" y="1676401"/>
            <a:ext cx="1209675" cy="2119312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à coins arrondis 35"/>
          <p:cNvSpPr/>
          <p:nvPr/>
        </p:nvSpPr>
        <p:spPr>
          <a:xfrm>
            <a:off x="2466974" y="1676400"/>
            <a:ext cx="1209675" cy="2114550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Forme libre 40"/>
          <p:cNvSpPr/>
          <p:nvPr/>
        </p:nvSpPr>
        <p:spPr>
          <a:xfrm>
            <a:off x="3081338" y="1452563"/>
            <a:ext cx="1328737" cy="923925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Forme libre 41"/>
          <p:cNvSpPr/>
          <p:nvPr/>
        </p:nvSpPr>
        <p:spPr>
          <a:xfrm flipH="1">
            <a:off x="4724400" y="1452547"/>
            <a:ext cx="1366838" cy="923925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3" name="Forme libre 42"/>
          <p:cNvSpPr/>
          <p:nvPr/>
        </p:nvSpPr>
        <p:spPr>
          <a:xfrm flipV="1">
            <a:off x="3081322" y="3124199"/>
            <a:ext cx="1328737" cy="885825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Forme libre 43"/>
          <p:cNvSpPr/>
          <p:nvPr/>
        </p:nvSpPr>
        <p:spPr>
          <a:xfrm flipH="1" flipV="1">
            <a:off x="4729163" y="3124199"/>
            <a:ext cx="1362056" cy="885824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5" name="Forme libre 44"/>
          <p:cNvSpPr/>
          <p:nvPr/>
        </p:nvSpPr>
        <p:spPr>
          <a:xfrm>
            <a:off x="3924301" y="2752725"/>
            <a:ext cx="500062" cy="1228725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Forme libre 45"/>
          <p:cNvSpPr/>
          <p:nvPr/>
        </p:nvSpPr>
        <p:spPr>
          <a:xfrm flipH="1" flipV="1">
            <a:off x="2328861" y="4033838"/>
            <a:ext cx="1595421" cy="419100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7" name="Forme libre 46"/>
          <p:cNvSpPr/>
          <p:nvPr/>
        </p:nvSpPr>
        <p:spPr>
          <a:xfrm flipH="1" flipV="1">
            <a:off x="5191124" y="1476376"/>
            <a:ext cx="95244" cy="1281112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49" name="Connecteur droit 48"/>
          <p:cNvCxnSpPr/>
          <p:nvPr/>
        </p:nvCxnSpPr>
        <p:spPr>
          <a:xfrm>
            <a:off x="4724401" y="2752726"/>
            <a:ext cx="30003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rganigramme : Joindre 49"/>
          <p:cNvSpPr/>
          <p:nvPr/>
        </p:nvSpPr>
        <p:spPr>
          <a:xfrm rot="5400000">
            <a:off x="4993489" y="2659859"/>
            <a:ext cx="204788" cy="180974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55" name="Connecteur droit 54"/>
          <p:cNvCxnSpPr/>
          <p:nvPr/>
        </p:nvCxnSpPr>
        <p:spPr>
          <a:xfrm>
            <a:off x="5286375" y="1081088"/>
            <a:ext cx="9" cy="3381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/>
          <p:nvPr/>
        </p:nvCxnSpPr>
        <p:spPr>
          <a:xfrm>
            <a:off x="2138363" y="4348163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/>
          <p:cNvCxnSpPr/>
          <p:nvPr/>
        </p:nvCxnSpPr>
        <p:spPr>
          <a:xfrm>
            <a:off x="2333630" y="4352910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avec flèche 60"/>
          <p:cNvCxnSpPr/>
          <p:nvPr/>
        </p:nvCxnSpPr>
        <p:spPr>
          <a:xfrm flipV="1">
            <a:off x="2138363" y="4348163"/>
            <a:ext cx="195262" cy="2000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2133600" y="5429251"/>
            <a:ext cx="819150" cy="3429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64" name="Rectangle 63"/>
          <p:cNvSpPr/>
          <p:nvPr/>
        </p:nvSpPr>
        <p:spPr>
          <a:xfrm>
            <a:off x="2947989" y="5572125"/>
            <a:ext cx="576262" cy="5238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63" name="Ellipse 62"/>
          <p:cNvSpPr/>
          <p:nvPr/>
        </p:nvSpPr>
        <p:spPr>
          <a:xfrm>
            <a:off x="3047994" y="5405436"/>
            <a:ext cx="409575" cy="381000"/>
          </a:xfrm>
          <a:prstGeom prst="ellipse">
            <a:avLst/>
          </a:prstGeom>
          <a:solidFill>
            <a:srgbClr val="FF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66" name="Connecteur droit 65"/>
          <p:cNvCxnSpPr>
            <a:stCxn id="63" idx="1"/>
            <a:endCxn id="63" idx="4"/>
          </p:cNvCxnSpPr>
          <p:nvPr/>
        </p:nvCxnSpPr>
        <p:spPr>
          <a:xfrm>
            <a:off x="3107975" y="5461232"/>
            <a:ext cx="144807" cy="3252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/>
          <p:cNvCxnSpPr>
            <a:stCxn id="63" idx="7"/>
            <a:endCxn id="63" idx="4"/>
          </p:cNvCxnSpPr>
          <p:nvPr/>
        </p:nvCxnSpPr>
        <p:spPr>
          <a:xfrm flipH="1">
            <a:off x="3252782" y="5461232"/>
            <a:ext cx="144806" cy="3252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69"/>
          <p:cNvCxnSpPr/>
          <p:nvPr/>
        </p:nvCxnSpPr>
        <p:spPr>
          <a:xfrm>
            <a:off x="3252782" y="5305413"/>
            <a:ext cx="6" cy="557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/>
          <p:cNvCxnSpPr/>
          <p:nvPr/>
        </p:nvCxnSpPr>
        <p:spPr>
          <a:xfrm>
            <a:off x="3214688" y="5305425"/>
            <a:ext cx="714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72"/>
          <p:cNvCxnSpPr/>
          <p:nvPr/>
        </p:nvCxnSpPr>
        <p:spPr>
          <a:xfrm>
            <a:off x="3214672" y="5857917"/>
            <a:ext cx="714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Forme libre 73"/>
          <p:cNvSpPr/>
          <p:nvPr/>
        </p:nvSpPr>
        <p:spPr>
          <a:xfrm>
            <a:off x="1524000" y="4448176"/>
            <a:ext cx="614363" cy="1152524"/>
          </a:xfrm>
          <a:custGeom>
            <a:avLst/>
            <a:gdLst>
              <a:gd name="connsiteX0" fmla="*/ 614363 w 614363"/>
              <a:gd name="connsiteY0" fmla="*/ 0 h 923925"/>
              <a:gd name="connsiteX1" fmla="*/ 0 w 614363"/>
              <a:gd name="connsiteY1" fmla="*/ 0 h 923925"/>
              <a:gd name="connsiteX2" fmla="*/ 0 w 614363"/>
              <a:gd name="connsiteY2" fmla="*/ 923925 h 923925"/>
              <a:gd name="connsiteX3" fmla="*/ 461963 w 614363"/>
              <a:gd name="connsiteY3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4363" h="923925">
                <a:moveTo>
                  <a:pt x="614363" y="0"/>
                </a:moveTo>
                <a:lnTo>
                  <a:pt x="0" y="0"/>
                </a:lnTo>
                <a:lnTo>
                  <a:pt x="0" y="923925"/>
                </a:lnTo>
                <a:lnTo>
                  <a:pt x="461963" y="923925"/>
                </a:lnTo>
              </a:path>
            </a:pathLst>
          </a:cu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6" name="Connecteur droit 75"/>
          <p:cNvCxnSpPr>
            <a:endCxn id="62" idx="1"/>
          </p:cNvCxnSpPr>
          <p:nvPr/>
        </p:nvCxnSpPr>
        <p:spPr>
          <a:xfrm>
            <a:off x="2043113" y="5600700"/>
            <a:ext cx="90487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/>
          <p:cNvCxnSpPr/>
          <p:nvPr/>
        </p:nvCxnSpPr>
        <p:spPr>
          <a:xfrm>
            <a:off x="1990726" y="5543550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1"/>
          <p:cNvCxnSpPr/>
          <p:nvPr/>
        </p:nvCxnSpPr>
        <p:spPr>
          <a:xfrm>
            <a:off x="2047866" y="5543534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Forme libre 82"/>
          <p:cNvSpPr/>
          <p:nvPr/>
        </p:nvSpPr>
        <p:spPr>
          <a:xfrm>
            <a:off x="2814639" y="5762625"/>
            <a:ext cx="628650" cy="361950"/>
          </a:xfrm>
          <a:custGeom>
            <a:avLst/>
            <a:gdLst>
              <a:gd name="connsiteX0" fmla="*/ 0 w 628650"/>
              <a:gd name="connsiteY0" fmla="*/ 0 h 528637"/>
              <a:gd name="connsiteX1" fmla="*/ 0 w 628650"/>
              <a:gd name="connsiteY1" fmla="*/ 528637 h 528637"/>
              <a:gd name="connsiteX2" fmla="*/ 628650 w 628650"/>
              <a:gd name="connsiteY2" fmla="*/ 528637 h 528637"/>
              <a:gd name="connsiteX3" fmla="*/ 628650 w 628650"/>
              <a:gd name="connsiteY3" fmla="*/ 528637 h 528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8650" h="528637">
                <a:moveTo>
                  <a:pt x="0" y="0"/>
                </a:moveTo>
                <a:lnTo>
                  <a:pt x="0" y="528637"/>
                </a:lnTo>
                <a:lnTo>
                  <a:pt x="628650" y="528637"/>
                </a:lnTo>
                <a:lnTo>
                  <a:pt x="628650" y="528637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7" name="Organigramme : Joindre 86"/>
          <p:cNvSpPr/>
          <p:nvPr/>
        </p:nvSpPr>
        <p:spPr>
          <a:xfrm rot="5400000">
            <a:off x="3431381" y="6045998"/>
            <a:ext cx="204788" cy="161924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88" name="Organigramme : Joindre 87"/>
          <p:cNvSpPr/>
          <p:nvPr/>
        </p:nvSpPr>
        <p:spPr>
          <a:xfrm rot="5400000">
            <a:off x="3810017" y="6053141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89" name="Connecteur droit 88"/>
          <p:cNvCxnSpPr/>
          <p:nvPr/>
        </p:nvCxnSpPr>
        <p:spPr>
          <a:xfrm flipV="1">
            <a:off x="3614739" y="6129338"/>
            <a:ext cx="209549" cy="2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à coins arrondis 93"/>
          <p:cNvSpPr/>
          <p:nvPr/>
        </p:nvSpPr>
        <p:spPr>
          <a:xfrm>
            <a:off x="3448051" y="5834063"/>
            <a:ext cx="161925" cy="123825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96" name="Connecteur droit 95"/>
          <p:cNvCxnSpPr>
            <a:endCxn id="94" idx="2"/>
          </p:cNvCxnSpPr>
          <p:nvPr/>
        </p:nvCxnSpPr>
        <p:spPr>
          <a:xfrm flipH="1" flipV="1">
            <a:off x="3529014" y="5957888"/>
            <a:ext cx="2397" cy="173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eur droit 97"/>
          <p:cNvCxnSpPr/>
          <p:nvPr/>
        </p:nvCxnSpPr>
        <p:spPr>
          <a:xfrm>
            <a:off x="4000500" y="6134100"/>
            <a:ext cx="2381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Forme libre 100"/>
          <p:cNvSpPr/>
          <p:nvPr/>
        </p:nvSpPr>
        <p:spPr>
          <a:xfrm>
            <a:off x="2205038" y="6029327"/>
            <a:ext cx="138112" cy="80962"/>
          </a:xfrm>
          <a:custGeom>
            <a:avLst/>
            <a:gdLst>
              <a:gd name="connsiteX0" fmla="*/ 0 w 138112"/>
              <a:gd name="connsiteY0" fmla="*/ 0 h 80962"/>
              <a:gd name="connsiteX1" fmla="*/ 61912 w 138112"/>
              <a:gd name="connsiteY1" fmla="*/ 80962 h 80962"/>
              <a:gd name="connsiteX2" fmla="*/ 138112 w 138112"/>
              <a:gd name="connsiteY2" fmla="*/ 9525 h 8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112" h="80962">
                <a:moveTo>
                  <a:pt x="0" y="0"/>
                </a:moveTo>
                <a:lnTo>
                  <a:pt x="61912" y="80962"/>
                </a:lnTo>
                <a:lnTo>
                  <a:pt x="138112" y="9525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03" name="Connecteur droit 102"/>
          <p:cNvCxnSpPr/>
          <p:nvPr/>
        </p:nvCxnSpPr>
        <p:spPr>
          <a:xfrm>
            <a:off x="2266950" y="6119814"/>
            <a:ext cx="0" cy="1381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eur droit 105"/>
          <p:cNvCxnSpPr/>
          <p:nvPr/>
        </p:nvCxnSpPr>
        <p:spPr>
          <a:xfrm flipH="1">
            <a:off x="2262188" y="5772150"/>
            <a:ext cx="4762" cy="2714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/>
          <p:cNvSpPr/>
          <p:nvPr/>
        </p:nvSpPr>
        <p:spPr>
          <a:xfrm>
            <a:off x="2395544" y="2462213"/>
            <a:ext cx="71438" cy="414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13" name="Connecteur droit 112"/>
          <p:cNvCxnSpPr/>
          <p:nvPr/>
        </p:nvCxnSpPr>
        <p:spPr>
          <a:xfrm>
            <a:off x="2395540" y="2395538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4" name="Rectangle 113"/>
          <p:cNvSpPr/>
          <p:nvPr/>
        </p:nvSpPr>
        <p:spPr>
          <a:xfrm>
            <a:off x="6705619" y="2457451"/>
            <a:ext cx="71438" cy="414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15" name="Connecteur droit 114"/>
          <p:cNvCxnSpPr/>
          <p:nvPr/>
        </p:nvCxnSpPr>
        <p:spPr>
          <a:xfrm>
            <a:off x="6777060" y="2390776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Connecteur droit 116"/>
          <p:cNvCxnSpPr/>
          <p:nvPr/>
        </p:nvCxnSpPr>
        <p:spPr>
          <a:xfrm>
            <a:off x="2676536" y="1485905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eur droit 117"/>
          <p:cNvCxnSpPr/>
          <p:nvPr/>
        </p:nvCxnSpPr>
        <p:spPr>
          <a:xfrm>
            <a:off x="2676520" y="1528756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eur droit 119"/>
          <p:cNvCxnSpPr/>
          <p:nvPr/>
        </p:nvCxnSpPr>
        <p:spPr>
          <a:xfrm>
            <a:off x="2738448" y="1528767"/>
            <a:ext cx="0" cy="1381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eur droit 120"/>
          <p:cNvCxnSpPr/>
          <p:nvPr/>
        </p:nvCxnSpPr>
        <p:spPr>
          <a:xfrm>
            <a:off x="6357948" y="1495431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eur droit 121"/>
          <p:cNvCxnSpPr/>
          <p:nvPr/>
        </p:nvCxnSpPr>
        <p:spPr>
          <a:xfrm>
            <a:off x="6367457" y="1538282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eur droit 122"/>
          <p:cNvCxnSpPr/>
          <p:nvPr/>
        </p:nvCxnSpPr>
        <p:spPr>
          <a:xfrm>
            <a:off x="6429385" y="1538293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Forme libre 123"/>
          <p:cNvSpPr/>
          <p:nvPr/>
        </p:nvSpPr>
        <p:spPr>
          <a:xfrm flipV="1">
            <a:off x="4576762" y="4619624"/>
            <a:ext cx="585788" cy="214310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7" name="Organigramme : Joindre 126"/>
          <p:cNvSpPr/>
          <p:nvPr/>
        </p:nvSpPr>
        <p:spPr>
          <a:xfrm rot="5400000">
            <a:off x="5534042" y="5457829"/>
            <a:ext cx="204788" cy="157162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28" name="Forme libre 127"/>
          <p:cNvSpPr/>
          <p:nvPr/>
        </p:nvSpPr>
        <p:spPr>
          <a:xfrm flipV="1">
            <a:off x="4576746" y="4657725"/>
            <a:ext cx="981092" cy="876376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9" name="Organigramme : Délai 128"/>
          <p:cNvSpPr/>
          <p:nvPr/>
        </p:nvSpPr>
        <p:spPr>
          <a:xfrm rot="5400000">
            <a:off x="5417343" y="4798240"/>
            <a:ext cx="433388" cy="390524"/>
          </a:xfrm>
          <a:prstGeom prst="flowChartDelay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31" name="Connecteur droit 130"/>
          <p:cNvCxnSpPr/>
          <p:nvPr/>
        </p:nvCxnSpPr>
        <p:spPr>
          <a:xfrm>
            <a:off x="5424488" y="4743471"/>
            <a:ext cx="414337" cy="0"/>
          </a:xfrm>
          <a:prstGeom prst="lin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3" name="Connecteur droit 132"/>
          <p:cNvCxnSpPr/>
          <p:nvPr/>
        </p:nvCxnSpPr>
        <p:spPr>
          <a:xfrm>
            <a:off x="5253039" y="4833956"/>
            <a:ext cx="185736" cy="474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cteur droit 139"/>
          <p:cNvCxnSpPr/>
          <p:nvPr/>
        </p:nvCxnSpPr>
        <p:spPr>
          <a:xfrm>
            <a:off x="5819775" y="4838700"/>
            <a:ext cx="2000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eur droit 141"/>
          <p:cNvCxnSpPr/>
          <p:nvPr/>
        </p:nvCxnSpPr>
        <p:spPr>
          <a:xfrm>
            <a:off x="6148387" y="4838700"/>
            <a:ext cx="48101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necteur droit 143"/>
          <p:cNvCxnSpPr/>
          <p:nvPr/>
        </p:nvCxnSpPr>
        <p:spPr>
          <a:xfrm>
            <a:off x="5724527" y="5538788"/>
            <a:ext cx="90011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eur droit 148"/>
          <p:cNvCxnSpPr/>
          <p:nvPr/>
        </p:nvCxnSpPr>
        <p:spPr>
          <a:xfrm flipH="1">
            <a:off x="6624638" y="4833938"/>
            <a:ext cx="4762" cy="7048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Forme libre 149"/>
          <p:cNvSpPr/>
          <p:nvPr/>
        </p:nvSpPr>
        <p:spPr>
          <a:xfrm>
            <a:off x="6624637" y="3409951"/>
            <a:ext cx="1085851" cy="1428750"/>
          </a:xfrm>
          <a:custGeom>
            <a:avLst/>
            <a:gdLst>
              <a:gd name="connsiteX0" fmla="*/ 0 w 1462088"/>
              <a:gd name="connsiteY0" fmla="*/ 1428750 h 1428750"/>
              <a:gd name="connsiteX1" fmla="*/ 1462088 w 1462088"/>
              <a:gd name="connsiteY1" fmla="*/ 1428750 h 1428750"/>
              <a:gd name="connsiteX2" fmla="*/ 1462088 w 1462088"/>
              <a:gd name="connsiteY2" fmla="*/ 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62088" h="1428750">
                <a:moveTo>
                  <a:pt x="0" y="1428750"/>
                </a:moveTo>
                <a:lnTo>
                  <a:pt x="1462088" y="1428750"/>
                </a:lnTo>
                <a:lnTo>
                  <a:pt x="1462088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7" name="Connecteur droit 156"/>
          <p:cNvCxnSpPr/>
          <p:nvPr/>
        </p:nvCxnSpPr>
        <p:spPr>
          <a:xfrm>
            <a:off x="6624638" y="5538788"/>
            <a:ext cx="48101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Organigramme : Joindre 157"/>
          <p:cNvSpPr/>
          <p:nvPr/>
        </p:nvSpPr>
        <p:spPr>
          <a:xfrm rot="5400000">
            <a:off x="7077093" y="5457830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59" name="Connecteur droit 158"/>
          <p:cNvCxnSpPr/>
          <p:nvPr/>
        </p:nvCxnSpPr>
        <p:spPr>
          <a:xfrm>
            <a:off x="7262814" y="5543551"/>
            <a:ext cx="48101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Forme libre 159"/>
          <p:cNvSpPr/>
          <p:nvPr/>
        </p:nvSpPr>
        <p:spPr>
          <a:xfrm>
            <a:off x="5391150" y="5214938"/>
            <a:ext cx="242888" cy="119062"/>
          </a:xfrm>
          <a:custGeom>
            <a:avLst/>
            <a:gdLst>
              <a:gd name="connsiteX0" fmla="*/ 242888 w 242888"/>
              <a:gd name="connsiteY0" fmla="*/ 0 h 119062"/>
              <a:gd name="connsiteX1" fmla="*/ 242888 w 242888"/>
              <a:gd name="connsiteY1" fmla="*/ 119062 h 119062"/>
              <a:gd name="connsiteX2" fmla="*/ 0 w 242888"/>
              <a:gd name="connsiteY2" fmla="*/ 119062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88" h="119062">
                <a:moveTo>
                  <a:pt x="242888" y="0"/>
                </a:moveTo>
                <a:lnTo>
                  <a:pt x="242888" y="119062"/>
                </a:lnTo>
                <a:lnTo>
                  <a:pt x="0" y="119062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1" name="Organigramme : Joindre 160"/>
          <p:cNvSpPr/>
          <p:nvPr/>
        </p:nvSpPr>
        <p:spPr>
          <a:xfrm rot="5400000">
            <a:off x="5293542" y="5279248"/>
            <a:ext cx="95271" cy="100029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62" name="Organigramme : Joindre 161"/>
          <p:cNvSpPr/>
          <p:nvPr/>
        </p:nvSpPr>
        <p:spPr>
          <a:xfrm rot="10800000">
            <a:off x="7610453" y="3243284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64" name="Connecteur droit 163"/>
          <p:cNvCxnSpPr/>
          <p:nvPr/>
        </p:nvCxnSpPr>
        <p:spPr>
          <a:xfrm>
            <a:off x="7710449" y="666750"/>
            <a:ext cx="17" cy="25765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eur droit avec flèche 165"/>
          <p:cNvCxnSpPr/>
          <p:nvPr/>
        </p:nvCxnSpPr>
        <p:spPr>
          <a:xfrm>
            <a:off x="6396036" y="671539"/>
            <a:ext cx="1681163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à coins arrondis 172"/>
          <p:cNvSpPr/>
          <p:nvPr/>
        </p:nvSpPr>
        <p:spPr>
          <a:xfrm>
            <a:off x="5014914" y="2462213"/>
            <a:ext cx="161925" cy="123825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75" name="Connecteur droit 174"/>
          <p:cNvCxnSpPr/>
          <p:nvPr/>
        </p:nvCxnSpPr>
        <p:spPr>
          <a:xfrm>
            <a:off x="5095876" y="2586037"/>
            <a:ext cx="0" cy="16668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Forme libre 176"/>
          <p:cNvSpPr/>
          <p:nvPr/>
        </p:nvSpPr>
        <p:spPr>
          <a:xfrm>
            <a:off x="6710363" y="1857375"/>
            <a:ext cx="523875" cy="247650"/>
          </a:xfrm>
          <a:custGeom>
            <a:avLst/>
            <a:gdLst>
              <a:gd name="connsiteX0" fmla="*/ 0 w 357187"/>
              <a:gd name="connsiteY0" fmla="*/ 247650 h 247650"/>
              <a:gd name="connsiteX1" fmla="*/ 357187 w 357187"/>
              <a:gd name="connsiteY1" fmla="*/ 247650 h 247650"/>
              <a:gd name="connsiteX2" fmla="*/ 357187 w 35718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187" h="247650">
                <a:moveTo>
                  <a:pt x="0" y="247650"/>
                </a:moveTo>
                <a:lnTo>
                  <a:pt x="357187" y="247650"/>
                </a:lnTo>
                <a:lnTo>
                  <a:pt x="357187" y="0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8" name="Triangle isocèle 177"/>
          <p:cNvSpPr/>
          <p:nvPr/>
        </p:nvSpPr>
        <p:spPr>
          <a:xfrm>
            <a:off x="7191378" y="1724027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79" name="Triangle isocèle 178"/>
          <p:cNvSpPr/>
          <p:nvPr/>
        </p:nvSpPr>
        <p:spPr>
          <a:xfrm rot="5400000" flipV="1">
            <a:off x="7259568" y="1647964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0" name="Forme libre 179"/>
          <p:cNvSpPr/>
          <p:nvPr/>
        </p:nvSpPr>
        <p:spPr>
          <a:xfrm>
            <a:off x="7172325" y="1504950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2" name="Triangle isocèle 181"/>
          <p:cNvSpPr/>
          <p:nvPr/>
        </p:nvSpPr>
        <p:spPr>
          <a:xfrm>
            <a:off x="1828780" y="1771651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83" name="Triangle isocèle 182"/>
          <p:cNvSpPr/>
          <p:nvPr/>
        </p:nvSpPr>
        <p:spPr>
          <a:xfrm rot="16200000" flipH="1" flipV="1">
            <a:off x="1773145" y="1695588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4" name="Forme libre 183"/>
          <p:cNvSpPr/>
          <p:nvPr/>
        </p:nvSpPr>
        <p:spPr>
          <a:xfrm>
            <a:off x="1809727" y="1552574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5" name="Bouée 184"/>
          <p:cNvSpPr/>
          <p:nvPr/>
        </p:nvSpPr>
        <p:spPr>
          <a:xfrm>
            <a:off x="1623990" y="1123951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86" name="Forme libre 185"/>
          <p:cNvSpPr/>
          <p:nvPr/>
        </p:nvSpPr>
        <p:spPr>
          <a:xfrm flipH="1">
            <a:off x="1866901" y="1885949"/>
            <a:ext cx="590550" cy="247650"/>
          </a:xfrm>
          <a:custGeom>
            <a:avLst/>
            <a:gdLst>
              <a:gd name="connsiteX0" fmla="*/ 0 w 357187"/>
              <a:gd name="connsiteY0" fmla="*/ 247650 h 247650"/>
              <a:gd name="connsiteX1" fmla="*/ 357187 w 357187"/>
              <a:gd name="connsiteY1" fmla="*/ 247650 h 247650"/>
              <a:gd name="connsiteX2" fmla="*/ 357187 w 35718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187" h="247650">
                <a:moveTo>
                  <a:pt x="0" y="247650"/>
                </a:moveTo>
                <a:lnTo>
                  <a:pt x="357187" y="247650"/>
                </a:lnTo>
                <a:lnTo>
                  <a:pt x="357187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0" name="Organigramme : Connecteur 189"/>
          <p:cNvSpPr/>
          <p:nvPr/>
        </p:nvSpPr>
        <p:spPr>
          <a:xfrm>
            <a:off x="6791327" y="1504950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1" name="Connecteur droit 190"/>
          <p:cNvCxnSpPr/>
          <p:nvPr/>
        </p:nvCxnSpPr>
        <p:spPr>
          <a:xfrm>
            <a:off x="6943735" y="1795463"/>
            <a:ext cx="1" cy="3143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Organigramme : Connecteur 191"/>
          <p:cNvSpPr/>
          <p:nvPr/>
        </p:nvSpPr>
        <p:spPr>
          <a:xfrm>
            <a:off x="2905125" y="18097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3" name="Connecteur droit 192"/>
          <p:cNvCxnSpPr/>
          <p:nvPr/>
        </p:nvCxnSpPr>
        <p:spPr>
          <a:xfrm>
            <a:off x="3067051" y="2095501"/>
            <a:ext cx="0" cy="142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Organigramme : Connecteur 197"/>
          <p:cNvSpPr/>
          <p:nvPr/>
        </p:nvSpPr>
        <p:spPr>
          <a:xfrm>
            <a:off x="4200525" y="35623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9" name="Connecteur droit 198"/>
          <p:cNvCxnSpPr/>
          <p:nvPr/>
        </p:nvCxnSpPr>
        <p:spPr>
          <a:xfrm flipH="1" flipV="1">
            <a:off x="4114800" y="3705225"/>
            <a:ext cx="95250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Organigramme : Connecteur 199"/>
          <p:cNvSpPr/>
          <p:nvPr/>
        </p:nvSpPr>
        <p:spPr>
          <a:xfrm>
            <a:off x="4648200" y="355759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01" name="Connecteur droit 200"/>
          <p:cNvCxnSpPr>
            <a:stCxn id="200" idx="6"/>
          </p:cNvCxnSpPr>
          <p:nvPr/>
        </p:nvCxnSpPr>
        <p:spPr>
          <a:xfrm flipV="1">
            <a:off x="4948238" y="3700465"/>
            <a:ext cx="7143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Organigramme : Connecteur 201"/>
          <p:cNvSpPr/>
          <p:nvPr/>
        </p:nvSpPr>
        <p:spPr>
          <a:xfrm>
            <a:off x="5948362" y="18097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03" name="Connecteur droit 202"/>
          <p:cNvCxnSpPr/>
          <p:nvPr/>
        </p:nvCxnSpPr>
        <p:spPr>
          <a:xfrm>
            <a:off x="6110288" y="2095501"/>
            <a:ext cx="0" cy="142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Connecteur droit 210"/>
          <p:cNvCxnSpPr/>
          <p:nvPr/>
        </p:nvCxnSpPr>
        <p:spPr>
          <a:xfrm>
            <a:off x="3924300" y="4229099"/>
            <a:ext cx="2952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Organigramme : Joindre 214"/>
          <p:cNvSpPr/>
          <p:nvPr/>
        </p:nvSpPr>
        <p:spPr>
          <a:xfrm>
            <a:off x="5579292" y="4545822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16" name="Organigramme : Joindre 215"/>
          <p:cNvSpPr/>
          <p:nvPr/>
        </p:nvSpPr>
        <p:spPr>
          <a:xfrm rot="10800000">
            <a:off x="5579292" y="4331510"/>
            <a:ext cx="95271" cy="100029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17" name="Rectangle à coins arrondis 216"/>
          <p:cNvSpPr/>
          <p:nvPr/>
        </p:nvSpPr>
        <p:spPr>
          <a:xfrm>
            <a:off x="5738811" y="4333875"/>
            <a:ext cx="61911" cy="100012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19" name="Connecteur droit 218"/>
          <p:cNvCxnSpPr/>
          <p:nvPr/>
        </p:nvCxnSpPr>
        <p:spPr>
          <a:xfrm>
            <a:off x="5638800" y="4386263"/>
            <a:ext cx="9525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Forme libre 220"/>
          <p:cNvSpPr/>
          <p:nvPr/>
        </p:nvSpPr>
        <p:spPr>
          <a:xfrm>
            <a:off x="4605338" y="4224338"/>
            <a:ext cx="1019175" cy="104775"/>
          </a:xfrm>
          <a:custGeom>
            <a:avLst/>
            <a:gdLst>
              <a:gd name="connsiteX0" fmla="*/ 0 w 1019175"/>
              <a:gd name="connsiteY0" fmla="*/ 0 h 90487"/>
              <a:gd name="connsiteX1" fmla="*/ 1019175 w 1019175"/>
              <a:gd name="connsiteY1" fmla="*/ 0 h 90487"/>
              <a:gd name="connsiteX2" fmla="*/ 1019175 w 1019175"/>
              <a:gd name="connsiteY2" fmla="*/ 90487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9175" h="90487">
                <a:moveTo>
                  <a:pt x="0" y="0"/>
                </a:moveTo>
                <a:lnTo>
                  <a:pt x="1019175" y="0"/>
                </a:lnTo>
                <a:lnTo>
                  <a:pt x="1019175" y="90487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23" name="Connecteur droit 222"/>
          <p:cNvCxnSpPr/>
          <p:nvPr/>
        </p:nvCxnSpPr>
        <p:spPr>
          <a:xfrm>
            <a:off x="5629275" y="4424363"/>
            <a:ext cx="0" cy="1047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necteur droit 223"/>
          <p:cNvCxnSpPr/>
          <p:nvPr/>
        </p:nvCxnSpPr>
        <p:spPr>
          <a:xfrm>
            <a:off x="5629276" y="4638674"/>
            <a:ext cx="0" cy="1047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Organigramme : Joindre 224"/>
          <p:cNvSpPr/>
          <p:nvPr/>
        </p:nvSpPr>
        <p:spPr>
          <a:xfrm>
            <a:off x="6893741" y="1878822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27" name="Organigramme : Connecteur 226"/>
          <p:cNvSpPr/>
          <p:nvPr/>
        </p:nvSpPr>
        <p:spPr>
          <a:xfrm>
            <a:off x="2076453" y="1528762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28" name="Connecteur droit 227"/>
          <p:cNvCxnSpPr/>
          <p:nvPr/>
        </p:nvCxnSpPr>
        <p:spPr>
          <a:xfrm>
            <a:off x="2228861" y="1819275"/>
            <a:ext cx="1" cy="3143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Organigramme : Joindre 228"/>
          <p:cNvSpPr/>
          <p:nvPr/>
        </p:nvSpPr>
        <p:spPr>
          <a:xfrm>
            <a:off x="2178867" y="1902634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30" name="Organigramme : Connecteur 229"/>
          <p:cNvSpPr/>
          <p:nvPr/>
        </p:nvSpPr>
        <p:spPr>
          <a:xfrm>
            <a:off x="1633540" y="4991100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31" name="Connecteur droit 230"/>
          <p:cNvCxnSpPr/>
          <p:nvPr/>
        </p:nvCxnSpPr>
        <p:spPr>
          <a:xfrm>
            <a:off x="1785948" y="5281613"/>
            <a:ext cx="1" cy="3143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onnecteur droit 232"/>
          <p:cNvCxnSpPr/>
          <p:nvPr/>
        </p:nvCxnSpPr>
        <p:spPr>
          <a:xfrm>
            <a:off x="4467225" y="4605338"/>
            <a:ext cx="219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cteur droit 233"/>
          <p:cNvCxnSpPr/>
          <p:nvPr/>
        </p:nvCxnSpPr>
        <p:spPr>
          <a:xfrm>
            <a:off x="4576762" y="3290883"/>
            <a:ext cx="6" cy="110964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Connecteur droit avec flèche 234"/>
          <p:cNvCxnSpPr/>
          <p:nvPr/>
        </p:nvCxnSpPr>
        <p:spPr>
          <a:xfrm>
            <a:off x="4471988" y="4405312"/>
            <a:ext cx="228600" cy="2000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Connecteur droit 237"/>
          <p:cNvCxnSpPr/>
          <p:nvPr/>
        </p:nvCxnSpPr>
        <p:spPr>
          <a:xfrm>
            <a:off x="4467226" y="4405312"/>
            <a:ext cx="219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Rectangle 259"/>
          <p:cNvSpPr/>
          <p:nvPr/>
        </p:nvSpPr>
        <p:spPr>
          <a:xfrm>
            <a:off x="2657475" y="25241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S301A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61" name="Rectangle 260"/>
          <p:cNvSpPr/>
          <p:nvPr/>
        </p:nvSpPr>
        <p:spPr>
          <a:xfrm>
            <a:off x="5695950" y="25241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S301B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62" name="Rectangle 261"/>
          <p:cNvSpPr/>
          <p:nvPr/>
        </p:nvSpPr>
        <p:spPr>
          <a:xfrm>
            <a:off x="2143125" y="543877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Réchauffeur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3" name="Rectangle 262"/>
          <p:cNvSpPr/>
          <p:nvPr/>
        </p:nvSpPr>
        <p:spPr>
          <a:xfrm>
            <a:off x="609600" y="3933825"/>
            <a:ext cx="819150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Sortie F301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4" name="Rectangle 263"/>
          <p:cNvSpPr/>
          <p:nvPr/>
        </p:nvSpPr>
        <p:spPr>
          <a:xfrm>
            <a:off x="676274" y="809625"/>
            <a:ext cx="6858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S302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5" name="Rectangle 264"/>
          <p:cNvSpPr/>
          <p:nvPr/>
        </p:nvSpPr>
        <p:spPr>
          <a:xfrm>
            <a:off x="7915275" y="457200"/>
            <a:ext cx="866775" cy="4095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Réseau usine 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6" name="Rectangle 265"/>
          <p:cNvSpPr/>
          <p:nvPr/>
        </p:nvSpPr>
        <p:spPr>
          <a:xfrm>
            <a:off x="3276600" y="61817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Vapeur 25B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7" name="Rectangle 266"/>
          <p:cNvSpPr/>
          <p:nvPr/>
        </p:nvSpPr>
        <p:spPr>
          <a:xfrm>
            <a:off x="2847975" y="50387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Soufflante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125" name="Organigramme : Joindre 124"/>
          <p:cNvSpPr/>
          <p:nvPr/>
        </p:nvSpPr>
        <p:spPr>
          <a:xfrm rot="5400000">
            <a:off x="5105417" y="4752997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68" name="Rectangle 267"/>
          <p:cNvSpPr/>
          <p:nvPr/>
        </p:nvSpPr>
        <p:spPr>
          <a:xfrm>
            <a:off x="5400675" y="4800600"/>
            <a:ext cx="4762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 smtClean="0">
                <a:solidFill>
                  <a:schemeClr val="tx1"/>
                </a:solidFill>
              </a:rPr>
              <a:t>X 301</a:t>
            </a:r>
            <a:endParaRPr lang="fr-FR" sz="1200" b="1" dirty="0">
              <a:solidFill>
                <a:schemeClr val="tx1"/>
              </a:solidFill>
            </a:endParaRPr>
          </a:p>
        </p:txBody>
      </p:sp>
      <p:sp>
        <p:nvSpPr>
          <p:cNvPr id="269" name="Rectangle 268"/>
          <p:cNvSpPr/>
          <p:nvPr/>
        </p:nvSpPr>
        <p:spPr>
          <a:xfrm>
            <a:off x="1600199" y="1162050"/>
            <a:ext cx="4953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3004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0" name="Rectangle 269"/>
          <p:cNvSpPr/>
          <p:nvPr/>
        </p:nvSpPr>
        <p:spPr>
          <a:xfrm>
            <a:off x="6981824" y="1133475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3003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71" name="Bouée 270"/>
          <p:cNvSpPr/>
          <p:nvPr/>
        </p:nvSpPr>
        <p:spPr>
          <a:xfrm>
            <a:off x="6996090" y="1085851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77" name="Rectangle 276"/>
          <p:cNvSpPr/>
          <p:nvPr/>
        </p:nvSpPr>
        <p:spPr>
          <a:xfrm>
            <a:off x="2057400" y="1514475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8" name="Rectangle 277"/>
          <p:cNvSpPr/>
          <p:nvPr/>
        </p:nvSpPr>
        <p:spPr>
          <a:xfrm>
            <a:off x="6772275" y="1485900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9" name="Rectangle 278"/>
          <p:cNvSpPr/>
          <p:nvPr/>
        </p:nvSpPr>
        <p:spPr>
          <a:xfrm>
            <a:off x="1619250" y="4972050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80" name="Rectangle 279"/>
          <p:cNvSpPr/>
          <p:nvPr/>
        </p:nvSpPr>
        <p:spPr>
          <a:xfrm>
            <a:off x="6772275" y="3867150"/>
            <a:ext cx="80962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Hygromètre AR301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82" name="Forme libre 281"/>
          <p:cNvSpPr/>
          <p:nvPr/>
        </p:nvSpPr>
        <p:spPr>
          <a:xfrm>
            <a:off x="5629275" y="4200525"/>
            <a:ext cx="1543050" cy="285750"/>
          </a:xfrm>
          <a:custGeom>
            <a:avLst/>
            <a:gdLst>
              <a:gd name="connsiteX0" fmla="*/ 0 w 923925"/>
              <a:gd name="connsiteY0" fmla="*/ 457200 h 457200"/>
              <a:gd name="connsiteX1" fmla="*/ 923925 w 923925"/>
              <a:gd name="connsiteY1" fmla="*/ 457200 h 457200"/>
              <a:gd name="connsiteX2" fmla="*/ 923925 w 923925"/>
              <a:gd name="connsiteY2" fmla="*/ 0 h 457200"/>
              <a:gd name="connsiteX3" fmla="*/ 923925 w 923925"/>
              <a:gd name="connsiteY3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3925" h="457200">
                <a:moveTo>
                  <a:pt x="0" y="457200"/>
                </a:moveTo>
                <a:lnTo>
                  <a:pt x="923925" y="457200"/>
                </a:lnTo>
                <a:lnTo>
                  <a:pt x="923925" y="0"/>
                </a:lnTo>
                <a:lnTo>
                  <a:pt x="923925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86" name="Connecteur droit avec flèche 285"/>
          <p:cNvCxnSpPr/>
          <p:nvPr/>
        </p:nvCxnSpPr>
        <p:spPr>
          <a:xfrm flipH="1">
            <a:off x="7715250" y="3857625"/>
            <a:ext cx="762000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Rectangle 287"/>
          <p:cNvSpPr/>
          <p:nvPr/>
        </p:nvSpPr>
        <p:spPr>
          <a:xfrm>
            <a:off x="8077199" y="3581400"/>
            <a:ext cx="885825" cy="5238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Secours Azote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89" name="Organigramme : Joindre 288"/>
          <p:cNvSpPr/>
          <p:nvPr/>
        </p:nvSpPr>
        <p:spPr>
          <a:xfrm rot="5400000">
            <a:off x="7962917" y="3776666"/>
            <a:ext cx="204788" cy="157162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90" name="Rectangle à coins arrondis 289"/>
          <p:cNvSpPr/>
          <p:nvPr/>
        </p:nvSpPr>
        <p:spPr>
          <a:xfrm>
            <a:off x="7981951" y="3557588"/>
            <a:ext cx="161925" cy="123825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91" name="Connecteur droit 290"/>
          <p:cNvCxnSpPr>
            <a:stCxn id="289" idx="1"/>
            <a:endCxn id="290" idx="2"/>
          </p:cNvCxnSpPr>
          <p:nvPr/>
        </p:nvCxnSpPr>
        <p:spPr>
          <a:xfrm flipH="1" flipV="1">
            <a:off x="8062914" y="3681413"/>
            <a:ext cx="2397" cy="173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Forme libre 299"/>
          <p:cNvSpPr/>
          <p:nvPr/>
        </p:nvSpPr>
        <p:spPr>
          <a:xfrm flipH="1">
            <a:off x="3533775" y="657225"/>
            <a:ext cx="1038225" cy="1552576"/>
          </a:xfrm>
          <a:custGeom>
            <a:avLst/>
            <a:gdLst>
              <a:gd name="connsiteX0" fmla="*/ 0 w 2514600"/>
              <a:gd name="connsiteY0" fmla="*/ 914400 h 914400"/>
              <a:gd name="connsiteX1" fmla="*/ 0 w 2514600"/>
              <a:gd name="connsiteY1" fmla="*/ 0 h 914400"/>
              <a:gd name="connsiteX2" fmla="*/ 2514600 w 25146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0" h="914400">
                <a:moveTo>
                  <a:pt x="0" y="914400"/>
                </a:moveTo>
                <a:lnTo>
                  <a:pt x="0" y="0"/>
                </a:lnTo>
                <a:lnTo>
                  <a:pt x="25146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01" name="Connecteur droit 300"/>
          <p:cNvCxnSpPr/>
          <p:nvPr/>
        </p:nvCxnSpPr>
        <p:spPr>
          <a:xfrm>
            <a:off x="3467101" y="600075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Connecteur droit 301"/>
          <p:cNvCxnSpPr/>
          <p:nvPr/>
        </p:nvCxnSpPr>
        <p:spPr>
          <a:xfrm>
            <a:off x="3524241" y="600059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Organigramme : Connecteur 304"/>
          <p:cNvSpPr/>
          <p:nvPr/>
        </p:nvSpPr>
        <p:spPr>
          <a:xfrm>
            <a:off x="3305175" y="881061"/>
            <a:ext cx="395291" cy="404813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306" name="Connecteur droit 305"/>
          <p:cNvCxnSpPr/>
          <p:nvPr/>
        </p:nvCxnSpPr>
        <p:spPr>
          <a:xfrm>
            <a:off x="3495686" y="561975"/>
            <a:ext cx="1" cy="3143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Connecteur droit 314"/>
          <p:cNvCxnSpPr/>
          <p:nvPr/>
        </p:nvCxnSpPr>
        <p:spPr>
          <a:xfrm>
            <a:off x="2686061" y="3924305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Connecteur droit 316"/>
          <p:cNvCxnSpPr/>
          <p:nvPr/>
        </p:nvCxnSpPr>
        <p:spPr>
          <a:xfrm>
            <a:off x="2747973" y="3776667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Organigramme : Joindre 317"/>
          <p:cNvSpPr/>
          <p:nvPr/>
        </p:nvSpPr>
        <p:spPr>
          <a:xfrm>
            <a:off x="2695575" y="3945747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19" name="Connecteur droit 318"/>
          <p:cNvCxnSpPr/>
          <p:nvPr/>
        </p:nvCxnSpPr>
        <p:spPr>
          <a:xfrm>
            <a:off x="6381761" y="3952880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Connecteur droit 319"/>
          <p:cNvCxnSpPr/>
          <p:nvPr/>
        </p:nvCxnSpPr>
        <p:spPr>
          <a:xfrm>
            <a:off x="6443673" y="3805242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Organigramme : Joindre 320"/>
          <p:cNvSpPr/>
          <p:nvPr/>
        </p:nvSpPr>
        <p:spPr>
          <a:xfrm>
            <a:off x="6391275" y="3974322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22" name="Rectangle 321"/>
          <p:cNvSpPr/>
          <p:nvPr/>
        </p:nvSpPr>
        <p:spPr>
          <a:xfrm>
            <a:off x="3495675" y="5438775"/>
            <a:ext cx="438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fr-FR" sz="1200" dirty="0" smtClean="0">
                <a:solidFill>
                  <a:schemeClr val="tx1"/>
                </a:solidFill>
              </a:rPr>
              <a:t>AIR</a:t>
            </a:r>
            <a:endParaRPr lang="fr-FR" sz="1200" dirty="0">
              <a:solidFill>
                <a:schemeClr val="tx1"/>
              </a:solidFill>
            </a:endParaRPr>
          </a:p>
        </p:txBody>
      </p:sp>
      <p:cxnSp>
        <p:nvCxnSpPr>
          <p:cNvPr id="330" name="Connecteur droit 329"/>
          <p:cNvCxnSpPr/>
          <p:nvPr/>
        </p:nvCxnSpPr>
        <p:spPr>
          <a:xfrm>
            <a:off x="7743825" y="5343525"/>
            <a:ext cx="0" cy="39052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1" name="Rectangle 330"/>
          <p:cNvSpPr/>
          <p:nvPr/>
        </p:nvSpPr>
        <p:spPr>
          <a:xfrm>
            <a:off x="7743824" y="5286376"/>
            <a:ext cx="971551" cy="4953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Sécheurs d’appoint 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340" name="Rectangle 339"/>
          <p:cNvSpPr/>
          <p:nvPr/>
        </p:nvSpPr>
        <p:spPr>
          <a:xfrm>
            <a:off x="2838450" y="1790700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T301 A1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5876925" y="18002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T301 B1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4133850" y="35528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T301 A2</a:t>
            </a:r>
          </a:p>
        </p:txBody>
      </p:sp>
      <p:sp>
        <p:nvSpPr>
          <p:cNvPr id="343" name="Rectangle 342"/>
          <p:cNvSpPr/>
          <p:nvPr/>
        </p:nvSpPr>
        <p:spPr>
          <a:xfrm>
            <a:off x="4581525" y="35528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T301 B2</a:t>
            </a:r>
          </a:p>
        </p:txBody>
      </p:sp>
      <p:sp>
        <p:nvSpPr>
          <p:cNvPr id="344" name="Rectangle à coins arrondis 343"/>
          <p:cNvSpPr/>
          <p:nvPr/>
        </p:nvSpPr>
        <p:spPr>
          <a:xfrm>
            <a:off x="4676775" y="6038850"/>
            <a:ext cx="3714750" cy="47625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S301 : A =&gt; B = changement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04" name="Organigramme : Connecteur 103"/>
          <p:cNvSpPr/>
          <p:nvPr/>
        </p:nvSpPr>
        <p:spPr>
          <a:xfrm>
            <a:off x="2205035" y="5867400"/>
            <a:ext cx="138113" cy="133350"/>
          </a:xfrm>
          <a:prstGeom prst="flowChartConnector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5" name="Rectangle 344"/>
          <p:cNvSpPr/>
          <p:nvPr/>
        </p:nvSpPr>
        <p:spPr>
          <a:xfrm>
            <a:off x="5257801" y="514350"/>
            <a:ext cx="118110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S302 / S303</a:t>
            </a:r>
          </a:p>
        </p:txBody>
      </p:sp>
      <p:sp>
        <p:nvSpPr>
          <p:cNvPr id="126" name="Organigramme : Joindre 125"/>
          <p:cNvSpPr/>
          <p:nvPr/>
        </p:nvSpPr>
        <p:spPr>
          <a:xfrm rot="5400000">
            <a:off x="5981717" y="4757758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87" name="Connecteur droit 186"/>
          <p:cNvCxnSpPr/>
          <p:nvPr/>
        </p:nvCxnSpPr>
        <p:spPr>
          <a:xfrm>
            <a:off x="2357440" y="2395538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8" name="Connecteur droit 187"/>
          <p:cNvCxnSpPr/>
          <p:nvPr/>
        </p:nvCxnSpPr>
        <p:spPr>
          <a:xfrm>
            <a:off x="6815140" y="2386013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" name="Groupe 217"/>
          <p:cNvGrpSpPr/>
          <p:nvPr/>
        </p:nvGrpSpPr>
        <p:grpSpPr>
          <a:xfrm>
            <a:off x="4262437" y="4176712"/>
            <a:ext cx="271456" cy="114300"/>
            <a:chOff x="2952750" y="4214813"/>
            <a:chExt cx="271456" cy="114300"/>
          </a:xfrm>
        </p:grpSpPr>
        <p:cxnSp>
          <p:nvCxnSpPr>
            <p:cNvPr id="197" name="Connecteur droit 196"/>
            <p:cNvCxnSpPr/>
            <p:nvPr/>
          </p:nvCxnSpPr>
          <p:spPr>
            <a:xfrm flipV="1">
              <a:off x="3033712" y="4219575"/>
              <a:ext cx="0" cy="104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cteur droit 203"/>
            <p:cNvCxnSpPr/>
            <p:nvPr/>
          </p:nvCxnSpPr>
          <p:spPr>
            <a:xfrm flipV="1">
              <a:off x="3148012" y="4219575"/>
              <a:ext cx="0" cy="104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cteur droit 208"/>
            <p:cNvCxnSpPr/>
            <p:nvPr/>
          </p:nvCxnSpPr>
          <p:spPr>
            <a:xfrm>
              <a:off x="3148006" y="4271963"/>
              <a:ext cx="76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necteur droit 209"/>
            <p:cNvCxnSpPr/>
            <p:nvPr/>
          </p:nvCxnSpPr>
          <p:spPr>
            <a:xfrm>
              <a:off x="2952750" y="4271963"/>
              <a:ext cx="76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necteur droit avec flèche 212"/>
            <p:cNvCxnSpPr/>
            <p:nvPr/>
          </p:nvCxnSpPr>
          <p:spPr>
            <a:xfrm flipH="1">
              <a:off x="3028951" y="4214813"/>
              <a:ext cx="119063" cy="1143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4" name="Organigramme : Joindre 213"/>
          <p:cNvSpPr/>
          <p:nvPr/>
        </p:nvSpPr>
        <p:spPr>
          <a:xfrm rot="5400000">
            <a:off x="4169593" y="4174348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20" name="Organigramme : Connecteur 219"/>
          <p:cNvSpPr/>
          <p:nvPr/>
        </p:nvSpPr>
        <p:spPr>
          <a:xfrm>
            <a:off x="7343775" y="424339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22" name="Connecteur droit 221"/>
          <p:cNvCxnSpPr>
            <a:stCxn id="220" idx="6"/>
          </p:cNvCxnSpPr>
          <p:nvPr/>
        </p:nvCxnSpPr>
        <p:spPr>
          <a:xfrm flipV="1">
            <a:off x="7643813" y="4386265"/>
            <a:ext cx="7143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Rectangle 225"/>
          <p:cNvSpPr/>
          <p:nvPr/>
        </p:nvSpPr>
        <p:spPr>
          <a:xfrm>
            <a:off x="7267575" y="421957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TI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323849" y="1495425"/>
            <a:ext cx="6858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S303</a:t>
            </a:r>
            <a:endParaRPr lang="fr-FR" sz="1400" b="1" dirty="0">
              <a:solidFill>
                <a:schemeClr val="tx1"/>
              </a:solidFill>
            </a:endParaRPr>
          </a:p>
        </p:txBody>
      </p:sp>
      <p:grpSp>
        <p:nvGrpSpPr>
          <p:cNvPr id="3" name="Groupe 251"/>
          <p:cNvGrpSpPr/>
          <p:nvPr/>
        </p:nvGrpSpPr>
        <p:grpSpPr>
          <a:xfrm rot="-2520000">
            <a:off x="4250398" y="2061267"/>
            <a:ext cx="637340" cy="623046"/>
            <a:chOff x="192748" y="5356917"/>
            <a:chExt cx="637340" cy="623046"/>
          </a:xfrm>
          <a:solidFill>
            <a:schemeClr val="bg1">
              <a:lumMod val="85000"/>
            </a:schemeClr>
          </a:solidFill>
        </p:grpSpPr>
        <p:sp>
          <p:nvSpPr>
            <p:cNvPr id="256" name="Ellipse 255"/>
            <p:cNvSpPr/>
            <p:nvPr/>
          </p:nvSpPr>
          <p:spPr>
            <a:xfrm>
              <a:off x="340519" y="5495923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8" name="Arc plein 257"/>
            <p:cNvSpPr/>
            <p:nvPr/>
          </p:nvSpPr>
          <p:spPr>
            <a:xfrm rot="17940000">
              <a:off x="518794" y="5668668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272" name="Arc plein 271"/>
            <p:cNvSpPr/>
            <p:nvPr/>
          </p:nvSpPr>
          <p:spPr>
            <a:xfrm rot="6960000">
              <a:off x="193061" y="5356604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4" name="Groupe 272"/>
          <p:cNvGrpSpPr/>
          <p:nvPr/>
        </p:nvGrpSpPr>
        <p:grpSpPr>
          <a:xfrm rot="5340000">
            <a:off x="4269448" y="2432742"/>
            <a:ext cx="627815" cy="623046"/>
            <a:chOff x="192748" y="5356917"/>
            <a:chExt cx="627815" cy="623046"/>
          </a:xfrm>
          <a:solidFill>
            <a:schemeClr val="bg1">
              <a:lumMod val="85000"/>
            </a:schemeClr>
          </a:solidFill>
        </p:grpSpPr>
        <p:sp>
          <p:nvSpPr>
            <p:cNvPr id="274" name="Ellipse 273"/>
            <p:cNvSpPr/>
            <p:nvPr/>
          </p:nvSpPr>
          <p:spPr>
            <a:xfrm>
              <a:off x="330996" y="5495757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5" name="Arc plein 274"/>
            <p:cNvSpPr/>
            <p:nvPr/>
          </p:nvSpPr>
          <p:spPr>
            <a:xfrm rot="-3660000">
              <a:off x="509269" y="5668668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281" name="Arc plein 280"/>
            <p:cNvSpPr/>
            <p:nvPr/>
          </p:nvSpPr>
          <p:spPr>
            <a:xfrm rot="6960000">
              <a:off x="193061" y="5356604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5" name="Groupe 282"/>
          <p:cNvGrpSpPr/>
          <p:nvPr/>
        </p:nvGrpSpPr>
        <p:grpSpPr>
          <a:xfrm rot="-2580000">
            <a:off x="4245638" y="2818671"/>
            <a:ext cx="637334" cy="622713"/>
            <a:chOff x="192748" y="5356917"/>
            <a:chExt cx="637334" cy="622713"/>
          </a:xfrm>
          <a:solidFill>
            <a:schemeClr val="bg1">
              <a:lumMod val="85000"/>
            </a:schemeClr>
          </a:solidFill>
        </p:grpSpPr>
        <p:sp>
          <p:nvSpPr>
            <p:cNvPr id="284" name="Ellipse 283"/>
            <p:cNvSpPr/>
            <p:nvPr/>
          </p:nvSpPr>
          <p:spPr>
            <a:xfrm>
              <a:off x="340519" y="5495923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5" name="Arc plein 284"/>
            <p:cNvSpPr/>
            <p:nvPr/>
          </p:nvSpPr>
          <p:spPr>
            <a:xfrm rot="17940000">
              <a:off x="518788" y="5668335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287" name="Arc plein 286"/>
            <p:cNvSpPr/>
            <p:nvPr/>
          </p:nvSpPr>
          <p:spPr>
            <a:xfrm rot="6960000">
              <a:off x="193061" y="5356604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cxnSp>
        <p:nvCxnSpPr>
          <p:cNvPr id="292" name="Connecteur droit avec flèche 291"/>
          <p:cNvCxnSpPr/>
          <p:nvPr/>
        </p:nvCxnSpPr>
        <p:spPr>
          <a:xfrm flipV="1">
            <a:off x="5286374" y="1085850"/>
            <a:ext cx="342901" cy="2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3" name="Rectangle 292"/>
          <p:cNvSpPr/>
          <p:nvPr/>
        </p:nvSpPr>
        <p:spPr>
          <a:xfrm>
            <a:off x="5438775" y="914400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Event 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195" name="Organigramme : Joindre 194"/>
          <p:cNvSpPr/>
          <p:nvPr/>
        </p:nvSpPr>
        <p:spPr>
          <a:xfrm rot="5400000">
            <a:off x="6084118" y="4441048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05" name="Rectangle 204"/>
          <p:cNvSpPr/>
          <p:nvPr/>
        </p:nvSpPr>
        <p:spPr>
          <a:xfrm>
            <a:off x="266700" y="6181726"/>
            <a:ext cx="1904999" cy="361950"/>
          </a:xfrm>
          <a:prstGeom prst="rect">
            <a:avLst/>
          </a:prstGeom>
          <a:solidFill>
            <a:srgbClr val="FFFF99"/>
          </a:solidFill>
          <a:ln w="6350" cmpd="dbl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 smtClean="0">
                <a:solidFill>
                  <a:schemeClr val="tx1"/>
                </a:solidFill>
              </a:rPr>
              <a:t>PCF AIR INSTRUMENT </a:t>
            </a:r>
          </a:p>
          <a:p>
            <a:pPr algn="ctr"/>
            <a:r>
              <a:rPr lang="fr-FR" sz="1100" b="1" dirty="0" smtClean="0">
                <a:solidFill>
                  <a:schemeClr val="tx1"/>
                </a:solidFill>
              </a:rPr>
              <a:t>7841 901 330</a:t>
            </a:r>
          </a:p>
        </p:txBody>
      </p:sp>
      <p:cxnSp>
        <p:nvCxnSpPr>
          <p:cNvPr id="196" name="Connecteur droit 195"/>
          <p:cNvCxnSpPr/>
          <p:nvPr/>
        </p:nvCxnSpPr>
        <p:spPr>
          <a:xfrm>
            <a:off x="1019175" y="2971800"/>
            <a:ext cx="0" cy="42862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Connecteur droit 205"/>
          <p:cNvCxnSpPr/>
          <p:nvPr/>
        </p:nvCxnSpPr>
        <p:spPr>
          <a:xfrm>
            <a:off x="514350" y="3409950"/>
            <a:ext cx="981075" cy="0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Connecteur droit 206"/>
          <p:cNvCxnSpPr/>
          <p:nvPr/>
        </p:nvCxnSpPr>
        <p:spPr>
          <a:xfrm>
            <a:off x="666750" y="2981325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Organigramme : Joindre 207"/>
          <p:cNvSpPr/>
          <p:nvPr/>
        </p:nvSpPr>
        <p:spPr>
          <a:xfrm rot="10800000">
            <a:off x="552428" y="2814659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12" name="Organigramme : Joindre 211"/>
          <p:cNvSpPr/>
          <p:nvPr/>
        </p:nvSpPr>
        <p:spPr>
          <a:xfrm rot="10800000">
            <a:off x="914378" y="2824184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18" name="Connecteur droit 217"/>
          <p:cNvCxnSpPr/>
          <p:nvPr/>
        </p:nvCxnSpPr>
        <p:spPr>
          <a:xfrm>
            <a:off x="1019175" y="3409950"/>
            <a:ext cx="0" cy="5238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Connecteur droit 238"/>
          <p:cNvCxnSpPr/>
          <p:nvPr/>
        </p:nvCxnSpPr>
        <p:spPr>
          <a:xfrm flipV="1">
            <a:off x="1176339" y="2490788"/>
            <a:ext cx="209549" cy="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Connecteur droit 243"/>
          <p:cNvCxnSpPr/>
          <p:nvPr/>
        </p:nvCxnSpPr>
        <p:spPr>
          <a:xfrm flipV="1">
            <a:off x="1014414" y="2490788"/>
            <a:ext cx="209549" cy="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Organigramme : Joindre 246"/>
          <p:cNvSpPr/>
          <p:nvPr/>
        </p:nvSpPr>
        <p:spPr>
          <a:xfrm rot="5400000">
            <a:off x="1097756" y="2407448"/>
            <a:ext cx="204788" cy="161924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51" name="Connecteur droit 250"/>
          <p:cNvCxnSpPr/>
          <p:nvPr/>
        </p:nvCxnSpPr>
        <p:spPr>
          <a:xfrm>
            <a:off x="1381125" y="2962275"/>
            <a:ext cx="0" cy="4476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Organigramme : Joindre 251"/>
          <p:cNvSpPr/>
          <p:nvPr/>
        </p:nvSpPr>
        <p:spPr>
          <a:xfrm rot="10800000">
            <a:off x="1266803" y="2824184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54" name="Connecteur droit avec flèche 253"/>
          <p:cNvCxnSpPr/>
          <p:nvPr/>
        </p:nvCxnSpPr>
        <p:spPr>
          <a:xfrm flipV="1">
            <a:off x="1019175" y="1152525"/>
            <a:ext cx="0" cy="16764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Connecteur droit avec flèche 254"/>
          <p:cNvCxnSpPr/>
          <p:nvPr/>
        </p:nvCxnSpPr>
        <p:spPr>
          <a:xfrm flipV="1">
            <a:off x="666750" y="1819275"/>
            <a:ext cx="0" cy="100012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Forme libre 256"/>
          <p:cNvSpPr/>
          <p:nvPr/>
        </p:nvSpPr>
        <p:spPr>
          <a:xfrm>
            <a:off x="1381125" y="657223"/>
            <a:ext cx="2085975" cy="2209801"/>
          </a:xfrm>
          <a:custGeom>
            <a:avLst/>
            <a:gdLst>
              <a:gd name="connsiteX0" fmla="*/ 0 w 2514600"/>
              <a:gd name="connsiteY0" fmla="*/ 914400 h 914400"/>
              <a:gd name="connsiteX1" fmla="*/ 0 w 2514600"/>
              <a:gd name="connsiteY1" fmla="*/ 0 h 914400"/>
              <a:gd name="connsiteX2" fmla="*/ 2514600 w 25146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0" h="914400">
                <a:moveTo>
                  <a:pt x="0" y="914400"/>
                </a:moveTo>
                <a:lnTo>
                  <a:pt x="0" y="0"/>
                </a:lnTo>
                <a:lnTo>
                  <a:pt x="25146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2" name="Rectangle 231"/>
          <p:cNvSpPr/>
          <p:nvPr/>
        </p:nvSpPr>
        <p:spPr>
          <a:xfrm>
            <a:off x="3171825" y="942975"/>
            <a:ext cx="666750" cy="257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FT 611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à coins arrondis 21"/>
          <p:cNvSpPr/>
          <p:nvPr/>
        </p:nvSpPr>
        <p:spPr>
          <a:xfrm>
            <a:off x="5495925" y="1676401"/>
            <a:ext cx="1209675" cy="2119312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à coins arrondis 35"/>
          <p:cNvSpPr/>
          <p:nvPr/>
        </p:nvSpPr>
        <p:spPr>
          <a:xfrm>
            <a:off x="2466974" y="1676400"/>
            <a:ext cx="1209675" cy="2114550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Forme libre 40"/>
          <p:cNvSpPr/>
          <p:nvPr/>
        </p:nvSpPr>
        <p:spPr>
          <a:xfrm>
            <a:off x="3081338" y="1452563"/>
            <a:ext cx="1328737" cy="923925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2" name="Forme libre 41"/>
          <p:cNvSpPr/>
          <p:nvPr/>
        </p:nvSpPr>
        <p:spPr>
          <a:xfrm flipH="1">
            <a:off x="4724400" y="1452547"/>
            <a:ext cx="1366838" cy="938228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3" name="Forme libre 42"/>
          <p:cNvSpPr/>
          <p:nvPr/>
        </p:nvSpPr>
        <p:spPr>
          <a:xfrm flipV="1">
            <a:off x="3081322" y="3124199"/>
            <a:ext cx="1328737" cy="885825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4" name="Forme libre 43"/>
          <p:cNvSpPr/>
          <p:nvPr/>
        </p:nvSpPr>
        <p:spPr>
          <a:xfrm flipH="1" flipV="1">
            <a:off x="4729163" y="3124199"/>
            <a:ext cx="1362056" cy="885824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5" name="Forme libre 44"/>
          <p:cNvSpPr/>
          <p:nvPr/>
        </p:nvSpPr>
        <p:spPr>
          <a:xfrm>
            <a:off x="3924301" y="2752725"/>
            <a:ext cx="500062" cy="1228725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Forme libre 45"/>
          <p:cNvSpPr/>
          <p:nvPr/>
        </p:nvSpPr>
        <p:spPr>
          <a:xfrm flipH="1" flipV="1">
            <a:off x="2328861" y="4033838"/>
            <a:ext cx="1595421" cy="419100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Forme libre 46"/>
          <p:cNvSpPr/>
          <p:nvPr/>
        </p:nvSpPr>
        <p:spPr>
          <a:xfrm flipH="1" flipV="1">
            <a:off x="5191124" y="1476376"/>
            <a:ext cx="95244" cy="1281112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9" name="Connecteur droit 48"/>
          <p:cNvCxnSpPr/>
          <p:nvPr/>
        </p:nvCxnSpPr>
        <p:spPr>
          <a:xfrm>
            <a:off x="4724401" y="2752726"/>
            <a:ext cx="300037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rganigramme : Joindre 49"/>
          <p:cNvSpPr/>
          <p:nvPr/>
        </p:nvSpPr>
        <p:spPr>
          <a:xfrm rot="5400000">
            <a:off x="4993489" y="2659859"/>
            <a:ext cx="204788" cy="180974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55" name="Connecteur droit 54"/>
          <p:cNvCxnSpPr/>
          <p:nvPr/>
        </p:nvCxnSpPr>
        <p:spPr>
          <a:xfrm>
            <a:off x="5286375" y="1081088"/>
            <a:ext cx="9" cy="338138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/>
          <p:nvPr/>
        </p:nvCxnSpPr>
        <p:spPr>
          <a:xfrm>
            <a:off x="2138363" y="4348163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/>
          <p:cNvCxnSpPr/>
          <p:nvPr/>
        </p:nvCxnSpPr>
        <p:spPr>
          <a:xfrm>
            <a:off x="2333630" y="4352910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avec flèche 60"/>
          <p:cNvCxnSpPr/>
          <p:nvPr/>
        </p:nvCxnSpPr>
        <p:spPr>
          <a:xfrm flipV="1">
            <a:off x="2138363" y="4348163"/>
            <a:ext cx="195262" cy="2000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2133600" y="5429251"/>
            <a:ext cx="819150" cy="3429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64" name="Rectangle 63"/>
          <p:cNvSpPr/>
          <p:nvPr/>
        </p:nvSpPr>
        <p:spPr>
          <a:xfrm>
            <a:off x="2947989" y="5572125"/>
            <a:ext cx="576262" cy="5238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63" name="Ellipse 62"/>
          <p:cNvSpPr/>
          <p:nvPr/>
        </p:nvSpPr>
        <p:spPr>
          <a:xfrm>
            <a:off x="3047994" y="5405436"/>
            <a:ext cx="409575" cy="381000"/>
          </a:xfrm>
          <a:prstGeom prst="ellipse">
            <a:avLst/>
          </a:prstGeom>
          <a:solidFill>
            <a:srgbClr val="00B05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66" name="Connecteur droit 65"/>
          <p:cNvCxnSpPr>
            <a:stCxn id="63" idx="1"/>
            <a:endCxn id="63" idx="4"/>
          </p:cNvCxnSpPr>
          <p:nvPr/>
        </p:nvCxnSpPr>
        <p:spPr>
          <a:xfrm>
            <a:off x="3107975" y="5461232"/>
            <a:ext cx="144807" cy="3252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/>
          <p:cNvCxnSpPr>
            <a:stCxn id="63" idx="7"/>
            <a:endCxn id="63" idx="4"/>
          </p:cNvCxnSpPr>
          <p:nvPr/>
        </p:nvCxnSpPr>
        <p:spPr>
          <a:xfrm flipH="1">
            <a:off x="3252782" y="5461232"/>
            <a:ext cx="144806" cy="3252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69"/>
          <p:cNvCxnSpPr/>
          <p:nvPr/>
        </p:nvCxnSpPr>
        <p:spPr>
          <a:xfrm>
            <a:off x="3252782" y="5305413"/>
            <a:ext cx="6" cy="557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/>
          <p:cNvCxnSpPr/>
          <p:nvPr/>
        </p:nvCxnSpPr>
        <p:spPr>
          <a:xfrm>
            <a:off x="3214688" y="5305425"/>
            <a:ext cx="714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72"/>
          <p:cNvCxnSpPr/>
          <p:nvPr/>
        </p:nvCxnSpPr>
        <p:spPr>
          <a:xfrm>
            <a:off x="3214672" y="5857917"/>
            <a:ext cx="714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Forme libre 73"/>
          <p:cNvSpPr/>
          <p:nvPr/>
        </p:nvSpPr>
        <p:spPr>
          <a:xfrm>
            <a:off x="1524000" y="4448176"/>
            <a:ext cx="614363" cy="1152524"/>
          </a:xfrm>
          <a:custGeom>
            <a:avLst/>
            <a:gdLst>
              <a:gd name="connsiteX0" fmla="*/ 614363 w 614363"/>
              <a:gd name="connsiteY0" fmla="*/ 0 h 923925"/>
              <a:gd name="connsiteX1" fmla="*/ 0 w 614363"/>
              <a:gd name="connsiteY1" fmla="*/ 0 h 923925"/>
              <a:gd name="connsiteX2" fmla="*/ 0 w 614363"/>
              <a:gd name="connsiteY2" fmla="*/ 923925 h 923925"/>
              <a:gd name="connsiteX3" fmla="*/ 461963 w 614363"/>
              <a:gd name="connsiteY3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4363" h="923925">
                <a:moveTo>
                  <a:pt x="614363" y="0"/>
                </a:moveTo>
                <a:lnTo>
                  <a:pt x="0" y="0"/>
                </a:lnTo>
                <a:lnTo>
                  <a:pt x="0" y="923925"/>
                </a:lnTo>
                <a:lnTo>
                  <a:pt x="461963" y="9239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6" name="Connecteur droit 75"/>
          <p:cNvCxnSpPr>
            <a:endCxn id="62" idx="1"/>
          </p:cNvCxnSpPr>
          <p:nvPr/>
        </p:nvCxnSpPr>
        <p:spPr>
          <a:xfrm>
            <a:off x="2043113" y="5600700"/>
            <a:ext cx="90487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/>
          <p:cNvCxnSpPr/>
          <p:nvPr/>
        </p:nvCxnSpPr>
        <p:spPr>
          <a:xfrm>
            <a:off x="1990726" y="5543550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1"/>
          <p:cNvCxnSpPr/>
          <p:nvPr/>
        </p:nvCxnSpPr>
        <p:spPr>
          <a:xfrm>
            <a:off x="2047866" y="5543534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Forme libre 82"/>
          <p:cNvSpPr/>
          <p:nvPr/>
        </p:nvSpPr>
        <p:spPr>
          <a:xfrm>
            <a:off x="2814639" y="5762625"/>
            <a:ext cx="628650" cy="361950"/>
          </a:xfrm>
          <a:custGeom>
            <a:avLst/>
            <a:gdLst>
              <a:gd name="connsiteX0" fmla="*/ 0 w 628650"/>
              <a:gd name="connsiteY0" fmla="*/ 0 h 528637"/>
              <a:gd name="connsiteX1" fmla="*/ 0 w 628650"/>
              <a:gd name="connsiteY1" fmla="*/ 528637 h 528637"/>
              <a:gd name="connsiteX2" fmla="*/ 628650 w 628650"/>
              <a:gd name="connsiteY2" fmla="*/ 528637 h 528637"/>
              <a:gd name="connsiteX3" fmla="*/ 628650 w 628650"/>
              <a:gd name="connsiteY3" fmla="*/ 528637 h 528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8650" h="528637">
                <a:moveTo>
                  <a:pt x="0" y="0"/>
                </a:moveTo>
                <a:lnTo>
                  <a:pt x="0" y="528637"/>
                </a:lnTo>
                <a:lnTo>
                  <a:pt x="628650" y="528637"/>
                </a:lnTo>
                <a:lnTo>
                  <a:pt x="628650" y="528637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7" name="Organigramme : Joindre 86"/>
          <p:cNvSpPr/>
          <p:nvPr/>
        </p:nvSpPr>
        <p:spPr>
          <a:xfrm rot="5400000">
            <a:off x="3431381" y="6045998"/>
            <a:ext cx="204788" cy="161924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88" name="Organigramme : Joindre 87"/>
          <p:cNvSpPr/>
          <p:nvPr/>
        </p:nvSpPr>
        <p:spPr>
          <a:xfrm rot="5400000">
            <a:off x="3810017" y="6053141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89" name="Connecteur droit 88"/>
          <p:cNvCxnSpPr/>
          <p:nvPr/>
        </p:nvCxnSpPr>
        <p:spPr>
          <a:xfrm flipV="1">
            <a:off x="3614739" y="6129338"/>
            <a:ext cx="209549" cy="2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à coins arrondis 93"/>
          <p:cNvSpPr/>
          <p:nvPr/>
        </p:nvSpPr>
        <p:spPr>
          <a:xfrm>
            <a:off x="3448051" y="5834063"/>
            <a:ext cx="161925" cy="123825"/>
          </a:xfrm>
          <a:prstGeom prst="round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96" name="Connecteur droit 95"/>
          <p:cNvCxnSpPr>
            <a:endCxn id="94" idx="2"/>
          </p:cNvCxnSpPr>
          <p:nvPr/>
        </p:nvCxnSpPr>
        <p:spPr>
          <a:xfrm flipH="1" flipV="1">
            <a:off x="3529014" y="5957888"/>
            <a:ext cx="2397" cy="173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eur droit 97"/>
          <p:cNvCxnSpPr/>
          <p:nvPr/>
        </p:nvCxnSpPr>
        <p:spPr>
          <a:xfrm>
            <a:off x="4000500" y="6134100"/>
            <a:ext cx="2381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Forme libre 100"/>
          <p:cNvSpPr/>
          <p:nvPr/>
        </p:nvSpPr>
        <p:spPr>
          <a:xfrm>
            <a:off x="2205038" y="6029327"/>
            <a:ext cx="138112" cy="80962"/>
          </a:xfrm>
          <a:custGeom>
            <a:avLst/>
            <a:gdLst>
              <a:gd name="connsiteX0" fmla="*/ 0 w 138112"/>
              <a:gd name="connsiteY0" fmla="*/ 0 h 80962"/>
              <a:gd name="connsiteX1" fmla="*/ 61912 w 138112"/>
              <a:gd name="connsiteY1" fmla="*/ 80962 h 80962"/>
              <a:gd name="connsiteX2" fmla="*/ 138112 w 138112"/>
              <a:gd name="connsiteY2" fmla="*/ 9525 h 8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112" h="80962">
                <a:moveTo>
                  <a:pt x="0" y="0"/>
                </a:moveTo>
                <a:lnTo>
                  <a:pt x="61912" y="80962"/>
                </a:lnTo>
                <a:lnTo>
                  <a:pt x="138112" y="9525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03" name="Connecteur droit 102"/>
          <p:cNvCxnSpPr/>
          <p:nvPr/>
        </p:nvCxnSpPr>
        <p:spPr>
          <a:xfrm>
            <a:off x="2266950" y="6119814"/>
            <a:ext cx="0" cy="1381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eur droit 105"/>
          <p:cNvCxnSpPr/>
          <p:nvPr/>
        </p:nvCxnSpPr>
        <p:spPr>
          <a:xfrm flipH="1">
            <a:off x="2262188" y="5772150"/>
            <a:ext cx="4762" cy="2714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/>
          <p:cNvSpPr/>
          <p:nvPr/>
        </p:nvSpPr>
        <p:spPr>
          <a:xfrm>
            <a:off x="2395544" y="2462213"/>
            <a:ext cx="71438" cy="414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13" name="Connecteur droit 112"/>
          <p:cNvCxnSpPr/>
          <p:nvPr/>
        </p:nvCxnSpPr>
        <p:spPr>
          <a:xfrm>
            <a:off x="2395540" y="2395538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4" name="Rectangle 113"/>
          <p:cNvSpPr/>
          <p:nvPr/>
        </p:nvSpPr>
        <p:spPr>
          <a:xfrm>
            <a:off x="6705619" y="2457451"/>
            <a:ext cx="71438" cy="414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15" name="Connecteur droit 114"/>
          <p:cNvCxnSpPr/>
          <p:nvPr/>
        </p:nvCxnSpPr>
        <p:spPr>
          <a:xfrm>
            <a:off x="6777060" y="2390776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Connecteur droit 116"/>
          <p:cNvCxnSpPr/>
          <p:nvPr/>
        </p:nvCxnSpPr>
        <p:spPr>
          <a:xfrm>
            <a:off x="2676536" y="1485905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eur droit 117"/>
          <p:cNvCxnSpPr/>
          <p:nvPr/>
        </p:nvCxnSpPr>
        <p:spPr>
          <a:xfrm>
            <a:off x="2676520" y="1528756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eur droit 119"/>
          <p:cNvCxnSpPr/>
          <p:nvPr/>
        </p:nvCxnSpPr>
        <p:spPr>
          <a:xfrm>
            <a:off x="2738448" y="1528767"/>
            <a:ext cx="0" cy="1381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eur droit 120"/>
          <p:cNvCxnSpPr/>
          <p:nvPr/>
        </p:nvCxnSpPr>
        <p:spPr>
          <a:xfrm>
            <a:off x="6357948" y="1495431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eur droit 121"/>
          <p:cNvCxnSpPr/>
          <p:nvPr/>
        </p:nvCxnSpPr>
        <p:spPr>
          <a:xfrm>
            <a:off x="6367457" y="1538282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eur droit 122"/>
          <p:cNvCxnSpPr/>
          <p:nvPr/>
        </p:nvCxnSpPr>
        <p:spPr>
          <a:xfrm>
            <a:off x="6429385" y="1538293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Forme libre 123"/>
          <p:cNvSpPr/>
          <p:nvPr/>
        </p:nvSpPr>
        <p:spPr>
          <a:xfrm flipV="1">
            <a:off x="4576762" y="4619624"/>
            <a:ext cx="585788" cy="214310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7" name="Organigramme : Joindre 126"/>
          <p:cNvSpPr/>
          <p:nvPr/>
        </p:nvSpPr>
        <p:spPr>
          <a:xfrm rot="5400000">
            <a:off x="5534042" y="5457829"/>
            <a:ext cx="204788" cy="157162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28" name="Forme libre 127"/>
          <p:cNvSpPr/>
          <p:nvPr/>
        </p:nvSpPr>
        <p:spPr>
          <a:xfrm flipV="1">
            <a:off x="4576746" y="4657725"/>
            <a:ext cx="981092" cy="876376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9" name="Organigramme : Délai 128"/>
          <p:cNvSpPr/>
          <p:nvPr/>
        </p:nvSpPr>
        <p:spPr>
          <a:xfrm rot="5400000">
            <a:off x="5417343" y="4798240"/>
            <a:ext cx="433388" cy="390524"/>
          </a:xfrm>
          <a:prstGeom prst="flowChartDelay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31" name="Connecteur droit 130"/>
          <p:cNvCxnSpPr/>
          <p:nvPr/>
        </p:nvCxnSpPr>
        <p:spPr>
          <a:xfrm>
            <a:off x="5424488" y="4743471"/>
            <a:ext cx="414337" cy="0"/>
          </a:xfrm>
          <a:prstGeom prst="lin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3" name="Connecteur droit 132"/>
          <p:cNvCxnSpPr/>
          <p:nvPr/>
        </p:nvCxnSpPr>
        <p:spPr>
          <a:xfrm>
            <a:off x="5253039" y="4833956"/>
            <a:ext cx="185736" cy="474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cteur droit 139"/>
          <p:cNvCxnSpPr/>
          <p:nvPr/>
        </p:nvCxnSpPr>
        <p:spPr>
          <a:xfrm>
            <a:off x="5819775" y="4838700"/>
            <a:ext cx="2000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eur droit 141"/>
          <p:cNvCxnSpPr/>
          <p:nvPr/>
        </p:nvCxnSpPr>
        <p:spPr>
          <a:xfrm>
            <a:off x="6148387" y="4838700"/>
            <a:ext cx="48101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necteur droit 143"/>
          <p:cNvCxnSpPr/>
          <p:nvPr/>
        </p:nvCxnSpPr>
        <p:spPr>
          <a:xfrm>
            <a:off x="5724527" y="5538788"/>
            <a:ext cx="90011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eur droit 148"/>
          <p:cNvCxnSpPr/>
          <p:nvPr/>
        </p:nvCxnSpPr>
        <p:spPr>
          <a:xfrm flipH="1">
            <a:off x="6624638" y="4833938"/>
            <a:ext cx="4762" cy="7048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Forme libre 149"/>
          <p:cNvSpPr/>
          <p:nvPr/>
        </p:nvSpPr>
        <p:spPr>
          <a:xfrm>
            <a:off x="6624637" y="3409951"/>
            <a:ext cx="1085851" cy="1428750"/>
          </a:xfrm>
          <a:custGeom>
            <a:avLst/>
            <a:gdLst>
              <a:gd name="connsiteX0" fmla="*/ 0 w 1462088"/>
              <a:gd name="connsiteY0" fmla="*/ 1428750 h 1428750"/>
              <a:gd name="connsiteX1" fmla="*/ 1462088 w 1462088"/>
              <a:gd name="connsiteY1" fmla="*/ 1428750 h 1428750"/>
              <a:gd name="connsiteX2" fmla="*/ 1462088 w 1462088"/>
              <a:gd name="connsiteY2" fmla="*/ 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62088" h="1428750">
                <a:moveTo>
                  <a:pt x="0" y="1428750"/>
                </a:moveTo>
                <a:lnTo>
                  <a:pt x="1462088" y="1428750"/>
                </a:lnTo>
                <a:lnTo>
                  <a:pt x="1462088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7" name="Connecteur droit 156"/>
          <p:cNvCxnSpPr/>
          <p:nvPr/>
        </p:nvCxnSpPr>
        <p:spPr>
          <a:xfrm>
            <a:off x="6624638" y="5538788"/>
            <a:ext cx="48101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Organigramme : Joindre 157"/>
          <p:cNvSpPr/>
          <p:nvPr/>
        </p:nvSpPr>
        <p:spPr>
          <a:xfrm rot="5400000">
            <a:off x="7077093" y="5457830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59" name="Connecteur droit 158"/>
          <p:cNvCxnSpPr/>
          <p:nvPr/>
        </p:nvCxnSpPr>
        <p:spPr>
          <a:xfrm>
            <a:off x="7262814" y="5543551"/>
            <a:ext cx="48101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Forme libre 159"/>
          <p:cNvSpPr/>
          <p:nvPr/>
        </p:nvSpPr>
        <p:spPr>
          <a:xfrm>
            <a:off x="5391150" y="5214938"/>
            <a:ext cx="242888" cy="119062"/>
          </a:xfrm>
          <a:custGeom>
            <a:avLst/>
            <a:gdLst>
              <a:gd name="connsiteX0" fmla="*/ 242888 w 242888"/>
              <a:gd name="connsiteY0" fmla="*/ 0 h 119062"/>
              <a:gd name="connsiteX1" fmla="*/ 242888 w 242888"/>
              <a:gd name="connsiteY1" fmla="*/ 119062 h 119062"/>
              <a:gd name="connsiteX2" fmla="*/ 0 w 242888"/>
              <a:gd name="connsiteY2" fmla="*/ 119062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88" h="119062">
                <a:moveTo>
                  <a:pt x="242888" y="0"/>
                </a:moveTo>
                <a:lnTo>
                  <a:pt x="242888" y="119062"/>
                </a:lnTo>
                <a:lnTo>
                  <a:pt x="0" y="119062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1" name="Organigramme : Joindre 160"/>
          <p:cNvSpPr/>
          <p:nvPr/>
        </p:nvSpPr>
        <p:spPr>
          <a:xfrm rot="5400000">
            <a:off x="5293542" y="5279248"/>
            <a:ext cx="95271" cy="100029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62" name="Organigramme : Joindre 161"/>
          <p:cNvSpPr/>
          <p:nvPr/>
        </p:nvSpPr>
        <p:spPr>
          <a:xfrm rot="10800000">
            <a:off x="7610453" y="3243284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64" name="Connecteur droit 163"/>
          <p:cNvCxnSpPr/>
          <p:nvPr/>
        </p:nvCxnSpPr>
        <p:spPr>
          <a:xfrm>
            <a:off x="7710449" y="666750"/>
            <a:ext cx="17" cy="25765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eur droit avec flèche 165"/>
          <p:cNvCxnSpPr/>
          <p:nvPr/>
        </p:nvCxnSpPr>
        <p:spPr>
          <a:xfrm>
            <a:off x="6396036" y="671539"/>
            <a:ext cx="1681163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à coins arrondis 172"/>
          <p:cNvSpPr/>
          <p:nvPr/>
        </p:nvSpPr>
        <p:spPr>
          <a:xfrm>
            <a:off x="5014914" y="2462213"/>
            <a:ext cx="161925" cy="123825"/>
          </a:xfrm>
          <a:prstGeom prst="round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75" name="Connecteur droit 174"/>
          <p:cNvCxnSpPr/>
          <p:nvPr/>
        </p:nvCxnSpPr>
        <p:spPr>
          <a:xfrm>
            <a:off x="5095876" y="2586037"/>
            <a:ext cx="0" cy="16668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Forme libre 176"/>
          <p:cNvSpPr/>
          <p:nvPr/>
        </p:nvSpPr>
        <p:spPr>
          <a:xfrm>
            <a:off x="6710363" y="1857375"/>
            <a:ext cx="523875" cy="247650"/>
          </a:xfrm>
          <a:custGeom>
            <a:avLst/>
            <a:gdLst>
              <a:gd name="connsiteX0" fmla="*/ 0 w 357187"/>
              <a:gd name="connsiteY0" fmla="*/ 247650 h 247650"/>
              <a:gd name="connsiteX1" fmla="*/ 357187 w 357187"/>
              <a:gd name="connsiteY1" fmla="*/ 247650 h 247650"/>
              <a:gd name="connsiteX2" fmla="*/ 357187 w 35718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187" h="247650">
                <a:moveTo>
                  <a:pt x="0" y="247650"/>
                </a:moveTo>
                <a:lnTo>
                  <a:pt x="357187" y="247650"/>
                </a:lnTo>
                <a:lnTo>
                  <a:pt x="357187" y="0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8" name="Triangle isocèle 177"/>
          <p:cNvSpPr/>
          <p:nvPr/>
        </p:nvSpPr>
        <p:spPr>
          <a:xfrm>
            <a:off x="7191378" y="1724027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79" name="Triangle isocèle 178"/>
          <p:cNvSpPr/>
          <p:nvPr/>
        </p:nvSpPr>
        <p:spPr>
          <a:xfrm rot="5400000" flipV="1">
            <a:off x="7259568" y="1647964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0" name="Forme libre 179"/>
          <p:cNvSpPr/>
          <p:nvPr/>
        </p:nvSpPr>
        <p:spPr>
          <a:xfrm>
            <a:off x="7172325" y="1504950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2" name="Triangle isocèle 181"/>
          <p:cNvSpPr/>
          <p:nvPr/>
        </p:nvSpPr>
        <p:spPr>
          <a:xfrm>
            <a:off x="1828780" y="1771651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83" name="Triangle isocèle 182"/>
          <p:cNvSpPr/>
          <p:nvPr/>
        </p:nvSpPr>
        <p:spPr>
          <a:xfrm rot="16200000" flipH="1" flipV="1">
            <a:off x="1773145" y="1695588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4" name="Forme libre 183"/>
          <p:cNvSpPr/>
          <p:nvPr/>
        </p:nvSpPr>
        <p:spPr>
          <a:xfrm>
            <a:off x="1809727" y="1552574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5" name="Bouée 184"/>
          <p:cNvSpPr/>
          <p:nvPr/>
        </p:nvSpPr>
        <p:spPr>
          <a:xfrm>
            <a:off x="1623990" y="1123951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86" name="Forme libre 185"/>
          <p:cNvSpPr/>
          <p:nvPr/>
        </p:nvSpPr>
        <p:spPr>
          <a:xfrm flipH="1">
            <a:off x="1866901" y="1885949"/>
            <a:ext cx="590550" cy="247650"/>
          </a:xfrm>
          <a:custGeom>
            <a:avLst/>
            <a:gdLst>
              <a:gd name="connsiteX0" fmla="*/ 0 w 357187"/>
              <a:gd name="connsiteY0" fmla="*/ 247650 h 247650"/>
              <a:gd name="connsiteX1" fmla="*/ 357187 w 357187"/>
              <a:gd name="connsiteY1" fmla="*/ 247650 h 247650"/>
              <a:gd name="connsiteX2" fmla="*/ 357187 w 35718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187" h="247650">
                <a:moveTo>
                  <a:pt x="0" y="247650"/>
                </a:moveTo>
                <a:lnTo>
                  <a:pt x="357187" y="247650"/>
                </a:lnTo>
                <a:lnTo>
                  <a:pt x="357187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0" name="Organigramme : Connecteur 189"/>
          <p:cNvSpPr/>
          <p:nvPr/>
        </p:nvSpPr>
        <p:spPr>
          <a:xfrm>
            <a:off x="6791327" y="1504950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1" name="Connecteur droit 190"/>
          <p:cNvCxnSpPr/>
          <p:nvPr/>
        </p:nvCxnSpPr>
        <p:spPr>
          <a:xfrm>
            <a:off x="6943735" y="1795463"/>
            <a:ext cx="1" cy="3143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Organigramme : Connecteur 191"/>
          <p:cNvSpPr/>
          <p:nvPr/>
        </p:nvSpPr>
        <p:spPr>
          <a:xfrm>
            <a:off x="2905125" y="18097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3" name="Connecteur droit 192"/>
          <p:cNvCxnSpPr/>
          <p:nvPr/>
        </p:nvCxnSpPr>
        <p:spPr>
          <a:xfrm>
            <a:off x="3067051" y="2095501"/>
            <a:ext cx="0" cy="142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Organigramme : Connecteur 197"/>
          <p:cNvSpPr/>
          <p:nvPr/>
        </p:nvSpPr>
        <p:spPr>
          <a:xfrm>
            <a:off x="4200525" y="35623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9" name="Connecteur droit 198"/>
          <p:cNvCxnSpPr/>
          <p:nvPr/>
        </p:nvCxnSpPr>
        <p:spPr>
          <a:xfrm flipH="1" flipV="1">
            <a:off x="4114800" y="3705225"/>
            <a:ext cx="95250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Organigramme : Connecteur 199"/>
          <p:cNvSpPr/>
          <p:nvPr/>
        </p:nvSpPr>
        <p:spPr>
          <a:xfrm>
            <a:off x="4648200" y="355759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01" name="Connecteur droit 200"/>
          <p:cNvCxnSpPr>
            <a:stCxn id="200" idx="6"/>
          </p:cNvCxnSpPr>
          <p:nvPr/>
        </p:nvCxnSpPr>
        <p:spPr>
          <a:xfrm flipV="1">
            <a:off x="4948238" y="3700465"/>
            <a:ext cx="7143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Organigramme : Connecteur 201"/>
          <p:cNvSpPr/>
          <p:nvPr/>
        </p:nvSpPr>
        <p:spPr>
          <a:xfrm>
            <a:off x="5948362" y="18097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03" name="Connecteur droit 202"/>
          <p:cNvCxnSpPr/>
          <p:nvPr/>
        </p:nvCxnSpPr>
        <p:spPr>
          <a:xfrm>
            <a:off x="6110288" y="2095501"/>
            <a:ext cx="0" cy="142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Connecteur droit 210"/>
          <p:cNvCxnSpPr/>
          <p:nvPr/>
        </p:nvCxnSpPr>
        <p:spPr>
          <a:xfrm>
            <a:off x="3924300" y="4229099"/>
            <a:ext cx="2952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Organigramme : Joindre 214"/>
          <p:cNvSpPr/>
          <p:nvPr/>
        </p:nvSpPr>
        <p:spPr>
          <a:xfrm>
            <a:off x="5579292" y="4545822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16" name="Organigramme : Joindre 215"/>
          <p:cNvSpPr/>
          <p:nvPr/>
        </p:nvSpPr>
        <p:spPr>
          <a:xfrm rot="10800000">
            <a:off x="5579292" y="4331510"/>
            <a:ext cx="95271" cy="100029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17" name="Rectangle à coins arrondis 216"/>
          <p:cNvSpPr/>
          <p:nvPr/>
        </p:nvSpPr>
        <p:spPr>
          <a:xfrm>
            <a:off x="5738811" y="4333875"/>
            <a:ext cx="61911" cy="100012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19" name="Connecteur droit 218"/>
          <p:cNvCxnSpPr/>
          <p:nvPr/>
        </p:nvCxnSpPr>
        <p:spPr>
          <a:xfrm>
            <a:off x="5638800" y="4386263"/>
            <a:ext cx="9525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Forme libre 220"/>
          <p:cNvSpPr/>
          <p:nvPr/>
        </p:nvSpPr>
        <p:spPr>
          <a:xfrm>
            <a:off x="4605338" y="4224338"/>
            <a:ext cx="1019175" cy="104775"/>
          </a:xfrm>
          <a:custGeom>
            <a:avLst/>
            <a:gdLst>
              <a:gd name="connsiteX0" fmla="*/ 0 w 1019175"/>
              <a:gd name="connsiteY0" fmla="*/ 0 h 90487"/>
              <a:gd name="connsiteX1" fmla="*/ 1019175 w 1019175"/>
              <a:gd name="connsiteY1" fmla="*/ 0 h 90487"/>
              <a:gd name="connsiteX2" fmla="*/ 1019175 w 1019175"/>
              <a:gd name="connsiteY2" fmla="*/ 90487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9175" h="90487">
                <a:moveTo>
                  <a:pt x="0" y="0"/>
                </a:moveTo>
                <a:lnTo>
                  <a:pt x="1019175" y="0"/>
                </a:lnTo>
                <a:lnTo>
                  <a:pt x="1019175" y="90487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23" name="Connecteur droit 222"/>
          <p:cNvCxnSpPr/>
          <p:nvPr/>
        </p:nvCxnSpPr>
        <p:spPr>
          <a:xfrm>
            <a:off x="5629275" y="4424363"/>
            <a:ext cx="0" cy="1047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necteur droit 223"/>
          <p:cNvCxnSpPr/>
          <p:nvPr/>
        </p:nvCxnSpPr>
        <p:spPr>
          <a:xfrm>
            <a:off x="5629276" y="4638674"/>
            <a:ext cx="0" cy="1047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Organigramme : Joindre 224"/>
          <p:cNvSpPr/>
          <p:nvPr/>
        </p:nvSpPr>
        <p:spPr>
          <a:xfrm>
            <a:off x="6893741" y="1878822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27" name="Organigramme : Connecteur 226"/>
          <p:cNvSpPr/>
          <p:nvPr/>
        </p:nvSpPr>
        <p:spPr>
          <a:xfrm>
            <a:off x="2076453" y="1528762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28" name="Connecteur droit 227"/>
          <p:cNvCxnSpPr/>
          <p:nvPr/>
        </p:nvCxnSpPr>
        <p:spPr>
          <a:xfrm>
            <a:off x="2228861" y="1819275"/>
            <a:ext cx="1" cy="3143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Organigramme : Joindre 228"/>
          <p:cNvSpPr/>
          <p:nvPr/>
        </p:nvSpPr>
        <p:spPr>
          <a:xfrm>
            <a:off x="2178867" y="1902634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30" name="Organigramme : Connecteur 229"/>
          <p:cNvSpPr/>
          <p:nvPr/>
        </p:nvSpPr>
        <p:spPr>
          <a:xfrm>
            <a:off x="1633540" y="4991100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31" name="Connecteur droit 230"/>
          <p:cNvCxnSpPr/>
          <p:nvPr/>
        </p:nvCxnSpPr>
        <p:spPr>
          <a:xfrm>
            <a:off x="1785948" y="5281613"/>
            <a:ext cx="1" cy="3143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onnecteur droit 232"/>
          <p:cNvCxnSpPr/>
          <p:nvPr/>
        </p:nvCxnSpPr>
        <p:spPr>
          <a:xfrm>
            <a:off x="4467225" y="4605338"/>
            <a:ext cx="219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cteur droit 233"/>
          <p:cNvCxnSpPr/>
          <p:nvPr/>
        </p:nvCxnSpPr>
        <p:spPr>
          <a:xfrm>
            <a:off x="4576762" y="3290883"/>
            <a:ext cx="6" cy="110964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Connecteur droit avec flèche 234"/>
          <p:cNvCxnSpPr/>
          <p:nvPr/>
        </p:nvCxnSpPr>
        <p:spPr>
          <a:xfrm>
            <a:off x="4471988" y="4405312"/>
            <a:ext cx="228600" cy="2000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Connecteur droit 237"/>
          <p:cNvCxnSpPr/>
          <p:nvPr/>
        </p:nvCxnSpPr>
        <p:spPr>
          <a:xfrm>
            <a:off x="4467226" y="4405312"/>
            <a:ext cx="219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Rectangle 259"/>
          <p:cNvSpPr/>
          <p:nvPr/>
        </p:nvSpPr>
        <p:spPr>
          <a:xfrm>
            <a:off x="2657475" y="25241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S301A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61" name="Rectangle 260"/>
          <p:cNvSpPr/>
          <p:nvPr/>
        </p:nvSpPr>
        <p:spPr>
          <a:xfrm>
            <a:off x="5695950" y="25241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S301B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62" name="Rectangle 261"/>
          <p:cNvSpPr/>
          <p:nvPr/>
        </p:nvSpPr>
        <p:spPr>
          <a:xfrm>
            <a:off x="2143125" y="543877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Réchauffeur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3" name="Rectangle 262"/>
          <p:cNvSpPr/>
          <p:nvPr/>
        </p:nvSpPr>
        <p:spPr>
          <a:xfrm>
            <a:off x="609600" y="3933825"/>
            <a:ext cx="819150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Sortie F301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4" name="Rectangle 263"/>
          <p:cNvSpPr/>
          <p:nvPr/>
        </p:nvSpPr>
        <p:spPr>
          <a:xfrm>
            <a:off x="676274" y="809625"/>
            <a:ext cx="6858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S302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5" name="Rectangle 264"/>
          <p:cNvSpPr/>
          <p:nvPr/>
        </p:nvSpPr>
        <p:spPr>
          <a:xfrm>
            <a:off x="7915275" y="457200"/>
            <a:ext cx="866775" cy="4095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Réseau usine 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6" name="Rectangle 265"/>
          <p:cNvSpPr/>
          <p:nvPr/>
        </p:nvSpPr>
        <p:spPr>
          <a:xfrm>
            <a:off x="3276600" y="61817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Vapeur 25B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7" name="Rectangle 266"/>
          <p:cNvSpPr/>
          <p:nvPr/>
        </p:nvSpPr>
        <p:spPr>
          <a:xfrm>
            <a:off x="2847975" y="50387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Soufflante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125" name="Organigramme : Joindre 124"/>
          <p:cNvSpPr/>
          <p:nvPr/>
        </p:nvSpPr>
        <p:spPr>
          <a:xfrm rot="5400000">
            <a:off x="5105417" y="4752997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68" name="Rectangle 267"/>
          <p:cNvSpPr/>
          <p:nvPr/>
        </p:nvSpPr>
        <p:spPr>
          <a:xfrm>
            <a:off x="5400675" y="4800600"/>
            <a:ext cx="4762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 smtClean="0">
                <a:solidFill>
                  <a:schemeClr val="tx1"/>
                </a:solidFill>
              </a:rPr>
              <a:t>X 301</a:t>
            </a:r>
            <a:endParaRPr lang="fr-FR" sz="1200" b="1" dirty="0">
              <a:solidFill>
                <a:schemeClr val="tx1"/>
              </a:solidFill>
            </a:endParaRPr>
          </a:p>
        </p:txBody>
      </p:sp>
      <p:sp>
        <p:nvSpPr>
          <p:cNvPr id="269" name="Rectangle 268"/>
          <p:cNvSpPr/>
          <p:nvPr/>
        </p:nvSpPr>
        <p:spPr>
          <a:xfrm>
            <a:off x="1600199" y="1162050"/>
            <a:ext cx="4953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3004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0" name="Rectangle 269"/>
          <p:cNvSpPr/>
          <p:nvPr/>
        </p:nvSpPr>
        <p:spPr>
          <a:xfrm>
            <a:off x="6981824" y="1133475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3003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71" name="Bouée 270"/>
          <p:cNvSpPr/>
          <p:nvPr/>
        </p:nvSpPr>
        <p:spPr>
          <a:xfrm>
            <a:off x="6996090" y="1085851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77" name="Rectangle 276"/>
          <p:cNvSpPr/>
          <p:nvPr/>
        </p:nvSpPr>
        <p:spPr>
          <a:xfrm>
            <a:off x="2057400" y="1514475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8" name="Rectangle 277"/>
          <p:cNvSpPr/>
          <p:nvPr/>
        </p:nvSpPr>
        <p:spPr>
          <a:xfrm>
            <a:off x="6772275" y="1485900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9" name="Rectangle 278"/>
          <p:cNvSpPr/>
          <p:nvPr/>
        </p:nvSpPr>
        <p:spPr>
          <a:xfrm>
            <a:off x="1619250" y="4972050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80" name="Rectangle 279"/>
          <p:cNvSpPr/>
          <p:nvPr/>
        </p:nvSpPr>
        <p:spPr>
          <a:xfrm>
            <a:off x="6772275" y="3867150"/>
            <a:ext cx="80962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Hygromètre AR301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82" name="Forme libre 281"/>
          <p:cNvSpPr/>
          <p:nvPr/>
        </p:nvSpPr>
        <p:spPr>
          <a:xfrm>
            <a:off x="5629275" y="4200525"/>
            <a:ext cx="1543050" cy="285750"/>
          </a:xfrm>
          <a:custGeom>
            <a:avLst/>
            <a:gdLst>
              <a:gd name="connsiteX0" fmla="*/ 0 w 923925"/>
              <a:gd name="connsiteY0" fmla="*/ 457200 h 457200"/>
              <a:gd name="connsiteX1" fmla="*/ 923925 w 923925"/>
              <a:gd name="connsiteY1" fmla="*/ 457200 h 457200"/>
              <a:gd name="connsiteX2" fmla="*/ 923925 w 923925"/>
              <a:gd name="connsiteY2" fmla="*/ 0 h 457200"/>
              <a:gd name="connsiteX3" fmla="*/ 923925 w 923925"/>
              <a:gd name="connsiteY3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3925" h="457200">
                <a:moveTo>
                  <a:pt x="0" y="457200"/>
                </a:moveTo>
                <a:lnTo>
                  <a:pt x="923925" y="457200"/>
                </a:lnTo>
                <a:lnTo>
                  <a:pt x="923925" y="0"/>
                </a:lnTo>
                <a:lnTo>
                  <a:pt x="923925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86" name="Connecteur droit avec flèche 285"/>
          <p:cNvCxnSpPr/>
          <p:nvPr/>
        </p:nvCxnSpPr>
        <p:spPr>
          <a:xfrm flipH="1">
            <a:off x="7715250" y="3857625"/>
            <a:ext cx="762000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Rectangle 287"/>
          <p:cNvSpPr/>
          <p:nvPr/>
        </p:nvSpPr>
        <p:spPr>
          <a:xfrm>
            <a:off x="8077199" y="3581400"/>
            <a:ext cx="885825" cy="5238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Secours Azote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89" name="Organigramme : Joindre 288"/>
          <p:cNvSpPr/>
          <p:nvPr/>
        </p:nvSpPr>
        <p:spPr>
          <a:xfrm rot="5400000">
            <a:off x="7962917" y="3776666"/>
            <a:ext cx="204788" cy="157162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90" name="Rectangle à coins arrondis 289"/>
          <p:cNvSpPr/>
          <p:nvPr/>
        </p:nvSpPr>
        <p:spPr>
          <a:xfrm>
            <a:off x="7981951" y="3557588"/>
            <a:ext cx="161925" cy="123825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91" name="Connecteur droit 290"/>
          <p:cNvCxnSpPr>
            <a:stCxn id="289" idx="1"/>
            <a:endCxn id="290" idx="2"/>
          </p:cNvCxnSpPr>
          <p:nvPr/>
        </p:nvCxnSpPr>
        <p:spPr>
          <a:xfrm flipH="1" flipV="1">
            <a:off x="8062914" y="3681413"/>
            <a:ext cx="2397" cy="173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Forme libre 299"/>
          <p:cNvSpPr/>
          <p:nvPr/>
        </p:nvSpPr>
        <p:spPr>
          <a:xfrm flipH="1">
            <a:off x="3533775" y="657225"/>
            <a:ext cx="1038225" cy="1552576"/>
          </a:xfrm>
          <a:custGeom>
            <a:avLst/>
            <a:gdLst>
              <a:gd name="connsiteX0" fmla="*/ 0 w 2514600"/>
              <a:gd name="connsiteY0" fmla="*/ 914400 h 914400"/>
              <a:gd name="connsiteX1" fmla="*/ 0 w 2514600"/>
              <a:gd name="connsiteY1" fmla="*/ 0 h 914400"/>
              <a:gd name="connsiteX2" fmla="*/ 2514600 w 25146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0" h="914400">
                <a:moveTo>
                  <a:pt x="0" y="914400"/>
                </a:moveTo>
                <a:lnTo>
                  <a:pt x="0" y="0"/>
                </a:lnTo>
                <a:lnTo>
                  <a:pt x="25146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01" name="Connecteur droit 300"/>
          <p:cNvCxnSpPr/>
          <p:nvPr/>
        </p:nvCxnSpPr>
        <p:spPr>
          <a:xfrm>
            <a:off x="3467101" y="600075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Connecteur droit 301"/>
          <p:cNvCxnSpPr/>
          <p:nvPr/>
        </p:nvCxnSpPr>
        <p:spPr>
          <a:xfrm>
            <a:off x="3524241" y="600059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Organigramme : Connecteur 304"/>
          <p:cNvSpPr/>
          <p:nvPr/>
        </p:nvSpPr>
        <p:spPr>
          <a:xfrm>
            <a:off x="3305175" y="881061"/>
            <a:ext cx="395291" cy="404813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306" name="Connecteur droit 305"/>
          <p:cNvCxnSpPr/>
          <p:nvPr/>
        </p:nvCxnSpPr>
        <p:spPr>
          <a:xfrm>
            <a:off x="3495686" y="561975"/>
            <a:ext cx="1" cy="3143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Connecteur droit 314"/>
          <p:cNvCxnSpPr/>
          <p:nvPr/>
        </p:nvCxnSpPr>
        <p:spPr>
          <a:xfrm>
            <a:off x="2686061" y="3924305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Connecteur droit 316"/>
          <p:cNvCxnSpPr/>
          <p:nvPr/>
        </p:nvCxnSpPr>
        <p:spPr>
          <a:xfrm>
            <a:off x="2747973" y="3776667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Organigramme : Joindre 317"/>
          <p:cNvSpPr/>
          <p:nvPr/>
        </p:nvSpPr>
        <p:spPr>
          <a:xfrm>
            <a:off x="2695575" y="3945747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19" name="Connecteur droit 318"/>
          <p:cNvCxnSpPr/>
          <p:nvPr/>
        </p:nvCxnSpPr>
        <p:spPr>
          <a:xfrm>
            <a:off x="6381761" y="3952880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Connecteur droit 319"/>
          <p:cNvCxnSpPr/>
          <p:nvPr/>
        </p:nvCxnSpPr>
        <p:spPr>
          <a:xfrm>
            <a:off x="6443673" y="3805242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Organigramme : Joindre 320"/>
          <p:cNvSpPr/>
          <p:nvPr/>
        </p:nvSpPr>
        <p:spPr>
          <a:xfrm>
            <a:off x="6391275" y="3974322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22" name="Rectangle 321"/>
          <p:cNvSpPr/>
          <p:nvPr/>
        </p:nvSpPr>
        <p:spPr>
          <a:xfrm>
            <a:off x="3495675" y="5438775"/>
            <a:ext cx="438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fr-FR" sz="1200" dirty="0" smtClean="0">
                <a:solidFill>
                  <a:schemeClr val="tx1"/>
                </a:solidFill>
              </a:rPr>
              <a:t>AIR</a:t>
            </a:r>
            <a:endParaRPr lang="fr-FR" sz="1200" dirty="0">
              <a:solidFill>
                <a:schemeClr val="tx1"/>
              </a:solidFill>
            </a:endParaRPr>
          </a:p>
        </p:txBody>
      </p:sp>
      <p:cxnSp>
        <p:nvCxnSpPr>
          <p:cNvPr id="330" name="Connecteur droit 329"/>
          <p:cNvCxnSpPr/>
          <p:nvPr/>
        </p:nvCxnSpPr>
        <p:spPr>
          <a:xfrm>
            <a:off x="7743825" y="5343525"/>
            <a:ext cx="0" cy="39052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1" name="Rectangle 330"/>
          <p:cNvSpPr/>
          <p:nvPr/>
        </p:nvSpPr>
        <p:spPr>
          <a:xfrm>
            <a:off x="7743824" y="5286376"/>
            <a:ext cx="971551" cy="4953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Sécheurs d’appoint 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340" name="Rectangle 339"/>
          <p:cNvSpPr/>
          <p:nvPr/>
        </p:nvSpPr>
        <p:spPr>
          <a:xfrm>
            <a:off x="2838450" y="1790700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T301 A1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5876925" y="18002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T301 B1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4133850" y="35528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T301 A2</a:t>
            </a:r>
          </a:p>
        </p:txBody>
      </p:sp>
      <p:sp>
        <p:nvSpPr>
          <p:cNvPr id="343" name="Rectangle 342"/>
          <p:cNvSpPr/>
          <p:nvPr/>
        </p:nvSpPr>
        <p:spPr>
          <a:xfrm>
            <a:off x="4581525" y="35528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T301 B2</a:t>
            </a:r>
          </a:p>
        </p:txBody>
      </p:sp>
      <p:sp>
        <p:nvSpPr>
          <p:cNvPr id="344" name="Rectangle à coins arrondis 343"/>
          <p:cNvSpPr/>
          <p:nvPr/>
        </p:nvSpPr>
        <p:spPr>
          <a:xfrm>
            <a:off x="4676775" y="6038850"/>
            <a:ext cx="3714750" cy="47625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S301 : A = chauffage, B = service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04" name="Organigramme : Connecteur 103"/>
          <p:cNvSpPr/>
          <p:nvPr/>
        </p:nvSpPr>
        <p:spPr>
          <a:xfrm>
            <a:off x="2205035" y="5867400"/>
            <a:ext cx="138113" cy="133350"/>
          </a:xfrm>
          <a:prstGeom prst="flowChartConnector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5" name="Rectangle 344"/>
          <p:cNvSpPr/>
          <p:nvPr/>
        </p:nvSpPr>
        <p:spPr>
          <a:xfrm>
            <a:off x="5257801" y="514350"/>
            <a:ext cx="118110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S302 / S303</a:t>
            </a:r>
          </a:p>
        </p:txBody>
      </p:sp>
      <p:sp>
        <p:nvSpPr>
          <p:cNvPr id="126" name="Organigramme : Joindre 125"/>
          <p:cNvSpPr/>
          <p:nvPr/>
        </p:nvSpPr>
        <p:spPr>
          <a:xfrm rot="5400000">
            <a:off x="5981717" y="4757758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87" name="Connecteur droit 186"/>
          <p:cNvCxnSpPr/>
          <p:nvPr/>
        </p:nvCxnSpPr>
        <p:spPr>
          <a:xfrm>
            <a:off x="2357440" y="2395538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8" name="Connecteur droit 187"/>
          <p:cNvCxnSpPr/>
          <p:nvPr/>
        </p:nvCxnSpPr>
        <p:spPr>
          <a:xfrm>
            <a:off x="6815140" y="2386013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" name="Groupe 217"/>
          <p:cNvGrpSpPr/>
          <p:nvPr/>
        </p:nvGrpSpPr>
        <p:grpSpPr>
          <a:xfrm>
            <a:off x="4262437" y="4176712"/>
            <a:ext cx="271456" cy="114300"/>
            <a:chOff x="2952750" y="4214813"/>
            <a:chExt cx="271456" cy="114300"/>
          </a:xfrm>
        </p:grpSpPr>
        <p:cxnSp>
          <p:nvCxnSpPr>
            <p:cNvPr id="197" name="Connecteur droit 196"/>
            <p:cNvCxnSpPr/>
            <p:nvPr/>
          </p:nvCxnSpPr>
          <p:spPr>
            <a:xfrm flipV="1">
              <a:off x="3033712" y="4219575"/>
              <a:ext cx="0" cy="104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cteur droit 203"/>
            <p:cNvCxnSpPr/>
            <p:nvPr/>
          </p:nvCxnSpPr>
          <p:spPr>
            <a:xfrm flipV="1">
              <a:off x="3148012" y="4219575"/>
              <a:ext cx="0" cy="104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cteur droit 208"/>
            <p:cNvCxnSpPr/>
            <p:nvPr/>
          </p:nvCxnSpPr>
          <p:spPr>
            <a:xfrm>
              <a:off x="3148006" y="4271963"/>
              <a:ext cx="76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necteur droit 209"/>
            <p:cNvCxnSpPr/>
            <p:nvPr/>
          </p:nvCxnSpPr>
          <p:spPr>
            <a:xfrm>
              <a:off x="2952750" y="4271963"/>
              <a:ext cx="76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necteur droit avec flèche 212"/>
            <p:cNvCxnSpPr/>
            <p:nvPr/>
          </p:nvCxnSpPr>
          <p:spPr>
            <a:xfrm flipH="1">
              <a:off x="3028951" y="4214813"/>
              <a:ext cx="119063" cy="1143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4" name="Organigramme : Joindre 213"/>
          <p:cNvSpPr/>
          <p:nvPr/>
        </p:nvSpPr>
        <p:spPr>
          <a:xfrm rot="5400000">
            <a:off x="4169593" y="4174348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20" name="Organigramme : Connecteur 219"/>
          <p:cNvSpPr/>
          <p:nvPr/>
        </p:nvSpPr>
        <p:spPr>
          <a:xfrm>
            <a:off x="7343775" y="424339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22" name="Connecteur droit 221"/>
          <p:cNvCxnSpPr>
            <a:stCxn id="220" idx="6"/>
          </p:cNvCxnSpPr>
          <p:nvPr/>
        </p:nvCxnSpPr>
        <p:spPr>
          <a:xfrm flipV="1">
            <a:off x="7643813" y="4386265"/>
            <a:ext cx="7143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Rectangle 225"/>
          <p:cNvSpPr/>
          <p:nvPr/>
        </p:nvSpPr>
        <p:spPr>
          <a:xfrm>
            <a:off x="7267575" y="421957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TI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323849" y="1495425"/>
            <a:ext cx="6858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S303</a:t>
            </a:r>
            <a:endParaRPr lang="fr-FR" sz="1400" b="1" dirty="0">
              <a:solidFill>
                <a:schemeClr val="tx1"/>
              </a:solidFill>
            </a:endParaRPr>
          </a:p>
        </p:txBody>
      </p:sp>
      <p:grpSp>
        <p:nvGrpSpPr>
          <p:cNvPr id="3" name="Groupe 251"/>
          <p:cNvGrpSpPr/>
          <p:nvPr/>
        </p:nvGrpSpPr>
        <p:grpSpPr>
          <a:xfrm>
            <a:off x="4259923" y="2804217"/>
            <a:ext cx="627815" cy="623046"/>
            <a:chOff x="202273" y="5356917"/>
            <a:chExt cx="627815" cy="623046"/>
          </a:xfrm>
          <a:solidFill>
            <a:schemeClr val="bg1">
              <a:lumMod val="85000"/>
            </a:schemeClr>
          </a:solidFill>
        </p:grpSpPr>
        <p:sp>
          <p:nvSpPr>
            <p:cNvPr id="256" name="Ellipse 255"/>
            <p:cNvSpPr/>
            <p:nvPr/>
          </p:nvSpPr>
          <p:spPr>
            <a:xfrm>
              <a:off x="340519" y="5495923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8" name="Arc plein 257"/>
            <p:cNvSpPr/>
            <p:nvPr/>
          </p:nvSpPr>
          <p:spPr>
            <a:xfrm rot="17940000">
              <a:off x="518794" y="5668668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272" name="Arc plein 271"/>
            <p:cNvSpPr/>
            <p:nvPr/>
          </p:nvSpPr>
          <p:spPr>
            <a:xfrm rot="6960000">
              <a:off x="202586" y="5356604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4" name="Groupe 272"/>
          <p:cNvGrpSpPr/>
          <p:nvPr/>
        </p:nvGrpSpPr>
        <p:grpSpPr>
          <a:xfrm rot="5340000">
            <a:off x="4269448" y="2423217"/>
            <a:ext cx="627815" cy="623046"/>
            <a:chOff x="192748" y="5356917"/>
            <a:chExt cx="627815" cy="623046"/>
          </a:xfrm>
          <a:solidFill>
            <a:schemeClr val="bg1">
              <a:lumMod val="85000"/>
            </a:schemeClr>
          </a:solidFill>
        </p:grpSpPr>
        <p:sp>
          <p:nvSpPr>
            <p:cNvPr id="274" name="Ellipse 273"/>
            <p:cNvSpPr/>
            <p:nvPr/>
          </p:nvSpPr>
          <p:spPr>
            <a:xfrm>
              <a:off x="340519" y="5495923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5" name="Arc plein 274"/>
            <p:cNvSpPr/>
            <p:nvPr/>
          </p:nvSpPr>
          <p:spPr>
            <a:xfrm rot="-3660000">
              <a:off x="509269" y="5668668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281" name="Arc plein 280"/>
            <p:cNvSpPr/>
            <p:nvPr/>
          </p:nvSpPr>
          <p:spPr>
            <a:xfrm rot="6960000">
              <a:off x="193061" y="5356604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5" name="Groupe 282"/>
          <p:cNvGrpSpPr/>
          <p:nvPr/>
        </p:nvGrpSpPr>
        <p:grpSpPr>
          <a:xfrm rot="-5280000">
            <a:off x="4255163" y="2075721"/>
            <a:ext cx="637334" cy="622713"/>
            <a:chOff x="192748" y="5356917"/>
            <a:chExt cx="637334" cy="622713"/>
          </a:xfrm>
          <a:solidFill>
            <a:schemeClr val="bg1">
              <a:lumMod val="85000"/>
            </a:schemeClr>
          </a:solidFill>
        </p:grpSpPr>
        <p:sp>
          <p:nvSpPr>
            <p:cNvPr id="284" name="Ellipse 283"/>
            <p:cNvSpPr/>
            <p:nvPr/>
          </p:nvSpPr>
          <p:spPr>
            <a:xfrm>
              <a:off x="340519" y="5495923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5" name="Arc plein 284"/>
            <p:cNvSpPr/>
            <p:nvPr/>
          </p:nvSpPr>
          <p:spPr>
            <a:xfrm rot="17940000">
              <a:off x="518788" y="5668335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287" name="Arc plein 286"/>
            <p:cNvSpPr/>
            <p:nvPr/>
          </p:nvSpPr>
          <p:spPr>
            <a:xfrm rot="6960000">
              <a:off x="193061" y="5356604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cxnSp>
        <p:nvCxnSpPr>
          <p:cNvPr id="292" name="Connecteur droit avec flèche 291"/>
          <p:cNvCxnSpPr/>
          <p:nvPr/>
        </p:nvCxnSpPr>
        <p:spPr>
          <a:xfrm flipV="1">
            <a:off x="5286374" y="1085850"/>
            <a:ext cx="342901" cy="28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3" name="Rectangle 292"/>
          <p:cNvSpPr/>
          <p:nvPr/>
        </p:nvSpPr>
        <p:spPr>
          <a:xfrm>
            <a:off x="5438775" y="914400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Event 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195" name="Organigramme : Joindre 194"/>
          <p:cNvSpPr/>
          <p:nvPr/>
        </p:nvSpPr>
        <p:spPr>
          <a:xfrm rot="5400000">
            <a:off x="6084118" y="4441048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05" name="Rectangle 204"/>
          <p:cNvSpPr/>
          <p:nvPr/>
        </p:nvSpPr>
        <p:spPr>
          <a:xfrm>
            <a:off x="266700" y="6181726"/>
            <a:ext cx="1904999" cy="361950"/>
          </a:xfrm>
          <a:prstGeom prst="rect">
            <a:avLst/>
          </a:prstGeom>
          <a:solidFill>
            <a:srgbClr val="FFFF99"/>
          </a:solidFill>
          <a:ln w="6350" cmpd="dbl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 smtClean="0">
                <a:solidFill>
                  <a:schemeClr val="tx1"/>
                </a:solidFill>
              </a:rPr>
              <a:t>PCF AIR INSTRUMENT </a:t>
            </a:r>
          </a:p>
          <a:p>
            <a:pPr algn="ctr"/>
            <a:r>
              <a:rPr lang="fr-FR" sz="1100" b="1" dirty="0" smtClean="0">
                <a:solidFill>
                  <a:schemeClr val="tx1"/>
                </a:solidFill>
              </a:rPr>
              <a:t>7841 901 330</a:t>
            </a:r>
          </a:p>
        </p:txBody>
      </p:sp>
      <p:cxnSp>
        <p:nvCxnSpPr>
          <p:cNvPr id="196" name="Connecteur droit 195"/>
          <p:cNvCxnSpPr/>
          <p:nvPr/>
        </p:nvCxnSpPr>
        <p:spPr>
          <a:xfrm>
            <a:off x="1019175" y="2971800"/>
            <a:ext cx="0" cy="42862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Connecteur droit 205"/>
          <p:cNvCxnSpPr/>
          <p:nvPr/>
        </p:nvCxnSpPr>
        <p:spPr>
          <a:xfrm>
            <a:off x="514350" y="3409950"/>
            <a:ext cx="981075" cy="0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Connecteur droit 206"/>
          <p:cNvCxnSpPr/>
          <p:nvPr/>
        </p:nvCxnSpPr>
        <p:spPr>
          <a:xfrm>
            <a:off x="666750" y="2981325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Organigramme : Joindre 207"/>
          <p:cNvSpPr/>
          <p:nvPr/>
        </p:nvSpPr>
        <p:spPr>
          <a:xfrm rot="10800000">
            <a:off x="552428" y="2814659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12" name="Organigramme : Joindre 211"/>
          <p:cNvSpPr/>
          <p:nvPr/>
        </p:nvSpPr>
        <p:spPr>
          <a:xfrm rot="10800000">
            <a:off x="914378" y="2824184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18" name="Connecteur droit 217"/>
          <p:cNvCxnSpPr/>
          <p:nvPr/>
        </p:nvCxnSpPr>
        <p:spPr>
          <a:xfrm>
            <a:off x="1019175" y="3409950"/>
            <a:ext cx="0" cy="5238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Connecteur droit 238"/>
          <p:cNvCxnSpPr/>
          <p:nvPr/>
        </p:nvCxnSpPr>
        <p:spPr>
          <a:xfrm flipV="1">
            <a:off x="1176339" y="2490788"/>
            <a:ext cx="209549" cy="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Connecteur droit 243"/>
          <p:cNvCxnSpPr/>
          <p:nvPr/>
        </p:nvCxnSpPr>
        <p:spPr>
          <a:xfrm flipV="1">
            <a:off x="1014414" y="2490788"/>
            <a:ext cx="209549" cy="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Organigramme : Joindre 246"/>
          <p:cNvSpPr/>
          <p:nvPr/>
        </p:nvSpPr>
        <p:spPr>
          <a:xfrm rot="5400000">
            <a:off x="1097756" y="2407448"/>
            <a:ext cx="204788" cy="161924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51" name="Connecteur droit 250"/>
          <p:cNvCxnSpPr/>
          <p:nvPr/>
        </p:nvCxnSpPr>
        <p:spPr>
          <a:xfrm>
            <a:off x="1381125" y="2962275"/>
            <a:ext cx="0" cy="4476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Organigramme : Joindre 251"/>
          <p:cNvSpPr/>
          <p:nvPr/>
        </p:nvSpPr>
        <p:spPr>
          <a:xfrm rot="10800000">
            <a:off x="1266803" y="2824184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54" name="Connecteur droit avec flèche 253"/>
          <p:cNvCxnSpPr/>
          <p:nvPr/>
        </p:nvCxnSpPr>
        <p:spPr>
          <a:xfrm flipV="1">
            <a:off x="1019175" y="1152525"/>
            <a:ext cx="0" cy="16764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Connecteur droit avec flèche 254"/>
          <p:cNvCxnSpPr/>
          <p:nvPr/>
        </p:nvCxnSpPr>
        <p:spPr>
          <a:xfrm flipV="1">
            <a:off x="666750" y="1819275"/>
            <a:ext cx="0" cy="100012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Forme libre 256"/>
          <p:cNvSpPr/>
          <p:nvPr/>
        </p:nvSpPr>
        <p:spPr>
          <a:xfrm>
            <a:off x="1381125" y="657223"/>
            <a:ext cx="2085975" cy="2209801"/>
          </a:xfrm>
          <a:custGeom>
            <a:avLst/>
            <a:gdLst>
              <a:gd name="connsiteX0" fmla="*/ 0 w 2514600"/>
              <a:gd name="connsiteY0" fmla="*/ 914400 h 914400"/>
              <a:gd name="connsiteX1" fmla="*/ 0 w 2514600"/>
              <a:gd name="connsiteY1" fmla="*/ 0 h 914400"/>
              <a:gd name="connsiteX2" fmla="*/ 2514600 w 25146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0" h="914400">
                <a:moveTo>
                  <a:pt x="0" y="914400"/>
                </a:moveTo>
                <a:lnTo>
                  <a:pt x="0" y="0"/>
                </a:lnTo>
                <a:lnTo>
                  <a:pt x="25146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2" name="Rectangle 231"/>
          <p:cNvSpPr/>
          <p:nvPr/>
        </p:nvSpPr>
        <p:spPr>
          <a:xfrm>
            <a:off x="3171825" y="942975"/>
            <a:ext cx="666750" cy="257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FT 611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à coins arrondis 21"/>
          <p:cNvSpPr/>
          <p:nvPr/>
        </p:nvSpPr>
        <p:spPr>
          <a:xfrm>
            <a:off x="5495925" y="1676401"/>
            <a:ext cx="1209675" cy="2119312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à coins arrondis 35"/>
          <p:cNvSpPr/>
          <p:nvPr/>
        </p:nvSpPr>
        <p:spPr>
          <a:xfrm>
            <a:off x="2466974" y="1676400"/>
            <a:ext cx="1209675" cy="2114550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Forme libre 40"/>
          <p:cNvSpPr/>
          <p:nvPr/>
        </p:nvSpPr>
        <p:spPr>
          <a:xfrm>
            <a:off x="3081338" y="1452563"/>
            <a:ext cx="1328737" cy="923925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2" name="Forme libre 41"/>
          <p:cNvSpPr/>
          <p:nvPr/>
        </p:nvSpPr>
        <p:spPr>
          <a:xfrm flipH="1">
            <a:off x="4724400" y="1452547"/>
            <a:ext cx="1366838" cy="938228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3" name="Forme libre 42"/>
          <p:cNvSpPr/>
          <p:nvPr/>
        </p:nvSpPr>
        <p:spPr>
          <a:xfrm flipV="1">
            <a:off x="3081322" y="3124199"/>
            <a:ext cx="1328737" cy="885825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4" name="Forme libre 43"/>
          <p:cNvSpPr/>
          <p:nvPr/>
        </p:nvSpPr>
        <p:spPr>
          <a:xfrm flipH="1" flipV="1">
            <a:off x="4729163" y="3124199"/>
            <a:ext cx="1362056" cy="885824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5" name="Forme libre 44"/>
          <p:cNvSpPr/>
          <p:nvPr/>
        </p:nvSpPr>
        <p:spPr>
          <a:xfrm>
            <a:off x="3924301" y="2752725"/>
            <a:ext cx="500062" cy="1228725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Forme libre 45"/>
          <p:cNvSpPr/>
          <p:nvPr/>
        </p:nvSpPr>
        <p:spPr>
          <a:xfrm flipH="1" flipV="1">
            <a:off x="2328861" y="4033838"/>
            <a:ext cx="1595421" cy="419100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Forme libre 46"/>
          <p:cNvSpPr/>
          <p:nvPr/>
        </p:nvSpPr>
        <p:spPr>
          <a:xfrm flipH="1" flipV="1">
            <a:off x="5191124" y="1476376"/>
            <a:ext cx="95244" cy="1281112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9" name="Connecteur droit 48"/>
          <p:cNvCxnSpPr/>
          <p:nvPr/>
        </p:nvCxnSpPr>
        <p:spPr>
          <a:xfrm>
            <a:off x="4724401" y="2752726"/>
            <a:ext cx="300037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rganigramme : Joindre 49"/>
          <p:cNvSpPr/>
          <p:nvPr/>
        </p:nvSpPr>
        <p:spPr>
          <a:xfrm rot="5400000">
            <a:off x="4993489" y="2659859"/>
            <a:ext cx="204788" cy="180974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55" name="Connecteur droit 54"/>
          <p:cNvCxnSpPr/>
          <p:nvPr/>
        </p:nvCxnSpPr>
        <p:spPr>
          <a:xfrm>
            <a:off x="5286375" y="1081088"/>
            <a:ext cx="9" cy="338138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/>
          <p:nvPr/>
        </p:nvCxnSpPr>
        <p:spPr>
          <a:xfrm>
            <a:off x="2138363" y="4348163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/>
          <p:cNvCxnSpPr/>
          <p:nvPr/>
        </p:nvCxnSpPr>
        <p:spPr>
          <a:xfrm>
            <a:off x="2333630" y="4352910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avec flèche 60"/>
          <p:cNvCxnSpPr/>
          <p:nvPr/>
        </p:nvCxnSpPr>
        <p:spPr>
          <a:xfrm flipV="1">
            <a:off x="2138363" y="4348163"/>
            <a:ext cx="195262" cy="2000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2133600" y="5429251"/>
            <a:ext cx="819150" cy="3429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64" name="Rectangle 63"/>
          <p:cNvSpPr/>
          <p:nvPr/>
        </p:nvSpPr>
        <p:spPr>
          <a:xfrm>
            <a:off x="2947989" y="5572125"/>
            <a:ext cx="576262" cy="5238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63" name="Ellipse 62"/>
          <p:cNvSpPr/>
          <p:nvPr/>
        </p:nvSpPr>
        <p:spPr>
          <a:xfrm>
            <a:off x="3047994" y="5405436"/>
            <a:ext cx="409575" cy="381000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66" name="Connecteur droit 65"/>
          <p:cNvCxnSpPr>
            <a:stCxn id="63" idx="1"/>
            <a:endCxn id="63" idx="4"/>
          </p:cNvCxnSpPr>
          <p:nvPr/>
        </p:nvCxnSpPr>
        <p:spPr>
          <a:xfrm>
            <a:off x="3107975" y="5461232"/>
            <a:ext cx="144807" cy="3252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/>
          <p:cNvCxnSpPr>
            <a:stCxn id="63" idx="7"/>
            <a:endCxn id="63" idx="4"/>
          </p:cNvCxnSpPr>
          <p:nvPr/>
        </p:nvCxnSpPr>
        <p:spPr>
          <a:xfrm flipH="1">
            <a:off x="3252782" y="5461232"/>
            <a:ext cx="144806" cy="3252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69"/>
          <p:cNvCxnSpPr/>
          <p:nvPr/>
        </p:nvCxnSpPr>
        <p:spPr>
          <a:xfrm>
            <a:off x="3252782" y="5305413"/>
            <a:ext cx="6" cy="557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/>
          <p:cNvCxnSpPr/>
          <p:nvPr/>
        </p:nvCxnSpPr>
        <p:spPr>
          <a:xfrm>
            <a:off x="3214688" y="5305425"/>
            <a:ext cx="714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72"/>
          <p:cNvCxnSpPr/>
          <p:nvPr/>
        </p:nvCxnSpPr>
        <p:spPr>
          <a:xfrm>
            <a:off x="3214672" y="5857917"/>
            <a:ext cx="714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Forme libre 73"/>
          <p:cNvSpPr/>
          <p:nvPr/>
        </p:nvSpPr>
        <p:spPr>
          <a:xfrm>
            <a:off x="1524000" y="4448176"/>
            <a:ext cx="614363" cy="1152524"/>
          </a:xfrm>
          <a:custGeom>
            <a:avLst/>
            <a:gdLst>
              <a:gd name="connsiteX0" fmla="*/ 614363 w 614363"/>
              <a:gd name="connsiteY0" fmla="*/ 0 h 923925"/>
              <a:gd name="connsiteX1" fmla="*/ 0 w 614363"/>
              <a:gd name="connsiteY1" fmla="*/ 0 h 923925"/>
              <a:gd name="connsiteX2" fmla="*/ 0 w 614363"/>
              <a:gd name="connsiteY2" fmla="*/ 923925 h 923925"/>
              <a:gd name="connsiteX3" fmla="*/ 461963 w 614363"/>
              <a:gd name="connsiteY3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4363" h="923925">
                <a:moveTo>
                  <a:pt x="614363" y="0"/>
                </a:moveTo>
                <a:lnTo>
                  <a:pt x="0" y="0"/>
                </a:lnTo>
                <a:lnTo>
                  <a:pt x="0" y="923925"/>
                </a:lnTo>
                <a:lnTo>
                  <a:pt x="461963" y="923925"/>
                </a:lnTo>
              </a:path>
            </a:pathLst>
          </a:cu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6" name="Connecteur droit 75"/>
          <p:cNvCxnSpPr>
            <a:endCxn id="62" idx="1"/>
          </p:cNvCxnSpPr>
          <p:nvPr/>
        </p:nvCxnSpPr>
        <p:spPr>
          <a:xfrm>
            <a:off x="2043113" y="5600700"/>
            <a:ext cx="90487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/>
          <p:cNvCxnSpPr/>
          <p:nvPr/>
        </p:nvCxnSpPr>
        <p:spPr>
          <a:xfrm>
            <a:off x="1990726" y="5543550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1"/>
          <p:cNvCxnSpPr/>
          <p:nvPr/>
        </p:nvCxnSpPr>
        <p:spPr>
          <a:xfrm>
            <a:off x="2047866" y="5543534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Forme libre 82"/>
          <p:cNvSpPr/>
          <p:nvPr/>
        </p:nvSpPr>
        <p:spPr>
          <a:xfrm>
            <a:off x="2814639" y="5762625"/>
            <a:ext cx="628650" cy="361950"/>
          </a:xfrm>
          <a:custGeom>
            <a:avLst/>
            <a:gdLst>
              <a:gd name="connsiteX0" fmla="*/ 0 w 628650"/>
              <a:gd name="connsiteY0" fmla="*/ 0 h 528637"/>
              <a:gd name="connsiteX1" fmla="*/ 0 w 628650"/>
              <a:gd name="connsiteY1" fmla="*/ 528637 h 528637"/>
              <a:gd name="connsiteX2" fmla="*/ 628650 w 628650"/>
              <a:gd name="connsiteY2" fmla="*/ 528637 h 528637"/>
              <a:gd name="connsiteX3" fmla="*/ 628650 w 628650"/>
              <a:gd name="connsiteY3" fmla="*/ 528637 h 528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8650" h="528637">
                <a:moveTo>
                  <a:pt x="0" y="0"/>
                </a:moveTo>
                <a:lnTo>
                  <a:pt x="0" y="528637"/>
                </a:lnTo>
                <a:lnTo>
                  <a:pt x="628650" y="528637"/>
                </a:lnTo>
                <a:lnTo>
                  <a:pt x="628650" y="528637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7" name="Organigramme : Joindre 86"/>
          <p:cNvSpPr/>
          <p:nvPr/>
        </p:nvSpPr>
        <p:spPr>
          <a:xfrm rot="5400000">
            <a:off x="3431381" y="6045998"/>
            <a:ext cx="204788" cy="161924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88" name="Organigramme : Joindre 87"/>
          <p:cNvSpPr/>
          <p:nvPr/>
        </p:nvSpPr>
        <p:spPr>
          <a:xfrm rot="5400000">
            <a:off x="3810017" y="6053141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89" name="Connecteur droit 88"/>
          <p:cNvCxnSpPr/>
          <p:nvPr/>
        </p:nvCxnSpPr>
        <p:spPr>
          <a:xfrm flipV="1">
            <a:off x="3614739" y="6129338"/>
            <a:ext cx="209549" cy="2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à coins arrondis 93"/>
          <p:cNvSpPr/>
          <p:nvPr/>
        </p:nvSpPr>
        <p:spPr>
          <a:xfrm>
            <a:off x="3448051" y="5834063"/>
            <a:ext cx="161925" cy="123825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96" name="Connecteur droit 95"/>
          <p:cNvCxnSpPr>
            <a:endCxn id="94" idx="2"/>
          </p:cNvCxnSpPr>
          <p:nvPr/>
        </p:nvCxnSpPr>
        <p:spPr>
          <a:xfrm flipH="1" flipV="1">
            <a:off x="3529014" y="5957888"/>
            <a:ext cx="2397" cy="173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eur droit 97"/>
          <p:cNvCxnSpPr/>
          <p:nvPr/>
        </p:nvCxnSpPr>
        <p:spPr>
          <a:xfrm>
            <a:off x="4000500" y="6134100"/>
            <a:ext cx="2381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Forme libre 100"/>
          <p:cNvSpPr/>
          <p:nvPr/>
        </p:nvSpPr>
        <p:spPr>
          <a:xfrm>
            <a:off x="2205038" y="6029327"/>
            <a:ext cx="138112" cy="80962"/>
          </a:xfrm>
          <a:custGeom>
            <a:avLst/>
            <a:gdLst>
              <a:gd name="connsiteX0" fmla="*/ 0 w 138112"/>
              <a:gd name="connsiteY0" fmla="*/ 0 h 80962"/>
              <a:gd name="connsiteX1" fmla="*/ 61912 w 138112"/>
              <a:gd name="connsiteY1" fmla="*/ 80962 h 80962"/>
              <a:gd name="connsiteX2" fmla="*/ 138112 w 138112"/>
              <a:gd name="connsiteY2" fmla="*/ 9525 h 8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112" h="80962">
                <a:moveTo>
                  <a:pt x="0" y="0"/>
                </a:moveTo>
                <a:lnTo>
                  <a:pt x="61912" y="80962"/>
                </a:lnTo>
                <a:lnTo>
                  <a:pt x="138112" y="9525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03" name="Connecteur droit 102"/>
          <p:cNvCxnSpPr/>
          <p:nvPr/>
        </p:nvCxnSpPr>
        <p:spPr>
          <a:xfrm>
            <a:off x="2266950" y="6119814"/>
            <a:ext cx="0" cy="1381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eur droit 105"/>
          <p:cNvCxnSpPr/>
          <p:nvPr/>
        </p:nvCxnSpPr>
        <p:spPr>
          <a:xfrm flipH="1">
            <a:off x="2262188" y="5772150"/>
            <a:ext cx="4762" cy="2714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/>
          <p:cNvSpPr/>
          <p:nvPr/>
        </p:nvSpPr>
        <p:spPr>
          <a:xfrm>
            <a:off x="2395544" y="2462213"/>
            <a:ext cx="71438" cy="414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13" name="Connecteur droit 112"/>
          <p:cNvCxnSpPr/>
          <p:nvPr/>
        </p:nvCxnSpPr>
        <p:spPr>
          <a:xfrm>
            <a:off x="2395540" y="2395538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4" name="Rectangle 113"/>
          <p:cNvSpPr/>
          <p:nvPr/>
        </p:nvSpPr>
        <p:spPr>
          <a:xfrm>
            <a:off x="6705619" y="2457451"/>
            <a:ext cx="71438" cy="414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15" name="Connecteur droit 114"/>
          <p:cNvCxnSpPr/>
          <p:nvPr/>
        </p:nvCxnSpPr>
        <p:spPr>
          <a:xfrm>
            <a:off x="6777060" y="2390776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Connecteur droit 116"/>
          <p:cNvCxnSpPr/>
          <p:nvPr/>
        </p:nvCxnSpPr>
        <p:spPr>
          <a:xfrm>
            <a:off x="2676536" y="1485905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eur droit 117"/>
          <p:cNvCxnSpPr/>
          <p:nvPr/>
        </p:nvCxnSpPr>
        <p:spPr>
          <a:xfrm>
            <a:off x="2676520" y="1528756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eur droit 119"/>
          <p:cNvCxnSpPr/>
          <p:nvPr/>
        </p:nvCxnSpPr>
        <p:spPr>
          <a:xfrm>
            <a:off x="2738448" y="1528767"/>
            <a:ext cx="0" cy="1381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eur droit 120"/>
          <p:cNvCxnSpPr/>
          <p:nvPr/>
        </p:nvCxnSpPr>
        <p:spPr>
          <a:xfrm>
            <a:off x="6357948" y="1495431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eur droit 121"/>
          <p:cNvCxnSpPr/>
          <p:nvPr/>
        </p:nvCxnSpPr>
        <p:spPr>
          <a:xfrm>
            <a:off x="6367457" y="1538282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eur droit 122"/>
          <p:cNvCxnSpPr/>
          <p:nvPr/>
        </p:nvCxnSpPr>
        <p:spPr>
          <a:xfrm>
            <a:off x="6429385" y="1538293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Forme libre 123"/>
          <p:cNvSpPr/>
          <p:nvPr/>
        </p:nvSpPr>
        <p:spPr>
          <a:xfrm flipV="1">
            <a:off x="4576762" y="4619624"/>
            <a:ext cx="585788" cy="214310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7" name="Organigramme : Joindre 126"/>
          <p:cNvSpPr/>
          <p:nvPr/>
        </p:nvSpPr>
        <p:spPr>
          <a:xfrm rot="5400000">
            <a:off x="5534042" y="5457829"/>
            <a:ext cx="204788" cy="157162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28" name="Forme libre 127"/>
          <p:cNvSpPr/>
          <p:nvPr/>
        </p:nvSpPr>
        <p:spPr>
          <a:xfrm flipV="1">
            <a:off x="4576746" y="4657725"/>
            <a:ext cx="981092" cy="876376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9" name="Organigramme : Délai 128"/>
          <p:cNvSpPr/>
          <p:nvPr/>
        </p:nvSpPr>
        <p:spPr>
          <a:xfrm rot="5400000">
            <a:off x="5417343" y="4798240"/>
            <a:ext cx="433388" cy="390524"/>
          </a:xfrm>
          <a:prstGeom prst="flowChartDelay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31" name="Connecteur droit 130"/>
          <p:cNvCxnSpPr/>
          <p:nvPr/>
        </p:nvCxnSpPr>
        <p:spPr>
          <a:xfrm>
            <a:off x="5424488" y="4743471"/>
            <a:ext cx="414337" cy="0"/>
          </a:xfrm>
          <a:prstGeom prst="lin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3" name="Connecteur droit 132"/>
          <p:cNvCxnSpPr/>
          <p:nvPr/>
        </p:nvCxnSpPr>
        <p:spPr>
          <a:xfrm>
            <a:off x="5253039" y="4833956"/>
            <a:ext cx="185736" cy="474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cteur droit 139"/>
          <p:cNvCxnSpPr/>
          <p:nvPr/>
        </p:nvCxnSpPr>
        <p:spPr>
          <a:xfrm>
            <a:off x="5819775" y="4838700"/>
            <a:ext cx="2000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eur droit 141"/>
          <p:cNvCxnSpPr/>
          <p:nvPr/>
        </p:nvCxnSpPr>
        <p:spPr>
          <a:xfrm>
            <a:off x="6148387" y="4838700"/>
            <a:ext cx="48101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necteur droit 143"/>
          <p:cNvCxnSpPr/>
          <p:nvPr/>
        </p:nvCxnSpPr>
        <p:spPr>
          <a:xfrm>
            <a:off x="5724527" y="5538788"/>
            <a:ext cx="90011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eur droit 148"/>
          <p:cNvCxnSpPr/>
          <p:nvPr/>
        </p:nvCxnSpPr>
        <p:spPr>
          <a:xfrm flipH="1">
            <a:off x="6624638" y="4833938"/>
            <a:ext cx="4762" cy="7048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Forme libre 149"/>
          <p:cNvSpPr/>
          <p:nvPr/>
        </p:nvSpPr>
        <p:spPr>
          <a:xfrm>
            <a:off x="6624637" y="3409951"/>
            <a:ext cx="1085851" cy="1428750"/>
          </a:xfrm>
          <a:custGeom>
            <a:avLst/>
            <a:gdLst>
              <a:gd name="connsiteX0" fmla="*/ 0 w 1462088"/>
              <a:gd name="connsiteY0" fmla="*/ 1428750 h 1428750"/>
              <a:gd name="connsiteX1" fmla="*/ 1462088 w 1462088"/>
              <a:gd name="connsiteY1" fmla="*/ 1428750 h 1428750"/>
              <a:gd name="connsiteX2" fmla="*/ 1462088 w 1462088"/>
              <a:gd name="connsiteY2" fmla="*/ 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62088" h="1428750">
                <a:moveTo>
                  <a:pt x="0" y="1428750"/>
                </a:moveTo>
                <a:lnTo>
                  <a:pt x="1462088" y="1428750"/>
                </a:lnTo>
                <a:lnTo>
                  <a:pt x="1462088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7" name="Connecteur droit 156"/>
          <p:cNvCxnSpPr/>
          <p:nvPr/>
        </p:nvCxnSpPr>
        <p:spPr>
          <a:xfrm>
            <a:off x="6624638" y="5538788"/>
            <a:ext cx="48101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Organigramme : Joindre 157"/>
          <p:cNvSpPr/>
          <p:nvPr/>
        </p:nvSpPr>
        <p:spPr>
          <a:xfrm rot="5400000">
            <a:off x="7077093" y="5457830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59" name="Connecteur droit 158"/>
          <p:cNvCxnSpPr/>
          <p:nvPr/>
        </p:nvCxnSpPr>
        <p:spPr>
          <a:xfrm>
            <a:off x="7262814" y="5543551"/>
            <a:ext cx="48101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Forme libre 159"/>
          <p:cNvSpPr/>
          <p:nvPr/>
        </p:nvSpPr>
        <p:spPr>
          <a:xfrm>
            <a:off x="5391150" y="5214938"/>
            <a:ext cx="242888" cy="119062"/>
          </a:xfrm>
          <a:custGeom>
            <a:avLst/>
            <a:gdLst>
              <a:gd name="connsiteX0" fmla="*/ 242888 w 242888"/>
              <a:gd name="connsiteY0" fmla="*/ 0 h 119062"/>
              <a:gd name="connsiteX1" fmla="*/ 242888 w 242888"/>
              <a:gd name="connsiteY1" fmla="*/ 119062 h 119062"/>
              <a:gd name="connsiteX2" fmla="*/ 0 w 242888"/>
              <a:gd name="connsiteY2" fmla="*/ 119062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88" h="119062">
                <a:moveTo>
                  <a:pt x="242888" y="0"/>
                </a:moveTo>
                <a:lnTo>
                  <a:pt x="242888" y="119062"/>
                </a:lnTo>
                <a:lnTo>
                  <a:pt x="0" y="119062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1" name="Organigramme : Joindre 160"/>
          <p:cNvSpPr/>
          <p:nvPr/>
        </p:nvSpPr>
        <p:spPr>
          <a:xfrm rot="5400000">
            <a:off x="5293542" y="5279248"/>
            <a:ext cx="95271" cy="100029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62" name="Organigramme : Joindre 161"/>
          <p:cNvSpPr/>
          <p:nvPr/>
        </p:nvSpPr>
        <p:spPr>
          <a:xfrm rot="10800000">
            <a:off x="7610453" y="3243284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64" name="Connecteur droit 163"/>
          <p:cNvCxnSpPr/>
          <p:nvPr/>
        </p:nvCxnSpPr>
        <p:spPr>
          <a:xfrm>
            <a:off x="7710449" y="666750"/>
            <a:ext cx="17" cy="25765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eur droit avec flèche 165"/>
          <p:cNvCxnSpPr/>
          <p:nvPr/>
        </p:nvCxnSpPr>
        <p:spPr>
          <a:xfrm>
            <a:off x="6396036" y="671539"/>
            <a:ext cx="1681163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à coins arrondis 172"/>
          <p:cNvSpPr/>
          <p:nvPr/>
        </p:nvSpPr>
        <p:spPr>
          <a:xfrm>
            <a:off x="5014914" y="2462213"/>
            <a:ext cx="161925" cy="123825"/>
          </a:xfrm>
          <a:prstGeom prst="round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75" name="Connecteur droit 174"/>
          <p:cNvCxnSpPr/>
          <p:nvPr/>
        </p:nvCxnSpPr>
        <p:spPr>
          <a:xfrm>
            <a:off x="5095876" y="2586037"/>
            <a:ext cx="0" cy="16668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Forme libre 176"/>
          <p:cNvSpPr/>
          <p:nvPr/>
        </p:nvSpPr>
        <p:spPr>
          <a:xfrm>
            <a:off x="6710363" y="1857375"/>
            <a:ext cx="523875" cy="247650"/>
          </a:xfrm>
          <a:custGeom>
            <a:avLst/>
            <a:gdLst>
              <a:gd name="connsiteX0" fmla="*/ 0 w 357187"/>
              <a:gd name="connsiteY0" fmla="*/ 247650 h 247650"/>
              <a:gd name="connsiteX1" fmla="*/ 357187 w 357187"/>
              <a:gd name="connsiteY1" fmla="*/ 247650 h 247650"/>
              <a:gd name="connsiteX2" fmla="*/ 357187 w 35718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187" h="247650">
                <a:moveTo>
                  <a:pt x="0" y="247650"/>
                </a:moveTo>
                <a:lnTo>
                  <a:pt x="357187" y="247650"/>
                </a:lnTo>
                <a:lnTo>
                  <a:pt x="357187" y="0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8" name="Triangle isocèle 177"/>
          <p:cNvSpPr/>
          <p:nvPr/>
        </p:nvSpPr>
        <p:spPr>
          <a:xfrm>
            <a:off x="7191378" y="1724027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79" name="Triangle isocèle 178"/>
          <p:cNvSpPr/>
          <p:nvPr/>
        </p:nvSpPr>
        <p:spPr>
          <a:xfrm rot="5400000" flipV="1">
            <a:off x="7259568" y="1647964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0" name="Forme libre 179"/>
          <p:cNvSpPr/>
          <p:nvPr/>
        </p:nvSpPr>
        <p:spPr>
          <a:xfrm>
            <a:off x="7172325" y="1504950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2" name="Triangle isocèle 181"/>
          <p:cNvSpPr/>
          <p:nvPr/>
        </p:nvSpPr>
        <p:spPr>
          <a:xfrm>
            <a:off x="1828780" y="1771651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83" name="Triangle isocèle 182"/>
          <p:cNvSpPr/>
          <p:nvPr/>
        </p:nvSpPr>
        <p:spPr>
          <a:xfrm rot="16200000" flipH="1" flipV="1">
            <a:off x="1773145" y="1695588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4" name="Forme libre 183"/>
          <p:cNvSpPr/>
          <p:nvPr/>
        </p:nvSpPr>
        <p:spPr>
          <a:xfrm>
            <a:off x="1809727" y="1552574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5" name="Bouée 184"/>
          <p:cNvSpPr/>
          <p:nvPr/>
        </p:nvSpPr>
        <p:spPr>
          <a:xfrm>
            <a:off x="1623990" y="1123951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86" name="Forme libre 185"/>
          <p:cNvSpPr/>
          <p:nvPr/>
        </p:nvSpPr>
        <p:spPr>
          <a:xfrm flipH="1">
            <a:off x="1866901" y="1885949"/>
            <a:ext cx="590550" cy="247650"/>
          </a:xfrm>
          <a:custGeom>
            <a:avLst/>
            <a:gdLst>
              <a:gd name="connsiteX0" fmla="*/ 0 w 357187"/>
              <a:gd name="connsiteY0" fmla="*/ 247650 h 247650"/>
              <a:gd name="connsiteX1" fmla="*/ 357187 w 357187"/>
              <a:gd name="connsiteY1" fmla="*/ 247650 h 247650"/>
              <a:gd name="connsiteX2" fmla="*/ 357187 w 35718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187" h="247650">
                <a:moveTo>
                  <a:pt x="0" y="247650"/>
                </a:moveTo>
                <a:lnTo>
                  <a:pt x="357187" y="247650"/>
                </a:lnTo>
                <a:lnTo>
                  <a:pt x="357187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0" name="Organigramme : Connecteur 189"/>
          <p:cNvSpPr/>
          <p:nvPr/>
        </p:nvSpPr>
        <p:spPr>
          <a:xfrm>
            <a:off x="6791327" y="1504950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1" name="Connecteur droit 190"/>
          <p:cNvCxnSpPr/>
          <p:nvPr/>
        </p:nvCxnSpPr>
        <p:spPr>
          <a:xfrm>
            <a:off x="6943735" y="1795463"/>
            <a:ext cx="1" cy="3143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Organigramme : Connecteur 191"/>
          <p:cNvSpPr/>
          <p:nvPr/>
        </p:nvSpPr>
        <p:spPr>
          <a:xfrm>
            <a:off x="2905125" y="18097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3" name="Connecteur droit 192"/>
          <p:cNvCxnSpPr/>
          <p:nvPr/>
        </p:nvCxnSpPr>
        <p:spPr>
          <a:xfrm>
            <a:off x="3067051" y="2095501"/>
            <a:ext cx="0" cy="142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Organigramme : Connecteur 197"/>
          <p:cNvSpPr/>
          <p:nvPr/>
        </p:nvSpPr>
        <p:spPr>
          <a:xfrm>
            <a:off x="4200525" y="35623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9" name="Connecteur droit 198"/>
          <p:cNvCxnSpPr/>
          <p:nvPr/>
        </p:nvCxnSpPr>
        <p:spPr>
          <a:xfrm flipH="1" flipV="1">
            <a:off x="4114800" y="3705225"/>
            <a:ext cx="95250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Organigramme : Connecteur 199"/>
          <p:cNvSpPr/>
          <p:nvPr/>
        </p:nvSpPr>
        <p:spPr>
          <a:xfrm>
            <a:off x="4648200" y="355759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01" name="Connecteur droit 200"/>
          <p:cNvCxnSpPr>
            <a:stCxn id="200" idx="6"/>
          </p:cNvCxnSpPr>
          <p:nvPr/>
        </p:nvCxnSpPr>
        <p:spPr>
          <a:xfrm flipV="1">
            <a:off x="4948238" y="3700465"/>
            <a:ext cx="7143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Organigramme : Connecteur 201"/>
          <p:cNvSpPr/>
          <p:nvPr/>
        </p:nvSpPr>
        <p:spPr>
          <a:xfrm>
            <a:off x="5948362" y="18097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03" name="Connecteur droit 202"/>
          <p:cNvCxnSpPr/>
          <p:nvPr/>
        </p:nvCxnSpPr>
        <p:spPr>
          <a:xfrm>
            <a:off x="6110288" y="2095501"/>
            <a:ext cx="0" cy="142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Connecteur droit 210"/>
          <p:cNvCxnSpPr/>
          <p:nvPr/>
        </p:nvCxnSpPr>
        <p:spPr>
          <a:xfrm>
            <a:off x="3924300" y="4229099"/>
            <a:ext cx="2952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Organigramme : Joindre 214"/>
          <p:cNvSpPr/>
          <p:nvPr/>
        </p:nvSpPr>
        <p:spPr>
          <a:xfrm>
            <a:off x="5579292" y="4545822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16" name="Organigramme : Joindre 215"/>
          <p:cNvSpPr/>
          <p:nvPr/>
        </p:nvSpPr>
        <p:spPr>
          <a:xfrm rot="10800000">
            <a:off x="5579292" y="4331510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17" name="Rectangle à coins arrondis 216"/>
          <p:cNvSpPr/>
          <p:nvPr/>
        </p:nvSpPr>
        <p:spPr>
          <a:xfrm>
            <a:off x="5738811" y="4333875"/>
            <a:ext cx="61911" cy="100012"/>
          </a:xfrm>
          <a:prstGeom prst="round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19" name="Connecteur droit 218"/>
          <p:cNvCxnSpPr/>
          <p:nvPr/>
        </p:nvCxnSpPr>
        <p:spPr>
          <a:xfrm>
            <a:off x="5638800" y="4386263"/>
            <a:ext cx="9525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Forme libre 220"/>
          <p:cNvSpPr/>
          <p:nvPr/>
        </p:nvSpPr>
        <p:spPr>
          <a:xfrm>
            <a:off x="4605338" y="4224338"/>
            <a:ext cx="1019175" cy="104775"/>
          </a:xfrm>
          <a:custGeom>
            <a:avLst/>
            <a:gdLst>
              <a:gd name="connsiteX0" fmla="*/ 0 w 1019175"/>
              <a:gd name="connsiteY0" fmla="*/ 0 h 90487"/>
              <a:gd name="connsiteX1" fmla="*/ 1019175 w 1019175"/>
              <a:gd name="connsiteY1" fmla="*/ 0 h 90487"/>
              <a:gd name="connsiteX2" fmla="*/ 1019175 w 1019175"/>
              <a:gd name="connsiteY2" fmla="*/ 90487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9175" h="90487">
                <a:moveTo>
                  <a:pt x="0" y="0"/>
                </a:moveTo>
                <a:lnTo>
                  <a:pt x="1019175" y="0"/>
                </a:lnTo>
                <a:lnTo>
                  <a:pt x="1019175" y="90487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23" name="Connecteur droit 222"/>
          <p:cNvCxnSpPr/>
          <p:nvPr/>
        </p:nvCxnSpPr>
        <p:spPr>
          <a:xfrm>
            <a:off x="5629275" y="4424363"/>
            <a:ext cx="0" cy="1047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necteur droit 223"/>
          <p:cNvCxnSpPr/>
          <p:nvPr/>
        </p:nvCxnSpPr>
        <p:spPr>
          <a:xfrm>
            <a:off x="5629276" y="4638674"/>
            <a:ext cx="0" cy="1047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Organigramme : Joindre 224"/>
          <p:cNvSpPr/>
          <p:nvPr/>
        </p:nvSpPr>
        <p:spPr>
          <a:xfrm>
            <a:off x="6893741" y="1878822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27" name="Organigramme : Connecteur 226"/>
          <p:cNvSpPr/>
          <p:nvPr/>
        </p:nvSpPr>
        <p:spPr>
          <a:xfrm>
            <a:off x="2076453" y="1528762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28" name="Connecteur droit 227"/>
          <p:cNvCxnSpPr/>
          <p:nvPr/>
        </p:nvCxnSpPr>
        <p:spPr>
          <a:xfrm>
            <a:off x="2228861" y="1819275"/>
            <a:ext cx="1" cy="3143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Organigramme : Joindre 228"/>
          <p:cNvSpPr/>
          <p:nvPr/>
        </p:nvSpPr>
        <p:spPr>
          <a:xfrm>
            <a:off x="2178867" y="1902634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30" name="Organigramme : Connecteur 229"/>
          <p:cNvSpPr/>
          <p:nvPr/>
        </p:nvSpPr>
        <p:spPr>
          <a:xfrm>
            <a:off x="1633540" y="4991100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31" name="Connecteur droit 230"/>
          <p:cNvCxnSpPr/>
          <p:nvPr/>
        </p:nvCxnSpPr>
        <p:spPr>
          <a:xfrm>
            <a:off x="1785948" y="5281613"/>
            <a:ext cx="1" cy="3143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onnecteur droit 232"/>
          <p:cNvCxnSpPr/>
          <p:nvPr/>
        </p:nvCxnSpPr>
        <p:spPr>
          <a:xfrm>
            <a:off x="4467225" y="4605338"/>
            <a:ext cx="219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cteur droit 233"/>
          <p:cNvCxnSpPr/>
          <p:nvPr/>
        </p:nvCxnSpPr>
        <p:spPr>
          <a:xfrm>
            <a:off x="4576762" y="3290883"/>
            <a:ext cx="6" cy="110964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Connecteur droit avec flèche 234"/>
          <p:cNvCxnSpPr/>
          <p:nvPr/>
        </p:nvCxnSpPr>
        <p:spPr>
          <a:xfrm>
            <a:off x="4471988" y="4405312"/>
            <a:ext cx="228600" cy="2000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Connecteur droit 237"/>
          <p:cNvCxnSpPr/>
          <p:nvPr/>
        </p:nvCxnSpPr>
        <p:spPr>
          <a:xfrm>
            <a:off x="4467226" y="4405312"/>
            <a:ext cx="219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Rectangle 259"/>
          <p:cNvSpPr/>
          <p:nvPr/>
        </p:nvSpPr>
        <p:spPr>
          <a:xfrm>
            <a:off x="2657475" y="25241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S301A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61" name="Rectangle 260"/>
          <p:cNvSpPr/>
          <p:nvPr/>
        </p:nvSpPr>
        <p:spPr>
          <a:xfrm>
            <a:off x="5695950" y="25241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S301B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62" name="Rectangle 261"/>
          <p:cNvSpPr/>
          <p:nvPr/>
        </p:nvSpPr>
        <p:spPr>
          <a:xfrm>
            <a:off x="2143125" y="543877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Réchauffeur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3" name="Rectangle 262"/>
          <p:cNvSpPr/>
          <p:nvPr/>
        </p:nvSpPr>
        <p:spPr>
          <a:xfrm>
            <a:off x="609600" y="3933825"/>
            <a:ext cx="819150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Sortie F301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4" name="Rectangle 263"/>
          <p:cNvSpPr/>
          <p:nvPr/>
        </p:nvSpPr>
        <p:spPr>
          <a:xfrm>
            <a:off x="676274" y="809625"/>
            <a:ext cx="6858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S302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5" name="Rectangle 264"/>
          <p:cNvSpPr/>
          <p:nvPr/>
        </p:nvSpPr>
        <p:spPr>
          <a:xfrm>
            <a:off x="7915275" y="457200"/>
            <a:ext cx="866775" cy="4095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Réseau usine 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6" name="Rectangle 265"/>
          <p:cNvSpPr/>
          <p:nvPr/>
        </p:nvSpPr>
        <p:spPr>
          <a:xfrm>
            <a:off x="3276600" y="61817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Vapeur 25B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7" name="Rectangle 266"/>
          <p:cNvSpPr/>
          <p:nvPr/>
        </p:nvSpPr>
        <p:spPr>
          <a:xfrm>
            <a:off x="2847975" y="50387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Soufflante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125" name="Organigramme : Joindre 124"/>
          <p:cNvSpPr/>
          <p:nvPr/>
        </p:nvSpPr>
        <p:spPr>
          <a:xfrm rot="5400000">
            <a:off x="5105417" y="4752997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68" name="Rectangle 267"/>
          <p:cNvSpPr/>
          <p:nvPr/>
        </p:nvSpPr>
        <p:spPr>
          <a:xfrm>
            <a:off x="5400675" y="4800600"/>
            <a:ext cx="4762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 smtClean="0">
                <a:solidFill>
                  <a:schemeClr val="tx1"/>
                </a:solidFill>
              </a:rPr>
              <a:t>X 301</a:t>
            </a:r>
            <a:endParaRPr lang="fr-FR" sz="1200" b="1" dirty="0">
              <a:solidFill>
                <a:schemeClr val="tx1"/>
              </a:solidFill>
            </a:endParaRPr>
          </a:p>
        </p:txBody>
      </p:sp>
      <p:sp>
        <p:nvSpPr>
          <p:cNvPr id="269" name="Rectangle 268"/>
          <p:cNvSpPr/>
          <p:nvPr/>
        </p:nvSpPr>
        <p:spPr>
          <a:xfrm>
            <a:off x="1600199" y="1162050"/>
            <a:ext cx="4953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3004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0" name="Rectangle 269"/>
          <p:cNvSpPr/>
          <p:nvPr/>
        </p:nvSpPr>
        <p:spPr>
          <a:xfrm>
            <a:off x="6981824" y="1133475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3003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71" name="Bouée 270"/>
          <p:cNvSpPr/>
          <p:nvPr/>
        </p:nvSpPr>
        <p:spPr>
          <a:xfrm>
            <a:off x="6996090" y="1085851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77" name="Rectangle 276"/>
          <p:cNvSpPr/>
          <p:nvPr/>
        </p:nvSpPr>
        <p:spPr>
          <a:xfrm>
            <a:off x="2057400" y="1514475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8" name="Rectangle 277"/>
          <p:cNvSpPr/>
          <p:nvPr/>
        </p:nvSpPr>
        <p:spPr>
          <a:xfrm>
            <a:off x="6772275" y="1485900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9" name="Rectangle 278"/>
          <p:cNvSpPr/>
          <p:nvPr/>
        </p:nvSpPr>
        <p:spPr>
          <a:xfrm>
            <a:off x="1619250" y="4972050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80" name="Rectangle 279"/>
          <p:cNvSpPr/>
          <p:nvPr/>
        </p:nvSpPr>
        <p:spPr>
          <a:xfrm>
            <a:off x="6772275" y="3867150"/>
            <a:ext cx="80962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Hygromètre AR301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82" name="Forme libre 281"/>
          <p:cNvSpPr/>
          <p:nvPr/>
        </p:nvSpPr>
        <p:spPr>
          <a:xfrm>
            <a:off x="5629275" y="4200525"/>
            <a:ext cx="1543050" cy="285750"/>
          </a:xfrm>
          <a:custGeom>
            <a:avLst/>
            <a:gdLst>
              <a:gd name="connsiteX0" fmla="*/ 0 w 923925"/>
              <a:gd name="connsiteY0" fmla="*/ 457200 h 457200"/>
              <a:gd name="connsiteX1" fmla="*/ 923925 w 923925"/>
              <a:gd name="connsiteY1" fmla="*/ 457200 h 457200"/>
              <a:gd name="connsiteX2" fmla="*/ 923925 w 923925"/>
              <a:gd name="connsiteY2" fmla="*/ 0 h 457200"/>
              <a:gd name="connsiteX3" fmla="*/ 923925 w 923925"/>
              <a:gd name="connsiteY3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3925" h="457200">
                <a:moveTo>
                  <a:pt x="0" y="457200"/>
                </a:moveTo>
                <a:lnTo>
                  <a:pt x="923925" y="457200"/>
                </a:lnTo>
                <a:lnTo>
                  <a:pt x="923925" y="0"/>
                </a:lnTo>
                <a:lnTo>
                  <a:pt x="923925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86" name="Connecteur droit avec flèche 285"/>
          <p:cNvCxnSpPr/>
          <p:nvPr/>
        </p:nvCxnSpPr>
        <p:spPr>
          <a:xfrm flipH="1">
            <a:off x="7715250" y="3857625"/>
            <a:ext cx="762000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Rectangle 287"/>
          <p:cNvSpPr/>
          <p:nvPr/>
        </p:nvSpPr>
        <p:spPr>
          <a:xfrm>
            <a:off x="8077199" y="3581400"/>
            <a:ext cx="885825" cy="5238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Secours Azote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89" name="Organigramme : Joindre 288"/>
          <p:cNvSpPr/>
          <p:nvPr/>
        </p:nvSpPr>
        <p:spPr>
          <a:xfrm rot="5400000">
            <a:off x="7962917" y="3776666"/>
            <a:ext cx="204788" cy="157162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90" name="Rectangle à coins arrondis 289"/>
          <p:cNvSpPr/>
          <p:nvPr/>
        </p:nvSpPr>
        <p:spPr>
          <a:xfrm>
            <a:off x="7981951" y="3557588"/>
            <a:ext cx="161925" cy="123825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91" name="Connecteur droit 290"/>
          <p:cNvCxnSpPr>
            <a:stCxn id="289" idx="1"/>
            <a:endCxn id="290" idx="2"/>
          </p:cNvCxnSpPr>
          <p:nvPr/>
        </p:nvCxnSpPr>
        <p:spPr>
          <a:xfrm flipH="1" flipV="1">
            <a:off x="8062914" y="3681413"/>
            <a:ext cx="2397" cy="173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Forme libre 299"/>
          <p:cNvSpPr/>
          <p:nvPr/>
        </p:nvSpPr>
        <p:spPr>
          <a:xfrm flipH="1">
            <a:off x="3533775" y="657225"/>
            <a:ext cx="1038225" cy="1552576"/>
          </a:xfrm>
          <a:custGeom>
            <a:avLst/>
            <a:gdLst>
              <a:gd name="connsiteX0" fmla="*/ 0 w 2514600"/>
              <a:gd name="connsiteY0" fmla="*/ 914400 h 914400"/>
              <a:gd name="connsiteX1" fmla="*/ 0 w 2514600"/>
              <a:gd name="connsiteY1" fmla="*/ 0 h 914400"/>
              <a:gd name="connsiteX2" fmla="*/ 2514600 w 25146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0" h="914400">
                <a:moveTo>
                  <a:pt x="0" y="914400"/>
                </a:moveTo>
                <a:lnTo>
                  <a:pt x="0" y="0"/>
                </a:lnTo>
                <a:lnTo>
                  <a:pt x="25146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01" name="Connecteur droit 300"/>
          <p:cNvCxnSpPr/>
          <p:nvPr/>
        </p:nvCxnSpPr>
        <p:spPr>
          <a:xfrm>
            <a:off x="3467101" y="600075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Connecteur droit 301"/>
          <p:cNvCxnSpPr/>
          <p:nvPr/>
        </p:nvCxnSpPr>
        <p:spPr>
          <a:xfrm>
            <a:off x="3524241" y="600059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Organigramme : Connecteur 304"/>
          <p:cNvSpPr/>
          <p:nvPr/>
        </p:nvSpPr>
        <p:spPr>
          <a:xfrm>
            <a:off x="3305175" y="881061"/>
            <a:ext cx="395291" cy="404813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306" name="Connecteur droit 305"/>
          <p:cNvCxnSpPr/>
          <p:nvPr/>
        </p:nvCxnSpPr>
        <p:spPr>
          <a:xfrm>
            <a:off x="3495686" y="561975"/>
            <a:ext cx="1" cy="3143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Connecteur droit 314"/>
          <p:cNvCxnSpPr/>
          <p:nvPr/>
        </p:nvCxnSpPr>
        <p:spPr>
          <a:xfrm>
            <a:off x="2686061" y="3924305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Connecteur droit 316"/>
          <p:cNvCxnSpPr/>
          <p:nvPr/>
        </p:nvCxnSpPr>
        <p:spPr>
          <a:xfrm>
            <a:off x="2747973" y="3776667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Organigramme : Joindre 317"/>
          <p:cNvSpPr/>
          <p:nvPr/>
        </p:nvSpPr>
        <p:spPr>
          <a:xfrm>
            <a:off x="2695575" y="3945747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19" name="Connecteur droit 318"/>
          <p:cNvCxnSpPr/>
          <p:nvPr/>
        </p:nvCxnSpPr>
        <p:spPr>
          <a:xfrm>
            <a:off x="6381761" y="3952880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Connecteur droit 319"/>
          <p:cNvCxnSpPr/>
          <p:nvPr/>
        </p:nvCxnSpPr>
        <p:spPr>
          <a:xfrm>
            <a:off x="6443673" y="3805242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Organigramme : Joindre 320"/>
          <p:cNvSpPr/>
          <p:nvPr/>
        </p:nvSpPr>
        <p:spPr>
          <a:xfrm>
            <a:off x="6391275" y="3974322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22" name="Rectangle 321"/>
          <p:cNvSpPr/>
          <p:nvPr/>
        </p:nvSpPr>
        <p:spPr>
          <a:xfrm>
            <a:off x="3495675" y="5438775"/>
            <a:ext cx="438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fr-FR" sz="1200" dirty="0" smtClean="0">
                <a:solidFill>
                  <a:schemeClr val="tx1"/>
                </a:solidFill>
              </a:rPr>
              <a:t>AIR</a:t>
            </a:r>
            <a:endParaRPr lang="fr-FR" sz="1200" dirty="0">
              <a:solidFill>
                <a:schemeClr val="tx1"/>
              </a:solidFill>
            </a:endParaRPr>
          </a:p>
        </p:txBody>
      </p:sp>
      <p:cxnSp>
        <p:nvCxnSpPr>
          <p:cNvPr id="330" name="Connecteur droit 329"/>
          <p:cNvCxnSpPr/>
          <p:nvPr/>
        </p:nvCxnSpPr>
        <p:spPr>
          <a:xfrm>
            <a:off x="7743825" y="5343525"/>
            <a:ext cx="0" cy="39052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1" name="Rectangle 330"/>
          <p:cNvSpPr/>
          <p:nvPr/>
        </p:nvSpPr>
        <p:spPr>
          <a:xfrm>
            <a:off x="7743824" y="5286376"/>
            <a:ext cx="971551" cy="4953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Sécheurs d’appoint 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340" name="Rectangle 339"/>
          <p:cNvSpPr/>
          <p:nvPr/>
        </p:nvSpPr>
        <p:spPr>
          <a:xfrm>
            <a:off x="2838450" y="1790700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T301 A1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5876925" y="18002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T301 B1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4133850" y="35528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T301 A2</a:t>
            </a:r>
          </a:p>
        </p:txBody>
      </p:sp>
      <p:sp>
        <p:nvSpPr>
          <p:cNvPr id="343" name="Rectangle 342"/>
          <p:cNvSpPr/>
          <p:nvPr/>
        </p:nvSpPr>
        <p:spPr>
          <a:xfrm>
            <a:off x="4581525" y="35528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T301 B2</a:t>
            </a:r>
          </a:p>
        </p:txBody>
      </p:sp>
      <p:sp>
        <p:nvSpPr>
          <p:cNvPr id="344" name="Rectangle à coins arrondis 343"/>
          <p:cNvSpPr/>
          <p:nvPr/>
        </p:nvSpPr>
        <p:spPr>
          <a:xfrm>
            <a:off x="4676775" y="6038850"/>
            <a:ext cx="3790950" cy="47625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S301 : A = refroidissement, B = service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04" name="Organigramme : Connecteur 103"/>
          <p:cNvSpPr/>
          <p:nvPr/>
        </p:nvSpPr>
        <p:spPr>
          <a:xfrm>
            <a:off x="2205035" y="5867400"/>
            <a:ext cx="138113" cy="133350"/>
          </a:xfrm>
          <a:prstGeom prst="flowChartConnector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5" name="Rectangle 344"/>
          <p:cNvSpPr/>
          <p:nvPr/>
        </p:nvSpPr>
        <p:spPr>
          <a:xfrm>
            <a:off x="5257801" y="514350"/>
            <a:ext cx="118110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S302 / S303</a:t>
            </a:r>
          </a:p>
        </p:txBody>
      </p:sp>
      <p:sp>
        <p:nvSpPr>
          <p:cNvPr id="126" name="Organigramme : Joindre 125"/>
          <p:cNvSpPr/>
          <p:nvPr/>
        </p:nvSpPr>
        <p:spPr>
          <a:xfrm rot="5400000">
            <a:off x="5981717" y="4757758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87" name="Connecteur droit 186"/>
          <p:cNvCxnSpPr/>
          <p:nvPr/>
        </p:nvCxnSpPr>
        <p:spPr>
          <a:xfrm>
            <a:off x="2357440" y="2395538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8" name="Connecteur droit 187"/>
          <p:cNvCxnSpPr/>
          <p:nvPr/>
        </p:nvCxnSpPr>
        <p:spPr>
          <a:xfrm>
            <a:off x="6815140" y="2386013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" name="Groupe 217"/>
          <p:cNvGrpSpPr/>
          <p:nvPr/>
        </p:nvGrpSpPr>
        <p:grpSpPr>
          <a:xfrm>
            <a:off x="4262437" y="4176712"/>
            <a:ext cx="271456" cy="114300"/>
            <a:chOff x="2952750" y="4214813"/>
            <a:chExt cx="271456" cy="114300"/>
          </a:xfrm>
        </p:grpSpPr>
        <p:cxnSp>
          <p:nvCxnSpPr>
            <p:cNvPr id="197" name="Connecteur droit 196"/>
            <p:cNvCxnSpPr/>
            <p:nvPr/>
          </p:nvCxnSpPr>
          <p:spPr>
            <a:xfrm flipV="1">
              <a:off x="3033712" y="4219575"/>
              <a:ext cx="0" cy="104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cteur droit 203"/>
            <p:cNvCxnSpPr/>
            <p:nvPr/>
          </p:nvCxnSpPr>
          <p:spPr>
            <a:xfrm flipV="1">
              <a:off x="3148012" y="4219575"/>
              <a:ext cx="0" cy="104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cteur droit 208"/>
            <p:cNvCxnSpPr/>
            <p:nvPr/>
          </p:nvCxnSpPr>
          <p:spPr>
            <a:xfrm>
              <a:off x="3148006" y="4271963"/>
              <a:ext cx="76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necteur droit 209"/>
            <p:cNvCxnSpPr/>
            <p:nvPr/>
          </p:nvCxnSpPr>
          <p:spPr>
            <a:xfrm>
              <a:off x="2952750" y="4271963"/>
              <a:ext cx="76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necteur droit avec flèche 212"/>
            <p:cNvCxnSpPr/>
            <p:nvPr/>
          </p:nvCxnSpPr>
          <p:spPr>
            <a:xfrm flipH="1">
              <a:off x="3028951" y="4214813"/>
              <a:ext cx="119063" cy="1143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4" name="Organigramme : Joindre 213"/>
          <p:cNvSpPr/>
          <p:nvPr/>
        </p:nvSpPr>
        <p:spPr>
          <a:xfrm rot="5400000">
            <a:off x="4169593" y="4174348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20" name="Organigramme : Connecteur 219"/>
          <p:cNvSpPr/>
          <p:nvPr/>
        </p:nvSpPr>
        <p:spPr>
          <a:xfrm>
            <a:off x="7343775" y="424339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22" name="Connecteur droit 221"/>
          <p:cNvCxnSpPr>
            <a:stCxn id="220" idx="6"/>
          </p:cNvCxnSpPr>
          <p:nvPr/>
        </p:nvCxnSpPr>
        <p:spPr>
          <a:xfrm flipV="1">
            <a:off x="7643813" y="4386265"/>
            <a:ext cx="7143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Rectangle 225"/>
          <p:cNvSpPr/>
          <p:nvPr/>
        </p:nvSpPr>
        <p:spPr>
          <a:xfrm>
            <a:off x="7267575" y="421957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TI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323849" y="1495425"/>
            <a:ext cx="6858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S303</a:t>
            </a:r>
            <a:endParaRPr lang="fr-FR" sz="1400" b="1" dirty="0">
              <a:solidFill>
                <a:schemeClr val="tx1"/>
              </a:solidFill>
            </a:endParaRPr>
          </a:p>
        </p:txBody>
      </p:sp>
      <p:grpSp>
        <p:nvGrpSpPr>
          <p:cNvPr id="3" name="Groupe 251"/>
          <p:cNvGrpSpPr/>
          <p:nvPr/>
        </p:nvGrpSpPr>
        <p:grpSpPr>
          <a:xfrm>
            <a:off x="4259923" y="2804217"/>
            <a:ext cx="627815" cy="623046"/>
            <a:chOff x="202273" y="5356917"/>
            <a:chExt cx="627815" cy="623046"/>
          </a:xfrm>
          <a:solidFill>
            <a:schemeClr val="bg1">
              <a:lumMod val="85000"/>
            </a:schemeClr>
          </a:solidFill>
        </p:grpSpPr>
        <p:sp>
          <p:nvSpPr>
            <p:cNvPr id="256" name="Ellipse 255"/>
            <p:cNvSpPr/>
            <p:nvPr/>
          </p:nvSpPr>
          <p:spPr>
            <a:xfrm>
              <a:off x="340519" y="5495923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8" name="Arc plein 257"/>
            <p:cNvSpPr/>
            <p:nvPr/>
          </p:nvSpPr>
          <p:spPr>
            <a:xfrm rot="17940000">
              <a:off x="518794" y="5668668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272" name="Arc plein 271"/>
            <p:cNvSpPr/>
            <p:nvPr/>
          </p:nvSpPr>
          <p:spPr>
            <a:xfrm rot="6960000">
              <a:off x="202586" y="5356604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4" name="Groupe 272"/>
          <p:cNvGrpSpPr/>
          <p:nvPr/>
        </p:nvGrpSpPr>
        <p:grpSpPr>
          <a:xfrm rot="5340000">
            <a:off x="4269448" y="2423217"/>
            <a:ext cx="627815" cy="623046"/>
            <a:chOff x="192748" y="5356917"/>
            <a:chExt cx="627815" cy="623046"/>
          </a:xfrm>
          <a:solidFill>
            <a:schemeClr val="bg1">
              <a:lumMod val="85000"/>
            </a:schemeClr>
          </a:solidFill>
        </p:grpSpPr>
        <p:sp>
          <p:nvSpPr>
            <p:cNvPr id="274" name="Ellipse 273"/>
            <p:cNvSpPr/>
            <p:nvPr/>
          </p:nvSpPr>
          <p:spPr>
            <a:xfrm>
              <a:off x="340519" y="5495923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5" name="Arc plein 274"/>
            <p:cNvSpPr/>
            <p:nvPr/>
          </p:nvSpPr>
          <p:spPr>
            <a:xfrm rot="-3660000">
              <a:off x="509269" y="5668668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281" name="Arc plein 280"/>
            <p:cNvSpPr/>
            <p:nvPr/>
          </p:nvSpPr>
          <p:spPr>
            <a:xfrm rot="6960000">
              <a:off x="193061" y="5356604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5" name="Groupe 282"/>
          <p:cNvGrpSpPr/>
          <p:nvPr/>
        </p:nvGrpSpPr>
        <p:grpSpPr>
          <a:xfrm rot="-5280000">
            <a:off x="4255163" y="2075721"/>
            <a:ext cx="637334" cy="622713"/>
            <a:chOff x="192748" y="5356917"/>
            <a:chExt cx="637334" cy="622713"/>
          </a:xfrm>
          <a:solidFill>
            <a:schemeClr val="bg1">
              <a:lumMod val="85000"/>
            </a:schemeClr>
          </a:solidFill>
        </p:grpSpPr>
        <p:sp>
          <p:nvSpPr>
            <p:cNvPr id="284" name="Ellipse 283"/>
            <p:cNvSpPr/>
            <p:nvPr/>
          </p:nvSpPr>
          <p:spPr>
            <a:xfrm>
              <a:off x="340519" y="5495923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5" name="Arc plein 284"/>
            <p:cNvSpPr/>
            <p:nvPr/>
          </p:nvSpPr>
          <p:spPr>
            <a:xfrm rot="17940000">
              <a:off x="518788" y="5668335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287" name="Arc plein 286"/>
            <p:cNvSpPr/>
            <p:nvPr/>
          </p:nvSpPr>
          <p:spPr>
            <a:xfrm rot="6960000">
              <a:off x="193061" y="5356604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cxnSp>
        <p:nvCxnSpPr>
          <p:cNvPr id="292" name="Connecteur droit avec flèche 291"/>
          <p:cNvCxnSpPr/>
          <p:nvPr/>
        </p:nvCxnSpPr>
        <p:spPr>
          <a:xfrm flipV="1">
            <a:off x="5286374" y="1085850"/>
            <a:ext cx="342901" cy="28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3" name="Rectangle 292"/>
          <p:cNvSpPr/>
          <p:nvPr/>
        </p:nvSpPr>
        <p:spPr>
          <a:xfrm>
            <a:off x="5438775" y="914400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Event 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195" name="Organigramme : Joindre 194"/>
          <p:cNvSpPr/>
          <p:nvPr/>
        </p:nvSpPr>
        <p:spPr>
          <a:xfrm rot="5400000">
            <a:off x="6084118" y="4441048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05" name="Rectangle 204"/>
          <p:cNvSpPr/>
          <p:nvPr/>
        </p:nvSpPr>
        <p:spPr>
          <a:xfrm>
            <a:off x="266700" y="6181726"/>
            <a:ext cx="1904999" cy="361950"/>
          </a:xfrm>
          <a:prstGeom prst="rect">
            <a:avLst/>
          </a:prstGeom>
          <a:solidFill>
            <a:srgbClr val="FFFF99"/>
          </a:solidFill>
          <a:ln w="6350" cmpd="dbl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 smtClean="0">
                <a:solidFill>
                  <a:schemeClr val="tx1"/>
                </a:solidFill>
              </a:rPr>
              <a:t>PCF AIR INSTRUMENT </a:t>
            </a:r>
          </a:p>
          <a:p>
            <a:pPr algn="ctr"/>
            <a:r>
              <a:rPr lang="fr-FR" sz="1100" b="1" dirty="0" smtClean="0">
                <a:solidFill>
                  <a:schemeClr val="tx1"/>
                </a:solidFill>
              </a:rPr>
              <a:t>7841 901 330</a:t>
            </a:r>
          </a:p>
        </p:txBody>
      </p:sp>
      <p:cxnSp>
        <p:nvCxnSpPr>
          <p:cNvPr id="196" name="Connecteur droit 195"/>
          <p:cNvCxnSpPr/>
          <p:nvPr/>
        </p:nvCxnSpPr>
        <p:spPr>
          <a:xfrm>
            <a:off x="1019175" y="2971800"/>
            <a:ext cx="0" cy="42862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Connecteur droit 205"/>
          <p:cNvCxnSpPr/>
          <p:nvPr/>
        </p:nvCxnSpPr>
        <p:spPr>
          <a:xfrm>
            <a:off x="514350" y="3409950"/>
            <a:ext cx="981075" cy="0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Connecteur droit 206"/>
          <p:cNvCxnSpPr/>
          <p:nvPr/>
        </p:nvCxnSpPr>
        <p:spPr>
          <a:xfrm>
            <a:off x="666750" y="2981325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Organigramme : Joindre 207"/>
          <p:cNvSpPr/>
          <p:nvPr/>
        </p:nvSpPr>
        <p:spPr>
          <a:xfrm rot="10800000">
            <a:off x="552428" y="2814659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12" name="Organigramme : Joindre 211"/>
          <p:cNvSpPr/>
          <p:nvPr/>
        </p:nvSpPr>
        <p:spPr>
          <a:xfrm rot="10800000">
            <a:off x="914378" y="2824184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18" name="Connecteur droit 217"/>
          <p:cNvCxnSpPr/>
          <p:nvPr/>
        </p:nvCxnSpPr>
        <p:spPr>
          <a:xfrm>
            <a:off x="1019175" y="3409950"/>
            <a:ext cx="0" cy="5238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Connecteur droit 238"/>
          <p:cNvCxnSpPr/>
          <p:nvPr/>
        </p:nvCxnSpPr>
        <p:spPr>
          <a:xfrm flipV="1">
            <a:off x="1176339" y="2490788"/>
            <a:ext cx="209549" cy="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Connecteur droit 243"/>
          <p:cNvCxnSpPr/>
          <p:nvPr/>
        </p:nvCxnSpPr>
        <p:spPr>
          <a:xfrm flipV="1">
            <a:off x="1014414" y="2490788"/>
            <a:ext cx="209549" cy="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Organigramme : Joindre 246"/>
          <p:cNvSpPr/>
          <p:nvPr/>
        </p:nvSpPr>
        <p:spPr>
          <a:xfrm rot="5400000">
            <a:off x="1097756" y="2407448"/>
            <a:ext cx="204788" cy="161924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51" name="Connecteur droit 250"/>
          <p:cNvCxnSpPr/>
          <p:nvPr/>
        </p:nvCxnSpPr>
        <p:spPr>
          <a:xfrm>
            <a:off x="1381125" y="2962275"/>
            <a:ext cx="0" cy="4476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Organigramme : Joindre 251"/>
          <p:cNvSpPr/>
          <p:nvPr/>
        </p:nvSpPr>
        <p:spPr>
          <a:xfrm rot="10800000">
            <a:off x="1266803" y="2824184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54" name="Connecteur droit avec flèche 253"/>
          <p:cNvCxnSpPr/>
          <p:nvPr/>
        </p:nvCxnSpPr>
        <p:spPr>
          <a:xfrm flipV="1">
            <a:off x="1019175" y="1152525"/>
            <a:ext cx="0" cy="16764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Connecteur droit avec flèche 254"/>
          <p:cNvCxnSpPr/>
          <p:nvPr/>
        </p:nvCxnSpPr>
        <p:spPr>
          <a:xfrm flipV="1">
            <a:off x="666750" y="1819275"/>
            <a:ext cx="0" cy="100012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Forme libre 256"/>
          <p:cNvSpPr/>
          <p:nvPr/>
        </p:nvSpPr>
        <p:spPr>
          <a:xfrm>
            <a:off x="1381125" y="657223"/>
            <a:ext cx="2085975" cy="2209801"/>
          </a:xfrm>
          <a:custGeom>
            <a:avLst/>
            <a:gdLst>
              <a:gd name="connsiteX0" fmla="*/ 0 w 2514600"/>
              <a:gd name="connsiteY0" fmla="*/ 914400 h 914400"/>
              <a:gd name="connsiteX1" fmla="*/ 0 w 2514600"/>
              <a:gd name="connsiteY1" fmla="*/ 0 h 914400"/>
              <a:gd name="connsiteX2" fmla="*/ 2514600 w 25146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0" h="914400">
                <a:moveTo>
                  <a:pt x="0" y="914400"/>
                </a:moveTo>
                <a:lnTo>
                  <a:pt x="0" y="0"/>
                </a:lnTo>
                <a:lnTo>
                  <a:pt x="25146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2" name="Rectangle 231"/>
          <p:cNvSpPr/>
          <p:nvPr/>
        </p:nvSpPr>
        <p:spPr>
          <a:xfrm>
            <a:off x="3171825" y="942975"/>
            <a:ext cx="666750" cy="257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FT 611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à coins arrondis 21"/>
          <p:cNvSpPr/>
          <p:nvPr/>
        </p:nvSpPr>
        <p:spPr>
          <a:xfrm>
            <a:off x="5495925" y="1676401"/>
            <a:ext cx="1209675" cy="2119312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à coins arrondis 35"/>
          <p:cNvSpPr/>
          <p:nvPr/>
        </p:nvSpPr>
        <p:spPr>
          <a:xfrm>
            <a:off x="2466974" y="1676400"/>
            <a:ext cx="1209675" cy="2114550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Forme libre 40"/>
          <p:cNvSpPr/>
          <p:nvPr/>
        </p:nvSpPr>
        <p:spPr>
          <a:xfrm>
            <a:off x="3081338" y="1452563"/>
            <a:ext cx="1328737" cy="923925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2" name="Forme libre 41"/>
          <p:cNvSpPr/>
          <p:nvPr/>
        </p:nvSpPr>
        <p:spPr>
          <a:xfrm flipH="1">
            <a:off x="4724400" y="1452547"/>
            <a:ext cx="1366838" cy="938228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3" name="Forme libre 42"/>
          <p:cNvSpPr/>
          <p:nvPr/>
        </p:nvSpPr>
        <p:spPr>
          <a:xfrm flipV="1">
            <a:off x="3081322" y="3124199"/>
            <a:ext cx="1328737" cy="885825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4" name="Forme libre 43"/>
          <p:cNvSpPr/>
          <p:nvPr/>
        </p:nvSpPr>
        <p:spPr>
          <a:xfrm flipH="1" flipV="1">
            <a:off x="4729163" y="3124199"/>
            <a:ext cx="1362056" cy="885824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5" name="Forme libre 44"/>
          <p:cNvSpPr/>
          <p:nvPr/>
        </p:nvSpPr>
        <p:spPr>
          <a:xfrm>
            <a:off x="3924301" y="2752725"/>
            <a:ext cx="500062" cy="1228725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Forme libre 45"/>
          <p:cNvSpPr/>
          <p:nvPr/>
        </p:nvSpPr>
        <p:spPr>
          <a:xfrm flipH="1" flipV="1">
            <a:off x="2328861" y="4033838"/>
            <a:ext cx="1595421" cy="419100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Forme libre 46"/>
          <p:cNvSpPr/>
          <p:nvPr/>
        </p:nvSpPr>
        <p:spPr>
          <a:xfrm flipH="1" flipV="1">
            <a:off x="5191124" y="1476376"/>
            <a:ext cx="95244" cy="1281112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9" name="Connecteur droit 48"/>
          <p:cNvCxnSpPr/>
          <p:nvPr/>
        </p:nvCxnSpPr>
        <p:spPr>
          <a:xfrm>
            <a:off x="4724401" y="2752726"/>
            <a:ext cx="300037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rganigramme : Joindre 49"/>
          <p:cNvSpPr/>
          <p:nvPr/>
        </p:nvSpPr>
        <p:spPr>
          <a:xfrm rot="5400000">
            <a:off x="4993489" y="2659859"/>
            <a:ext cx="204788" cy="180974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55" name="Connecteur droit 54"/>
          <p:cNvCxnSpPr/>
          <p:nvPr/>
        </p:nvCxnSpPr>
        <p:spPr>
          <a:xfrm>
            <a:off x="5286375" y="1081088"/>
            <a:ext cx="9" cy="3381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/>
          <p:nvPr/>
        </p:nvCxnSpPr>
        <p:spPr>
          <a:xfrm>
            <a:off x="2138363" y="4348163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/>
          <p:cNvCxnSpPr/>
          <p:nvPr/>
        </p:nvCxnSpPr>
        <p:spPr>
          <a:xfrm>
            <a:off x="2333630" y="4352910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avec flèche 60"/>
          <p:cNvCxnSpPr/>
          <p:nvPr/>
        </p:nvCxnSpPr>
        <p:spPr>
          <a:xfrm flipV="1">
            <a:off x="2138363" y="4348163"/>
            <a:ext cx="195262" cy="2000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2133600" y="5429251"/>
            <a:ext cx="819150" cy="3429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64" name="Rectangle 63"/>
          <p:cNvSpPr/>
          <p:nvPr/>
        </p:nvSpPr>
        <p:spPr>
          <a:xfrm>
            <a:off x="2947989" y="5572125"/>
            <a:ext cx="576262" cy="5238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63" name="Ellipse 62"/>
          <p:cNvSpPr/>
          <p:nvPr/>
        </p:nvSpPr>
        <p:spPr>
          <a:xfrm>
            <a:off x="3047994" y="5405436"/>
            <a:ext cx="409575" cy="381000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66" name="Connecteur droit 65"/>
          <p:cNvCxnSpPr>
            <a:stCxn id="63" idx="1"/>
            <a:endCxn id="63" idx="4"/>
          </p:cNvCxnSpPr>
          <p:nvPr/>
        </p:nvCxnSpPr>
        <p:spPr>
          <a:xfrm>
            <a:off x="3107975" y="5461232"/>
            <a:ext cx="144807" cy="3252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/>
          <p:cNvCxnSpPr>
            <a:stCxn id="63" idx="7"/>
            <a:endCxn id="63" idx="4"/>
          </p:cNvCxnSpPr>
          <p:nvPr/>
        </p:nvCxnSpPr>
        <p:spPr>
          <a:xfrm flipH="1">
            <a:off x="3252782" y="5461232"/>
            <a:ext cx="144806" cy="3252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69"/>
          <p:cNvCxnSpPr/>
          <p:nvPr/>
        </p:nvCxnSpPr>
        <p:spPr>
          <a:xfrm>
            <a:off x="3252782" y="5305413"/>
            <a:ext cx="6" cy="557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/>
          <p:cNvCxnSpPr/>
          <p:nvPr/>
        </p:nvCxnSpPr>
        <p:spPr>
          <a:xfrm>
            <a:off x="3214688" y="5305425"/>
            <a:ext cx="714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72"/>
          <p:cNvCxnSpPr/>
          <p:nvPr/>
        </p:nvCxnSpPr>
        <p:spPr>
          <a:xfrm>
            <a:off x="3214672" y="5857917"/>
            <a:ext cx="714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Forme libre 73"/>
          <p:cNvSpPr/>
          <p:nvPr/>
        </p:nvSpPr>
        <p:spPr>
          <a:xfrm>
            <a:off x="1524000" y="4448176"/>
            <a:ext cx="614363" cy="1152524"/>
          </a:xfrm>
          <a:custGeom>
            <a:avLst/>
            <a:gdLst>
              <a:gd name="connsiteX0" fmla="*/ 614363 w 614363"/>
              <a:gd name="connsiteY0" fmla="*/ 0 h 923925"/>
              <a:gd name="connsiteX1" fmla="*/ 0 w 614363"/>
              <a:gd name="connsiteY1" fmla="*/ 0 h 923925"/>
              <a:gd name="connsiteX2" fmla="*/ 0 w 614363"/>
              <a:gd name="connsiteY2" fmla="*/ 923925 h 923925"/>
              <a:gd name="connsiteX3" fmla="*/ 461963 w 614363"/>
              <a:gd name="connsiteY3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4363" h="923925">
                <a:moveTo>
                  <a:pt x="614363" y="0"/>
                </a:moveTo>
                <a:lnTo>
                  <a:pt x="0" y="0"/>
                </a:lnTo>
                <a:lnTo>
                  <a:pt x="0" y="923925"/>
                </a:lnTo>
                <a:lnTo>
                  <a:pt x="461963" y="923925"/>
                </a:lnTo>
              </a:path>
            </a:pathLst>
          </a:cu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6" name="Connecteur droit 75"/>
          <p:cNvCxnSpPr>
            <a:endCxn id="62" idx="1"/>
          </p:cNvCxnSpPr>
          <p:nvPr/>
        </p:nvCxnSpPr>
        <p:spPr>
          <a:xfrm>
            <a:off x="2043113" y="5600700"/>
            <a:ext cx="90487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/>
          <p:cNvCxnSpPr/>
          <p:nvPr/>
        </p:nvCxnSpPr>
        <p:spPr>
          <a:xfrm>
            <a:off x="1990726" y="5543550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1"/>
          <p:cNvCxnSpPr/>
          <p:nvPr/>
        </p:nvCxnSpPr>
        <p:spPr>
          <a:xfrm>
            <a:off x="2047866" y="5543534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Forme libre 82"/>
          <p:cNvSpPr/>
          <p:nvPr/>
        </p:nvSpPr>
        <p:spPr>
          <a:xfrm>
            <a:off x="2814639" y="5762625"/>
            <a:ext cx="628650" cy="361950"/>
          </a:xfrm>
          <a:custGeom>
            <a:avLst/>
            <a:gdLst>
              <a:gd name="connsiteX0" fmla="*/ 0 w 628650"/>
              <a:gd name="connsiteY0" fmla="*/ 0 h 528637"/>
              <a:gd name="connsiteX1" fmla="*/ 0 w 628650"/>
              <a:gd name="connsiteY1" fmla="*/ 528637 h 528637"/>
              <a:gd name="connsiteX2" fmla="*/ 628650 w 628650"/>
              <a:gd name="connsiteY2" fmla="*/ 528637 h 528637"/>
              <a:gd name="connsiteX3" fmla="*/ 628650 w 628650"/>
              <a:gd name="connsiteY3" fmla="*/ 528637 h 528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8650" h="528637">
                <a:moveTo>
                  <a:pt x="0" y="0"/>
                </a:moveTo>
                <a:lnTo>
                  <a:pt x="0" y="528637"/>
                </a:lnTo>
                <a:lnTo>
                  <a:pt x="628650" y="528637"/>
                </a:lnTo>
                <a:lnTo>
                  <a:pt x="628650" y="528637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7" name="Organigramme : Joindre 86"/>
          <p:cNvSpPr/>
          <p:nvPr/>
        </p:nvSpPr>
        <p:spPr>
          <a:xfrm rot="5400000">
            <a:off x="3431381" y="6045998"/>
            <a:ext cx="204788" cy="161924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88" name="Organigramme : Joindre 87"/>
          <p:cNvSpPr/>
          <p:nvPr/>
        </p:nvSpPr>
        <p:spPr>
          <a:xfrm rot="5400000">
            <a:off x="3810017" y="6053141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89" name="Connecteur droit 88"/>
          <p:cNvCxnSpPr/>
          <p:nvPr/>
        </p:nvCxnSpPr>
        <p:spPr>
          <a:xfrm flipV="1">
            <a:off x="3614739" y="6129338"/>
            <a:ext cx="209549" cy="2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à coins arrondis 93"/>
          <p:cNvSpPr/>
          <p:nvPr/>
        </p:nvSpPr>
        <p:spPr>
          <a:xfrm>
            <a:off x="3448051" y="5834063"/>
            <a:ext cx="161925" cy="123825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96" name="Connecteur droit 95"/>
          <p:cNvCxnSpPr>
            <a:endCxn id="94" idx="2"/>
          </p:cNvCxnSpPr>
          <p:nvPr/>
        </p:nvCxnSpPr>
        <p:spPr>
          <a:xfrm flipH="1" flipV="1">
            <a:off x="3529014" y="5957888"/>
            <a:ext cx="2397" cy="173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eur droit 97"/>
          <p:cNvCxnSpPr/>
          <p:nvPr/>
        </p:nvCxnSpPr>
        <p:spPr>
          <a:xfrm>
            <a:off x="4000500" y="6134100"/>
            <a:ext cx="2381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Forme libre 100"/>
          <p:cNvSpPr/>
          <p:nvPr/>
        </p:nvSpPr>
        <p:spPr>
          <a:xfrm>
            <a:off x="2205038" y="6029327"/>
            <a:ext cx="138112" cy="80962"/>
          </a:xfrm>
          <a:custGeom>
            <a:avLst/>
            <a:gdLst>
              <a:gd name="connsiteX0" fmla="*/ 0 w 138112"/>
              <a:gd name="connsiteY0" fmla="*/ 0 h 80962"/>
              <a:gd name="connsiteX1" fmla="*/ 61912 w 138112"/>
              <a:gd name="connsiteY1" fmla="*/ 80962 h 80962"/>
              <a:gd name="connsiteX2" fmla="*/ 138112 w 138112"/>
              <a:gd name="connsiteY2" fmla="*/ 9525 h 8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112" h="80962">
                <a:moveTo>
                  <a:pt x="0" y="0"/>
                </a:moveTo>
                <a:lnTo>
                  <a:pt x="61912" y="80962"/>
                </a:lnTo>
                <a:lnTo>
                  <a:pt x="138112" y="9525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03" name="Connecteur droit 102"/>
          <p:cNvCxnSpPr/>
          <p:nvPr/>
        </p:nvCxnSpPr>
        <p:spPr>
          <a:xfrm>
            <a:off x="2266950" y="6119814"/>
            <a:ext cx="0" cy="1381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eur droit 105"/>
          <p:cNvCxnSpPr/>
          <p:nvPr/>
        </p:nvCxnSpPr>
        <p:spPr>
          <a:xfrm flipH="1">
            <a:off x="2262188" y="5772150"/>
            <a:ext cx="4762" cy="2714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/>
          <p:cNvSpPr/>
          <p:nvPr/>
        </p:nvSpPr>
        <p:spPr>
          <a:xfrm>
            <a:off x="2395544" y="2462213"/>
            <a:ext cx="71438" cy="414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13" name="Connecteur droit 112"/>
          <p:cNvCxnSpPr/>
          <p:nvPr/>
        </p:nvCxnSpPr>
        <p:spPr>
          <a:xfrm>
            <a:off x="2395540" y="2395538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4" name="Rectangle 113"/>
          <p:cNvSpPr/>
          <p:nvPr/>
        </p:nvSpPr>
        <p:spPr>
          <a:xfrm>
            <a:off x="6705619" y="2457451"/>
            <a:ext cx="71438" cy="414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15" name="Connecteur droit 114"/>
          <p:cNvCxnSpPr/>
          <p:nvPr/>
        </p:nvCxnSpPr>
        <p:spPr>
          <a:xfrm>
            <a:off x="6777060" y="2390776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Connecteur droit 116"/>
          <p:cNvCxnSpPr/>
          <p:nvPr/>
        </p:nvCxnSpPr>
        <p:spPr>
          <a:xfrm>
            <a:off x="2676536" y="1485905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eur droit 117"/>
          <p:cNvCxnSpPr/>
          <p:nvPr/>
        </p:nvCxnSpPr>
        <p:spPr>
          <a:xfrm>
            <a:off x="2676520" y="1528756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eur droit 119"/>
          <p:cNvCxnSpPr/>
          <p:nvPr/>
        </p:nvCxnSpPr>
        <p:spPr>
          <a:xfrm>
            <a:off x="2738448" y="1528767"/>
            <a:ext cx="0" cy="1381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eur droit 120"/>
          <p:cNvCxnSpPr/>
          <p:nvPr/>
        </p:nvCxnSpPr>
        <p:spPr>
          <a:xfrm>
            <a:off x="6357948" y="1495431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eur droit 121"/>
          <p:cNvCxnSpPr/>
          <p:nvPr/>
        </p:nvCxnSpPr>
        <p:spPr>
          <a:xfrm>
            <a:off x="6367457" y="1538282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eur droit 122"/>
          <p:cNvCxnSpPr/>
          <p:nvPr/>
        </p:nvCxnSpPr>
        <p:spPr>
          <a:xfrm>
            <a:off x="6429385" y="1538293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Forme libre 123"/>
          <p:cNvSpPr/>
          <p:nvPr/>
        </p:nvSpPr>
        <p:spPr>
          <a:xfrm flipV="1">
            <a:off x="4576762" y="4619624"/>
            <a:ext cx="585788" cy="214310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7" name="Organigramme : Joindre 126"/>
          <p:cNvSpPr/>
          <p:nvPr/>
        </p:nvSpPr>
        <p:spPr>
          <a:xfrm rot="5400000">
            <a:off x="5534042" y="5457829"/>
            <a:ext cx="204788" cy="157162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28" name="Forme libre 127"/>
          <p:cNvSpPr/>
          <p:nvPr/>
        </p:nvSpPr>
        <p:spPr>
          <a:xfrm flipV="1">
            <a:off x="4576746" y="4657725"/>
            <a:ext cx="981092" cy="876376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9" name="Organigramme : Délai 128"/>
          <p:cNvSpPr/>
          <p:nvPr/>
        </p:nvSpPr>
        <p:spPr>
          <a:xfrm rot="5400000">
            <a:off x="5417343" y="4798240"/>
            <a:ext cx="433388" cy="390524"/>
          </a:xfrm>
          <a:prstGeom prst="flowChartDelay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31" name="Connecteur droit 130"/>
          <p:cNvCxnSpPr/>
          <p:nvPr/>
        </p:nvCxnSpPr>
        <p:spPr>
          <a:xfrm>
            <a:off x="5424488" y="4743471"/>
            <a:ext cx="414337" cy="0"/>
          </a:xfrm>
          <a:prstGeom prst="lin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3" name="Connecteur droit 132"/>
          <p:cNvCxnSpPr/>
          <p:nvPr/>
        </p:nvCxnSpPr>
        <p:spPr>
          <a:xfrm>
            <a:off x="5253039" y="4833956"/>
            <a:ext cx="185736" cy="474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cteur droit 139"/>
          <p:cNvCxnSpPr/>
          <p:nvPr/>
        </p:nvCxnSpPr>
        <p:spPr>
          <a:xfrm>
            <a:off x="5819775" y="4838700"/>
            <a:ext cx="2000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eur droit 141"/>
          <p:cNvCxnSpPr/>
          <p:nvPr/>
        </p:nvCxnSpPr>
        <p:spPr>
          <a:xfrm>
            <a:off x="6148387" y="4838700"/>
            <a:ext cx="48101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necteur droit 143"/>
          <p:cNvCxnSpPr/>
          <p:nvPr/>
        </p:nvCxnSpPr>
        <p:spPr>
          <a:xfrm>
            <a:off x="5724527" y="5538788"/>
            <a:ext cx="90011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eur droit 148"/>
          <p:cNvCxnSpPr/>
          <p:nvPr/>
        </p:nvCxnSpPr>
        <p:spPr>
          <a:xfrm flipH="1">
            <a:off x="6624638" y="4833938"/>
            <a:ext cx="4762" cy="7048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Forme libre 149"/>
          <p:cNvSpPr/>
          <p:nvPr/>
        </p:nvSpPr>
        <p:spPr>
          <a:xfrm>
            <a:off x="6624637" y="3409951"/>
            <a:ext cx="1085851" cy="1428750"/>
          </a:xfrm>
          <a:custGeom>
            <a:avLst/>
            <a:gdLst>
              <a:gd name="connsiteX0" fmla="*/ 0 w 1462088"/>
              <a:gd name="connsiteY0" fmla="*/ 1428750 h 1428750"/>
              <a:gd name="connsiteX1" fmla="*/ 1462088 w 1462088"/>
              <a:gd name="connsiteY1" fmla="*/ 1428750 h 1428750"/>
              <a:gd name="connsiteX2" fmla="*/ 1462088 w 1462088"/>
              <a:gd name="connsiteY2" fmla="*/ 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62088" h="1428750">
                <a:moveTo>
                  <a:pt x="0" y="1428750"/>
                </a:moveTo>
                <a:lnTo>
                  <a:pt x="1462088" y="1428750"/>
                </a:lnTo>
                <a:lnTo>
                  <a:pt x="1462088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7" name="Connecteur droit 156"/>
          <p:cNvCxnSpPr/>
          <p:nvPr/>
        </p:nvCxnSpPr>
        <p:spPr>
          <a:xfrm>
            <a:off x="6624638" y="5538788"/>
            <a:ext cx="48101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Organigramme : Joindre 157"/>
          <p:cNvSpPr/>
          <p:nvPr/>
        </p:nvSpPr>
        <p:spPr>
          <a:xfrm rot="5400000">
            <a:off x="7077093" y="5457830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59" name="Connecteur droit 158"/>
          <p:cNvCxnSpPr/>
          <p:nvPr/>
        </p:nvCxnSpPr>
        <p:spPr>
          <a:xfrm>
            <a:off x="7262814" y="5543551"/>
            <a:ext cx="48101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Forme libre 159"/>
          <p:cNvSpPr/>
          <p:nvPr/>
        </p:nvSpPr>
        <p:spPr>
          <a:xfrm>
            <a:off x="5391150" y="5214938"/>
            <a:ext cx="242888" cy="119062"/>
          </a:xfrm>
          <a:custGeom>
            <a:avLst/>
            <a:gdLst>
              <a:gd name="connsiteX0" fmla="*/ 242888 w 242888"/>
              <a:gd name="connsiteY0" fmla="*/ 0 h 119062"/>
              <a:gd name="connsiteX1" fmla="*/ 242888 w 242888"/>
              <a:gd name="connsiteY1" fmla="*/ 119062 h 119062"/>
              <a:gd name="connsiteX2" fmla="*/ 0 w 242888"/>
              <a:gd name="connsiteY2" fmla="*/ 119062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88" h="119062">
                <a:moveTo>
                  <a:pt x="242888" y="0"/>
                </a:moveTo>
                <a:lnTo>
                  <a:pt x="242888" y="119062"/>
                </a:lnTo>
                <a:lnTo>
                  <a:pt x="0" y="119062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1" name="Organigramme : Joindre 160"/>
          <p:cNvSpPr/>
          <p:nvPr/>
        </p:nvSpPr>
        <p:spPr>
          <a:xfrm rot="5400000">
            <a:off x="5293542" y="5279248"/>
            <a:ext cx="95271" cy="100029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62" name="Organigramme : Joindre 161"/>
          <p:cNvSpPr/>
          <p:nvPr/>
        </p:nvSpPr>
        <p:spPr>
          <a:xfrm rot="10800000">
            <a:off x="7610453" y="3243284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64" name="Connecteur droit 163"/>
          <p:cNvCxnSpPr/>
          <p:nvPr/>
        </p:nvCxnSpPr>
        <p:spPr>
          <a:xfrm>
            <a:off x="7710449" y="666750"/>
            <a:ext cx="17" cy="25765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eur droit avec flèche 165"/>
          <p:cNvCxnSpPr/>
          <p:nvPr/>
        </p:nvCxnSpPr>
        <p:spPr>
          <a:xfrm>
            <a:off x="6396036" y="671539"/>
            <a:ext cx="1681163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à coins arrondis 172"/>
          <p:cNvSpPr/>
          <p:nvPr/>
        </p:nvSpPr>
        <p:spPr>
          <a:xfrm>
            <a:off x="5014914" y="2462213"/>
            <a:ext cx="161925" cy="123825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75" name="Connecteur droit 174"/>
          <p:cNvCxnSpPr/>
          <p:nvPr/>
        </p:nvCxnSpPr>
        <p:spPr>
          <a:xfrm>
            <a:off x="5095876" y="2586037"/>
            <a:ext cx="0" cy="16668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Forme libre 176"/>
          <p:cNvSpPr/>
          <p:nvPr/>
        </p:nvSpPr>
        <p:spPr>
          <a:xfrm>
            <a:off x="6710363" y="1857375"/>
            <a:ext cx="523875" cy="247650"/>
          </a:xfrm>
          <a:custGeom>
            <a:avLst/>
            <a:gdLst>
              <a:gd name="connsiteX0" fmla="*/ 0 w 357187"/>
              <a:gd name="connsiteY0" fmla="*/ 247650 h 247650"/>
              <a:gd name="connsiteX1" fmla="*/ 357187 w 357187"/>
              <a:gd name="connsiteY1" fmla="*/ 247650 h 247650"/>
              <a:gd name="connsiteX2" fmla="*/ 357187 w 35718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187" h="247650">
                <a:moveTo>
                  <a:pt x="0" y="247650"/>
                </a:moveTo>
                <a:lnTo>
                  <a:pt x="357187" y="247650"/>
                </a:lnTo>
                <a:lnTo>
                  <a:pt x="357187" y="0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8" name="Triangle isocèle 177"/>
          <p:cNvSpPr/>
          <p:nvPr/>
        </p:nvSpPr>
        <p:spPr>
          <a:xfrm>
            <a:off x="7191378" y="1724027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79" name="Triangle isocèle 178"/>
          <p:cNvSpPr/>
          <p:nvPr/>
        </p:nvSpPr>
        <p:spPr>
          <a:xfrm rot="5400000" flipV="1">
            <a:off x="7259568" y="1647964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0" name="Forme libre 179"/>
          <p:cNvSpPr/>
          <p:nvPr/>
        </p:nvSpPr>
        <p:spPr>
          <a:xfrm>
            <a:off x="7172325" y="1504950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2" name="Triangle isocèle 181"/>
          <p:cNvSpPr/>
          <p:nvPr/>
        </p:nvSpPr>
        <p:spPr>
          <a:xfrm>
            <a:off x="1828780" y="1771651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83" name="Triangle isocèle 182"/>
          <p:cNvSpPr/>
          <p:nvPr/>
        </p:nvSpPr>
        <p:spPr>
          <a:xfrm rot="16200000" flipH="1" flipV="1">
            <a:off x="1773145" y="1695588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4" name="Forme libre 183"/>
          <p:cNvSpPr/>
          <p:nvPr/>
        </p:nvSpPr>
        <p:spPr>
          <a:xfrm>
            <a:off x="1809727" y="1552574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5" name="Bouée 184"/>
          <p:cNvSpPr/>
          <p:nvPr/>
        </p:nvSpPr>
        <p:spPr>
          <a:xfrm>
            <a:off x="1623990" y="1123951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86" name="Forme libre 185"/>
          <p:cNvSpPr/>
          <p:nvPr/>
        </p:nvSpPr>
        <p:spPr>
          <a:xfrm flipH="1">
            <a:off x="1866901" y="1885949"/>
            <a:ext cx="590550" cy="247650"/>
          </a:xfrm>
          <a:custGeom>
            <a:avLst/>
            <a:gdLst>
              <a:gd name="connsiteX0" fmla="*/ 0 w 357187"/>
              <a:gd name="connsiteY0" fmla="*/ 247650 h 247650"/>
              <a:gd name="connsiteX1" fmla="*/ 357187 w 357187"/>
              <a:gd name="connsiteY1" fmla="*/ 247650 h 247650"/>
              <a:gd name="connsiteX2" fmla="*/ 357187 w 35718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187" h="247650">
                <a:moveTo>
                  <a:pt x="0" y="247650"/>
                </a:moveTo>
                <a:lnTo>
                  <a:pt x="357187" y="247650"/>
                </a:lnTo>
                <a:lnTo>
                  <a:pt x="357187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0" name="Organigramme : Connecteur 189"/>
          <p:cNvSpPr/>
          <p:nvPr/>
        </p:nvSpPr>
        <p:spPr>
          <a:xfrm>
            <a:off x="6791327" y="1504950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1" name="Connecteur droit 190"/>
          <p:cNvCxnSpPr/>
          <p:nvPr/>
        </p:nvCxnSpPr>
        <p:spPr>
          <a:xfrm>
            <a:off x="6943735" y="1795463"/>
            <a:ext cx="1" cy="3143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Organigramme : Connecteur 191"/>
          <p:cNvSpPr/>
          <p:nvPr/>
        </p:nvSpPr>
        <p:spPr>
          <a:xfrm>
            <a:off x="2905125" y="18097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3" name="Connecteur droit 192"/>
          <p:cNvCxnSpPr/>
          <p:nvPr/>
        </p:nvCxnSpPr>
        <p:spPr>
          <a:xfrm>
            <a:off x="3067051" y="2095501"/>
            <a:ext cx="0" cy="142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Organigramme : Connecteur 197"/>
          <p:cNvSpPr/>
          <p:nvPr/>
        </p:nvSpPr>
        <p:spPr>
          <a:xfrm>
            <a:off x="4200525" y="35623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9" name="Connecteur droit 198"/>
          <p:cNvCxnSpPr/>
          <p:nvPr/>
        </p:nvCxnSpPr>
        <p:spPr>
          <a:xfrm flipH="1" flipV="1">
            <a:off x="4114800" y="3705225"/>
            <a:ext cx="95250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Organigramme : Connecteur 199"/>
          <p:cNvSpPr/>
          <p:nvPr/>
        </p:nvSpPr>
        <p:spPr>
          <a:xfrm>
            <a:off x="4648200" y="355759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01" name="Connecteur droit 200"/>
          <p:cNvCxnSpPr>
            <a:stCxn id="200" idx="6"/>
          </p:cNvCxnSpPr>
          <p:nvPr/>
        </p:nvCxnSpPr>
        <p:spPr>
          <a:xfrm flipV="1">
            <a:off x="4948238" y="3700465"/>
            <a:ext cx="7143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Organigramme : Connecteur 201"/>
          <p:cNvSpPr/>
          <p:nvPr/>
        </p:nvSpPr>
        <p:spPr>
          <a:xfrm>
            <a:off x="5948362" y="18097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03" name="Connecteur droit 202"/>
          <p:cNvCxnSpPr/>
          <p:nvPr/>
        </p:nvCxnSpPr>
        <p:spPr>
          <a:xfrm>
            <a:off x="6110288" y="2095501"/>
            <a:ext cx="0" cy="142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Connecteur droit 210"/>
          <p:cNvCxnSpPr/>
          <p:nvPr/>
        </p:nvCxnSpPr>
        <p:spPr>
          <a:xfrm>
            <a:off x="3924300" y="4229099"/>
            <a:ext cx="2952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Organigramme : Joindre 214"/>
          <p:cNvSpPr/>
          <p:nvPr/>
        </p:nvSpPr>
        <p:spPr>
          <a:xfrm>
            <a:off x="5579292" y="4545822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16" name="Organigramme : Joindre 215"/>
          <p:cNvSpPr/>
          <p:nvPr/>
        </p:nvSpPr>
        <p:spPr>
          <a:xfrm rot="10800000">
            <a:off x="5579292" y="4331510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17" name="Rectangle à coins arrondis 216"/>
          <p:cNvSpPr/>
          <p:nvPr/>
        </p:nvSpPr>
        <p:spPr>
          <a:xfrm>
            <a:off x="5738811" y="4333875"/>
            <a:ext cx="61911" cy="100012"/>
          </a:xfrm>
          <a:prstGeom prst="round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19" name="Connecteur droit 218"/>
          <p:cNvCxnSpPr/>
          <p:nvPr/>
        </p:nvCxnSpPr>
        <p:spPr>
          <a:xfrm>
            <a:off x="5638800" y="4386263"/>
            <a:ext cx="9525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Forme libre 220"/>
          <p:cNvSpPr/>
          <p:nvPr/>
        </p:nvSpPr>
        <p:spPr>
          <a:xfrm>
            <a:off x="4605338" y="4224338"/>
            <a:ext cx="1019175" cy="104775"/>
          </a:xfrm>
          <a:custGeom>
            <a:avLst/>
            <a:gdLst>
              <a:gd name="connsiteX0" fmla="*/ 0 w 1019175"/>
              <a:gd name="connsiteY0" fmla="*/ 0 h 90487"/>
              <a:gd name="connsiteX1" fmla="*/ 1019175 w 1019175"/>
              <a:gd name="connsiteY1" fmla="*/ 0 h 90487"/>
              <a:gd name="connsiteX2" fmla="*/ 1019175 w 1019175"/>
              <a:gd name="connsiteY2" fmla="*/ 90487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9175" h="90487">
                <a:moveTo>
                  <a:pt x="0" y="0"/>
                </a:moveTo>
                <a:lnTo>
                  <a:pt x="1019175" y="0"/>
                </a:lnTo>
                <a:lnTo>
                  <a:pt x="1019175" y="90487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23" name="Connecteur droit 222"/>
          <p:cNvCxnSpPr/>
          <p:nvPr/>
        </p:nvCxnSpPr>
        <p:spPr>
          <a:xfrm>
            <a:off x="5629275" y="4424363"/>
            <a:ext cx="0" cy="1047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necteur droit 223"/>
          <p:cNvCxnSpPr/>
          <p:nvPr/>
        </p:nvCxnSpPr>
        <p:spPr>
          <a:xfrm>
            <a:off x="5629276" y="4638674"/>
            <a:ext cx="0" cy="1047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Organigramme : Joindre 224"/>
          <p:cNvSpPr/>
          <p:nvPr/>
        </p:nvSpPr>
        <p:spPr>
          <a:xfrm>
            <a:off x="6893741" y="1878822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27" name="Organigramme : Connecteur 226"/>
          <p:cNvSpPr/>
          <p:nvPr/>
        </p:nvSpPr>
        <p:spPr>
          <a:xfrm>
            <a:off x="2076453" y="1528762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28" name="Connecteur droit 227"/>
          <p:cNvCxnSpPr/>
          <p:nvPr/>
        </p:nvCxnSpPr>
        <p:spPr>
          <a:xfrm>
            <a:off x="2228861" y="1819275"/>
            <a:ext cx="1" cy="3143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Organigramme : Joindre 228"/>
          <p:cNvSpPr/>
          <p:nvPr/>
        </p:nvSpPr>
        <p:spPr>
          <a:xfrm>
            <a:off x="2178867" y="1902634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30" name="Organigramme : Connecteur 229"/>
          <p:cNvSpPr/>
          <p:nvPr/>
        </p:nvSpPr>
        <p:spPr>
          <a:xfrm>
            <a:off x="1633540" y="4991100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31" name="Connecteur droit 230"/>
          <p:cNvCxnSpPr/>
          <p:nvPr/>
        </p:nvCxnSpPr>
        <p:spPr>
          <a:xfrm>
            <a:off x="1785948" y="5281613"/>
            <a:ext cx="1" cy="3143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onnecteur droit 232"/>
          <p:cNvCxnSpPr/>
          <p:nvPr/>
        </p:nvCxnSpPr>
        <p:spPr>
          <a:xfrm>
            <a:off x="4467225" y="4605338"/>
            <a:ext cx="219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cteur droit 233"/>
          <p:cNvCxnSpPr/>
          <p:nvPr/>
        </p:nvCxnSpPr>
        <p:spPr>
          <a:xfrm>
            <a:off x="4576762" y="3290883"/>
            <a:ext cx="6" cy="110964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Connecteur droit avec flèche 234"/>
          <p:cNvCxnSpPr/>
          <p:nvPr/>
        </p:nvCxnSpPr>
        <p:spPr>
          <a:xfrm>
            <a:off x="4471988" y="4405312"/>
            <a:ext cx="228600" cy="2000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Connecteur droit 237"/>
          <p:cNvCxnSpPr/>
          <p:nvPr/>
        </p:nvCxnSpPr>
        <p:spPr>
          <a:xfrm>
            <a:off x="4467226" y="4405312"/>
            <a:ext cx="219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Rectangle 259"/>
          <p:cNvSpPr/>
          <p:nvPr/>
        </p:nvSpPr>
        <p:spPr>
          <a:xfrm>
            <a:off x="2657475" y="25241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S301A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61" name="Rectangle 260"/>
          <p:cNvSpPr/>
          <p:nvPr/>
        </p:nvSpPr>
        <p:spPr>
          <a:xfrm>
            <a:off x="5695950" y="25241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S301B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62" name="Rectangle 261"/>
          <p:cNvSpPr/>
          <p:nvPr/>
        </p:nvSpPr>
        <p:spPr>
          <a:xfrm>
            <a:off x="2143125" y="543877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Réchauffeur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3" name="Rectangle 262"/>
          <p:cNvSpPr/>
          <p:nvPr/>
        </p:nvSpPr>
        <p:spPr>
          <a:xfrm>
            <a:off x="609600" y="3933825"/>
            <a:ext cx="819150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Sortie F301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4" name="Rectangle 263"/>
          <p:cNvSpPr/>
          <p:nvPr/>
        </p:nvSpPr>
        <p:spPr>
          <a:xfrm>
            <a:off x="676274" y="809625"/>
            <a:ext cx="6858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S302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5" name="Rectangle 264"/>
          <p:cNvSpPr/>
          <p:nvPr/>
        </p:nvSpPr>
        <p:spPr>
          <a:xfrm>
            <a:off x="7915275" y="457200"/>
            <a:ext cx="866775" cy="4095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Réseau usine 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6" name="Rectangle 265"/>
          <p:cNvSpPr/>
          <p:nvPr/>
        </p:nvSpPr>
        <p:spPr>
          <a:xfrm>
            <a:off x="3276600" y="61817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Vapeur 25B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7" name="Rectangle 266"/>
          <p:cNvSpPr/>
          <p:nvPr/>
        </p:nvSpPr>
        <p:spPr>
          <a:xfrm>
            <a:off x="2847975" y="50387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Soufflante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125" name="Organigramme : Joindre 124"/>
          <p:cNvSpPr/>
          <p:nvPr/>
        </p:nvSpPr>
        <p:spPr>
          <a:xfrm rot="5400000">
            <a:off x="5105417" y="4752997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68" name="Rectangle 267"/>
          <p:cNvSpPr/>
          <p:nvPr/>
        </p:nvSpPr>
        <p:spPr>
          <a:xfrm>
            <a:off x="5400675" y="4800600"/>
            <a:ext cx="4762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 smtClean="0">
                <a:solidFill>
                  <a:schemeClr val="tx1"/>
                </a:solidFill>
              </a:rPr>
              <a:t>X 301</a:t>
            </a:r>
            <a:endParaRPr lang="fr-FR" sz="1200" b="1" dirty="0">
              <a:solidFill>
                <a:schemeClr val="tx1"/>
              </a:solidFill>
            </a:endParaRPr>
          </a:p>
        </p:txBody>
      </p:sp>
      <p:sp>
        <p:nvSpPr>
          <p:cNvPr id="269" name="Rectangle 268"/>
          <p:cNvSpPr/>
          <p:nvPr/>
        </p:nvSpPr>
        <p:spPr>
          <a:xfrm>
            <a:off x="1600199" y="1162050"/>
            <a:ext cx="4953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3004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0" name="Rectangle 269"/>
          <p:cNvSpPr/>
          <p:nvPr/>
        </p:nvSpPr>
        <p:spPr>
          <a:xfrm>
            <a:off x="6981824" y="1133475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3003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71" name="Bouée 270"/>
          <p:cNvSpPr/>
          <p:nvPr/>
        </p:nvSpPr>
        <p:spPr>
          <a:xfrm>
            <a:off x="6996090" y="1085851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77" name="Rectangle 276"/>
          <p:cNvSpPr/>
          <p:nvPr/>
        </p:nvSpPr>
        <p:spPr>
          <a:xfrm>
            <a:off x="2057400" y="1514475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8" name="Rectangle 277"/>
          <p:cNvSpPr/>
          <p:nvPr/>
        </p:nvSpPr>
        <p:spPr>
          <a:xfrm>
            <a:off x="6772275" y="1485900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9" name="Rectangle 278"/>
          <p:cNvSpPr/>
          <p:nvPr/>
        </p:nvSpPr>
        <p:spPr>
          <a:xfrm>
            <a:off x="1619250" y="4972050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80" name="Rectangle 279"/>
          <p:cNvSpPr/>
          <p:nvPr/>
        </p:nvSpPr>
        <p:spPr>
          <a:xfrm>
            <a:off x="6772275" y="3867150"/>
            <a:ext cx="80962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Hygromètre AR301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82" name="Forme libre 281"/>
          <p:cNvSpPr/>
          <p:nvPr/>
        </p:nvSpPr>
        <p:spPr>
          <a:xfrm>
            <a:off x="5629275" y="4200525"/>
            <a:ext cx="1543050" cy="285750"/>
          </a:xfrm>
          <a:custGeom>
            <a:avLst/>
            <a:gdLst>
              <a:gd name="connsiteX0" fmla="*/ 0 w 923925"/>
              <a:gd name="connsiteY0" fmla="*/ 457200 h 457200"/>
              <a:gd name="connsiteX1" fmla="*/ 923925 w 923925"/>
              <a:gd name="connsiteY1" fmla="*/ 457200 h 457200"/>
              <a:gd name="connsiteX2" fmla="*/ 923925 w 923925"/>
              <a:gd name="connsiteY2" fmla="*/ 0 h 457200"/>
              <a:gd name="connsiteX3" fmla="*/ 923925 w 923925"/>
              <a:gd name="connsiteY3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3925" h="457200">
                <a:moveTo>
                  <a:pt x="0" y="457200"/>
                </a:moveTo>
                <a:lnTo>
                  <a:pt x="923925" y="457200"/>
                </a:lnTo>
                <a:lnTo>
                  <a:pt x="923925" y="0"/>
                </a:lnTo>
                <a:lnTo>
                  <a:pt x="923925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86" name="Connecteur droit avec flèche 285"/>
          <p:cNvCxnSpPr/>
          <p:nvPr/>
        </p:nvCxnSpPr>
        <p:spPr>
          <a:xfrm flipH="1">
            <a:off x="7715250" y="3857625"/>
            <a:ext cx="762000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Rectangle 287"/>
          <p:cNvSpPr/>
          <p:nvPr/>
        </p:nvSpPr>
        <p:spPr>
          <a:xfrm>
            <a:off x="8077199" y="3581400"/>
            <a:ext cx="885825" cy="5238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Secours Azote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89" name="Organigramme : Joindre 288"/>
          <p:cNvSpPr/>
          <p:nvPr/>
        </p:nvSpPr>
        <p:spPr>
          <a:xfrm rot="5400000">
            <a:off x="7962917" y="3776666"/>
            <a:ext cx="204788" cy="157162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90" name="Rectangle à coins arrondis 289"/>
          <p:cNvSpPr/>
          <p:nvPr/>
        </p:nvSpPr>
        <p:spPr>
          <a:xfrm>
            <a:off x="7981951" y="3557588"/>
            <a:ext cx="161925" cy="123825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91" name="Connecteur droit 290"/>
          <p:cNvCxnSpPr>
            <a:stCxn id="289" idx="1"/>
            <a:endCxn id="290" idx="2"/>
          </p:cNvCxnSpPr>
          <p:nvPr/>
        </p:nvCxnSpPr>
        <p:spPr>
          <a:xfrm flipH="1" flipV="1">
            <a:off x="8062914" y="3681413"/>
            <a:ext cx="2397" cy="173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Forme libre 299"/>
          <p:cNvSpPr/>
          <p:nvPr/>
        </p:nvSpPr>
        <p:spPr>
          <a:xfrm flipH="1">
            <a:off x="3533775" y="657225"/>
            <a:ext cx="1038225" cy="1552576"/>
          </a:xfrm>
          <a:custGeom>
            <a:avLst/>
            <a:gdLst>
              <a:gd name="connsiteX0" fmla="*/ 0 w 2514600"/>
              <a:gd name="connsiteY0" fmla="*/ 914400 h 914400"/>
              <a:gd name="connsiteX1" fmla="*/ 0 w 2514600"/>
              <a:gd name="connsiteY1" fmla="*/ 0 h 914400"/>
              <a:gd name="connsiteX2" fmla="*/ 2514600 w 25146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0" h="914400">
                <a:moveTo>
                  <a:pt x="0" y="914400"/>
                </a:moveTo>
                <a:lnTo>
                  <a:pt x="0" y="0"/>
                </a:lnTo>
                <a:lnTo>
                  <a:pt x="25146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01" name="Connecteur droit 300"/>
          <p:cNvCxnSpPr/>
          <p:nvPr/>
        </p:nvCxnSpPr>
        <p:spPr>
          <a:xfrm>
            <a:off x="3467101" y="600075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Connecteur droit 301"/>
          <p:cNvCxnSpPr/>
          <p:nvPr/>
        </p:nvCxnSpPr>
        <p:spPr>
          <a:xfrm>
            <a:off x="3524241" y="600059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Organigramme : Connecteur 304"/>
          <p:cNvSpPr/>
          <p:nvPr/>
        </p:nvSpPr>
        <p:spPr>
          <a:xfrm>
            <a:off x="3305175" y="881061"/>
            <a:ext cx="395291" cy="404813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306" name="Connecteur droit 305"/>
          <p:cNvCxnSpPr/>
          <p:nvPr/>
        </p:nvCxnSpPr>
        <p:spPr>
          <a:xfrm>
            <a:off x="3495686" y="561975"/>
            <a:ext cx="1" cy="3143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Connecteur droit 314"/>
          <p:cNvCxnSpPr/>
          <p:nvPr/>
        </p:nvCxnSpPr>
        <p:spPr>
          <a:xfrm>
            <a:off x="2686061" y="3924305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Connecteur droit 316"/>
          <p:cNvCxnSpPr/>
          <p:nvPr/>
        </p:nvCxnSpPr>
        <p:spPr>
          <a:xfrm>
            <a:off x="2747973" y="3776667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Organigramme : Joindre 317"/>
          <p:cNvSpPr/>
          <p:nvPr/>
        </p:nvSpPr>
        <p:spPr>
          <a:xfrm>
            <a:off x="2695575" y="3945747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19" name="Connecteur droit 318"/>
          <p:cNvCxnSpPr/>
          <p:nvPr/>
        </p:nvCxnSpPr>
        <p:spPr>
          <a:xfrm>
            <a:off x="6381761" y="3952880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Connecteur droit 319"/>
          <p:cNvCxnSpPr/>
          <p:nvPr/>
        </p:nvCxnSpPr>
        <p:spPr>
          <a:xfrm>
            <a:off x="6443673" y="3805242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Organigramme : Joindre 320"/>
          <p:cNvSpPr/>
          <p:nvPr/>
        </p:nvSpPr>
        <p:spPr>
          <a:xfrm>
            <a:off x="6391275" y="3974322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22" name="Rectangle 321"/>
          <p:cNvSpPr/>
          <p:nvPr/>
        </p:nvSpPr>
        <p:spPr>
          <a:xfrm>
            <a:off x="3495675" y="5438775"/>
            <a:ext cx="438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fr-FR" sz="1200" dirty="0" smtClean="0">
                <a:solidFill>
                  <a:schemeClr val="tx1"/>
                </a:solidFill>
              </a:rPr>
              <a:t>AIR</a:t>
            </a:r>
            <a:endParaRPr lang="fr-FR" sz="1200" dirty="0">
              <a:solidFill>
                <a:schemeClr val="tx1"/>
              </a:solidFill>
            </a:endParaRPr>
          </a:p>
        </p:txBody>
      </p:sp>
      <p:cxnSp>
        <p:nvCxnSpPr>
          <p:cNvPr id="330" name="Connecteur droit 329"/>
          <p:cNvCxnSpPr/>
          <p:nvPr/>
        </p:nvCxnSpPr>
        <p:spPr>
          <a:xfrm>
            <a:off x="7743825" y="5343525"/>
            <a:ext cx="0" cy="39052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1" name="Rectangle 330"/>
          <p:cNvSpPr/>
          <p:nvPr/>
        </p:nvSpPr>
        <p:spPr>
          <a:xfrm>
            <a:off x="7743824" y="5286376"/>
            <a:ext cx="971551" cy="4953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Sécheurs d’appoint 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340" name="Rectangle 339"/>
          <p:cNvSpPr/>
          <p:nvPr/>
        </p:nvSpPr>
        <p:spPr>
          <a:xfrm>
            <a:off x="2838450" y="1790700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T301 A1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5876925" y="18002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T301 B1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4133850" y="35528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T301 A2</a:t>
            </a:r>
          </a:p>
        </p:txBody>
      </p:sp>
      <p:sp>
        <p:nvSpPr>
          <p:cNvPr id="343" name="Rectangle 342"/>
          <p:cNvSpPr/>
          <p:nvPr/>
        </p:nvSpPr>
        <p:spPr>
          <a:xfrm>
            <a:off x="4581525" y="35528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T301 B2</a:t>
            </a:r>
          </a:p>
        </p:txBody>
      </p:sp>
      <p:sp>
        <p:nvSpPr>
          <p:cNvPr id="344" name="Rectangle à coins arrondis 343"/>
          <p:cNvSpPr/>
          <p:nvPr/>
        </p:nvSpPr>
        <p:spPr>
          <a:xfrm>
            <a:off x="4676775" y="6038850"/>
            <a:ext cx="3733800" cy="47625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S301 : A = attente, B = service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04" name="Organigramme : Connecteur 103"/>
          <p:cNvSpPr/>
          <p:nvPr/>
        </p:nvSpPr>
        <p:spPr>
          <a:xfrm>
            <a:off x="2205035" y="5867400"/>
            <a:ext cx="138113" cy="133350"/>
          </a:xfrm>
          <a:prstGeom prst="flowChartConnector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5" name="Rectangle 344"/>
          <p:cNvSpPr/>
          <p:nvPr/>
        </p:nvSpPr>
        <p:spPr>
          <a:xfrm>
            <a:off x="5257801" y="514350"/>
            <a:ext cx="118110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S302 / S303</a:t>
            </a:r>
          </a:p>
        </p:txBody>
      </p:sp>
      <p:sp>
        <p:nvSpPr>
          <p:cNvPr id="126" name="Organigramme : Joindre 125"/>
          <p:cNvSpPr/>
          <p:nvPr/>
        </p:nvSpPr>
        <p:spPr>
          <a:xfrm rot="5400000">
            <a:off x="5981717" y="4757758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87" name="Connecteur droit 186"/>
          <p:cNvCxnSpPr/>
          <p:nvPr/>
        </p:nvCxnSpPr>
        <p:spPr>
          <a:xfrm>
            <a:off x="2357440" y="2395538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8" name="Connecteur droit 187"/>
          <p:cNvCxnSpPr/>
          <p:nvPr/>
        </p:nvCxnSpPr>
        <p:spPr>
          <a:xfrm>
            <a:off x="6815140" y="2386013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" name="Groupe 217"/>
          <p:cNvGrpSpPr/>
          <p:nvPr/>
        </p:nvGrpSpPr>
        <p:grpSpPr>
          <a:xfrm>
            <a:off x="4262437" y="4176712"/>
            <a:ext cx="271456" cy="114300"/>
            <a:chOff x="2952750" y="4214813"/>
            <a:chExt cx="271456" cy="114300"/>
          </a:xfrm>
        </p:grpSpPr>
        <p:cxnSp>
          <p:nvCxnSpPr>
            <p:cNvPr id="197" name="Connecteur droit 196"/>
            <p:cNvCxnSpPr/>
            <p:nvPr/>
          </p:nvCxnSpPr>
          <p:spPr>
            <a:xfrm flipV="1">
              <a:off x="3033712" y="4219575"/>
              <a:ext cx="0" cy="104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cteur droit 203"/>
            <p:cNvCxnSpPr/>
            <p:nvPr/>
          </p:nvCxnSpPr>
          <p:spPr>
            <a:xfrm flipV="1">
              <a:off x="3148012" y="4219575"/>
              <a:ext cx="0" cy="104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cteur droit 208"/>
            <p:cNvCxnSpPr/>
            <p:nvPr/>
          </p:nvCxnSpPr>
          <p:spPr>
            <a:xfrm>
              <a:off x="3148006" y="4271963"/>
              <a:ext cx="76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necteur droit 209"/>
            <p:cNvCxnSpPr/>
            <p:nvPr/>
          </p:nvCxnSpPr>
          <p:spPr>
            <a:xfrm>
              <a:off x="2952750" y="4271963"/>
              <a:ext cx="76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necteur droit avec flèche 212"/>
            <p:cNvCxnSpPr/>
            <p:nvPr/>
          </p:nvCxnSpPr>
          <p:spPr>
            <a:xfrm flipH="1">
              <a:off x="3028951" y="4214813"/>
              <a:ext cx="119063" cy="1143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4" name="Organigramme : Joindre 213"/>
          <p:cNvSpPr/>
          <p:nvPr/>
        </p:nvSpPr>
        <p:spPr>
          <a:xfrm rot="5400000">
            <a:off x="4169593" y="4174348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20" name="Organigramme : Connecteur 219"/>
          <p:cNvSpPr/>
          <p:nvPr/>
        </p:nvSpPr>
        <p:spPr>
          <a:xfrm>
            <a:off x="7343775" y="424339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22" name="Connecteur droit 221"/>
          <p:cNvCxnSpPr>
            <a:stCxn id="220" idx="6"/>
          </p:cNvCxnSpPr>
          <p:nvPr/>
        </p:nvCxnSpPr>
        <p:spPr>
          <a:xfrm flipV="1">
            <a:off x="7643813" y="4386265"/>
            <a:ext cx="7143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Rectangle 225"/>
          <p:cNvSpPr/>
          <p:nvPr/>
        </p:nvSpPr>
        <p:spPr>
          <a:xfrm>
            <a:off x="7267575" y="421957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TI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323849" y="1495425"/>
            <a:ext cx="6858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S303</a:t>
            </a:r>
            <a:endParaRPr lang="fr-FR" sz="1400" b="1" dirty="0">
              <a:solidFill>
                <a:schemeClr val="tx1"/>
              </a:solidFill>
            </a:endParaRPr>
          </a:p>
        </p:txBody>
      </p:sp>
      <p:grpSp>
        <p:nvGrpSpPr>
          <p:cNvPr id="3" name="Groupe 251"/>
          <p:cNvGrpSpPr/>
          <p:nvPr/>
        </p:nvGrpSpPr>
        <p:grpSpPr>
          <a:xfrm>
            <a:off x="4259923" y="2804217"/>
            <a:ext cx="627815" cy="623046"/>
            <a:chOff x="202273" y="5356917"/>
            <a:chExt cx="627815" cy="623046"/>
          </a:xfrm>
          <a:solidFill>
            <a:schemeClr val="bg1">
              <a:lumMod val="85000"/>
            </a:schemeClr>
          </a:solidFill>
        </p:grpSpPr>
        <p:sp>
          <p:nvSpPr>
            <p:cNvPr id="256" name="Ellipse 255"/>
            <p:cNvSpPr/>
            <p:nvPr/>
          </p:nvSpPr>
          <p:spPr>
            <a:xfrm>
              <a:off x="340519" y="5495923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8" name="Arc plein 257"/>
            <p:cNvSpPr/>
            <p:nvPr/>
          </p:nvSpPr>
          <p:spPr>
            <a:xfrm rot="17940000">
              <a:off x="518794" y="5668668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272" name="Arc plein 271"/>
            <p:cNvSpPr/>
            <p:nvPr/>
          </p:nvSpPr>
          <p:spPr>
            <a:xfrm rot="6960000">
              <a:off x="202586" y="5356604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4" name="Groupe 272"/>
          <p:cNvGrpSpPr/>
          <p:nvPr/>
        </p:nvGrpSpPr>
        <p:grpSpPr>
          <a:xfrm rot="5340000">
            <a:off x="4269448" y="2423217"/>
            <a:ext cx="627815" cy="623046"/>
            <a:chOff x="192748" y="5356917"/>
            <a:chExt cx="627815" cy="623046"/>
          </a:xfrm>
          <a:solidFill>
            <a:schemeClr val="bg1">
              <a:lumMod val="85000"/>
            </a:schemeClr>
          </a:solidFill>
        </p:grpSpPr>
        <p:sp>
          <p:nvSpPr>
            <p:cNvPr id="274" name="Ellipse 273"/>
            <p:cNvSpPr/>
            <p:nvPr/>
          </p:nvSpPr>
          <p:spPr>
            <a:xfrm>
              <a:off x="340519" y="5495923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5" name="Arc plein 274"/>
            <p:cNvSpPr/>
            <p:nvPr/>
          </p:nvSpPr>
          <p:spPr>
            <a:xfrm rot="-3660000">
              <a:off x="509269" y="5668668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281" name="Arc plein 280"/>
            <p:cNvSpPr/>
            <p:nvPr/>
          </p:nvSpPr>
          <p:spPr>
            <a:xfrm rot="6960000">
              <a:off x="193061" y="5356604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5" name="Groupe 282"/>
          <p:cNvGrpSpPr/>
          <p:nvPr/>
        </p:nvGrpSpPr>
        <p:grpSpPr>
          <a:xfrm rot="-5280000">
            <a:off x="4255163" y="2075721"/>
            <a:ext cx="637334" cy="622713"/>
            <a:chOff x="192748" y="5356917"/>
            <a:chExt cx="637334" cy="622713"/>
          </a:xfrm>
          <a:solidFill>
            <a:schemeClr val="bg1">
              <a:lumMod val="85000"/>
            </a:schemeClr>
          </a:solidFill>
        </p:grpSpPr>
        <p:sp>
          <p:nvSpPr>
            <p:cNvPr id="284" name="Ellipse 283"/>
            <p:cNvSpPr/>
            <p:nvPr/>
          </p:nvSpPr>
          <p:spPr>
            <a:xfrm>
              <a:off x="340519" y="5495923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5" name="Arc plein 284"/>
            <p:cNvSpPr/>
            <p:nvPr/>
          </p:nvSpPr>
          <p:spPr>
            <a:xfrm rot="17940000">
              <a:off x="518788" y="5668335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287" name="Arc plein 286"/>
            <p:cNvSpPr/>
            <p:nvPr/>
          </p:nvSpPr>
          <p:spPr>
            <a:xfrm rot="6960000">
              <a:off x="193061" y="5356604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cxnSp>
        <p:nvCxnSpPr>
          <p:cNvPr id="292" name="Connecteur droit avec flèche 291"/>
          <p:cNvCxnSpPr/>
          <p:nvPr/>
        </p:nvCxnSpPr>
        <p:spPr>
          <a:xfrm flipV="1">
            <a:off x="5286374" y="1085850"/>
            <a:ext cx="342901" cy="2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3" name="Rectangle 292"/>
          <p:cNvSpPr/>
          <p:nvPr/>
        </p:nvSpPr>
        <p:spPr>
          <a:xfrm>
            <a:off x="5438775" y="914400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Event 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195" name="Organigramme : Joindre 194"/>
          <p:cNvSpPr/>
          <p:nvPr/>
        </p:nvSpPr>
        <p:spPr>
          <a:xfrm rot="5400000">
            <a:off x="6084118" y="4441048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05" name="Rectangle 204"/>
          <p:cNvSpPr/>
          <p:nvPr/>
        </p:nvSpPr>
        <p:spPr>
          <a:xfrm>
            <a:off x="266700" y="6181726"/>
            <a:ext cx="1904999" cy="361950"/>
          </a:xfrm>
          <a:prstGeom prst="rect">
            <a:avLst/>
          </a:prstGeom>
          <a:solidFill>
            <a:srgbClr val="FFFF99"/>
          </a:solidFill>
          <a:ln w="6350" cmpd="dbl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 smtClean="0">
                <a:solidFill>
                  <a:schemeClr val="tx1"/>
                </a:solidFill>
              </a:rPr>
              <a:t>PCF AIR INSTRUMENT </a:t>
            </a:r>
          </a:p>
          <a:p>
            <a:pPr algn="ctr"/>
            <a:r>
              <a:rPr lang="fr-FR" sz="1100" b="1" dirty="0" smtClean="0">
                <a:solidFill>
                  <a:schemeClr val="tx1"/>
                </a:solidFill>
              </a:rPr>
              <a:t>7841 901 330</a:t>
            </a:r>
          </a:p>
        </p:txBody>
      </p:sp>
      <p:cxnSp>
        <p:nvCxnSpPr>
          <p:cNvPr id="196" name="Connecteur droit 195"/>
          <p:cNvCxnSpPr/>
          <p:nvPr/>
        </p:nvCxnSpPr>
        <p:spPr>
          <a:xfrm>
            <a:off x="1019175" y="2971800"/>
            <a:ext cx="0" cy="42862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Connecteur droit 205"/>
          <p:cNvCxnSpPr/>
          <p:nvPr/>
        </p:nvCxnSpPr>
        <p:spPr>
          <a:xfrm>
            <a:off x="514350" y="3409950"/>
            <a:ext cx="981075" cy="0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Connecteur droit 206"/>
          <p:cNvCxnSpPr/>
          <p:nvPr/>
        </p:nvCxnSpPr>
        <p:spPr>
          <a:xfrm>
            <a:off x="666750" y="2981325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Organigramme : Joindre 207"/>
          <p:cNvSpPr/>
          <p:nvPr/>
        </p:nvSpPr>
        <p:spPr>
          <a:xfrm rot="10800000">
            <a:off x="552428" y="2814659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12" name="Organigramme : Joindre 211"/>
          <p:cNvSpPr/>
          <p:nvPr/>
        </p:nvSpPr>
        <p:spPr>
          <a:xfrm rot="10800000">
            <a:off x="914378" y="2824184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18" name="Connecteur droit 217"/>
          <p:cNvCxnSpPr/>
          <p:nvPr/>
        </p:nvCxnSpPr>
        <p:spPr>
          <a:xfrm>
            <a:off x="1019175" y="3409950"/>
            <a:ext cx="0" cy="5238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Connecteur droit 238"/>
          <p:cNvCxnSpPr/>
          <p:nvPr/>
        </p:nvCxnSpPr>
        <p:spPr>
          <a:xfrm flipV="1">
            <a:off x="1176339" y="2490788"/>
            <a:ext cx="209549" cy="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Connecteur droit 243"/>
          <p:cNvCxnSpPr/>
          <p:nvPr/>
        </p:nvCxnSpPr>
        <p:spPr>
          <a:xfrm flipV="1">
            <a:off x="1014414" y="2490788"/>
            <a:ext cx="209549" cy="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Organigramme : Joindre 246"/>
          <p:cNvSpPr/>
          <p:nvPr/>
        </p:nvSpPr>
        <p:spPr>
          <a:xfrm rot="5400000">
            <a:off x="1097756" y="2407448"/>
            <a:ext cx="204788" cy="161924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51" name="Connecteur droit 250"/>
          <p:cNvCxnSpPr/>
          <p:nvPr/>
        </p:nvCxnSpPr>
        <p:spPr>
          <a:xfrm>
            <a:off x="1381125" y="2962275"/>
            <a:ext cx="0" cy="4476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Organigramme : Joindre 251"/>
          <p:cNvSpPr/>
          <p:nvPr/>
        </p:nvSpPr>
        <p:spPr>
          <a:xfrm rot="10800000">
            <a:off x="1266803" y="2824184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54" name="Connecteur droit avec flèche 253"/>
          <p:cNvCxnSpPr/>
          <p:nvPr/>
        </p:nvCxnSpPr>
        <p:spPr>
          <a:xfrm flipV="1">
            <a:off x="1019175" y="1152525"/>
            <a:ext cx="0" cy="16764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Connecteur droit avec flèche 254"/>
          <p:cNvCxnSpPr/>
          <p:nvPr/>
        </p:nvCxnSpPr>
        <p:spPr>
          <a:xfrm flipV="1">
            <a:off x="666750" y="1819275"/>
            <a:ext cx="0" cy="100012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Forme libre 256"/>
          <p:cNvSpPr/>
          <p:nvPr/>
        </p:nvSpPr>
        <p:spPr>
          <a:xfrm>
            <a:off x="1381125" y="657223"/>
            <a:ext cx="2085975" cy="2209801"/>
          </a:xfrm>
          <a:custGeom>
            <a:avLst/>
            <a:gdLst>
              <a:gd name="connsiteX0" fmla="*/ 0 w 2514600"/>
              <a:gd name="connsiteY0" fmla="*/ 914400 h 914400"/>
              <a:gd name="connsiteX1" fmla="*/ 0 w 2514600"/>
              <a:gd name="connsiteY1" fmla="*/ 0 h 914400"/>
              <a:gd name="connsiteX2" fmla="*/ 2514600 w 25146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0" h="914400">
                <a:moveTo>
                  <a:pt x="0" y="914400"/>
                </a:moveTo>
                <a:lnTo>
                  <a:pt x="0" y="0"/>
                </a:lnTo>
                <a:lnTo>
                  <a:pt x="25146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2" name="Rectangle 231"/>
          <p:cNvSpPr/>
          <p:nvPr/>
        </p:nvSpPr>
        <p:spPr>
          <a:xfrm>
            <a:off x="3171825" y="942975"/>
            <a:ext cx="666750" cy="257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FT 611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à coins arrondis 21"/>
          <p:cNvSpPr/>
          <p:nvPr/>
        </p:nvSpPr>
        <p:spPr>
          <a:xfrm>
            <a:off x="5495925" y="1676401"/>
            <a:ext cx="1209675" cy="2119312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à coins arrondis 35"/>
          <p:cNvSpPr/>
          <p:nvPr/>
        </p:nvSpPr>
        <p:spPr>
          <a:xfrm>
            <a:off x="2466974" y="1676400"/>
            <a:ext cx="1209675" cy="2114550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Forme libre 40"/>
          <p:cNvSpPr/>
          <p:nvPr/>
        </p:nvSpPr>
        <p:spPr>
          <a:xfrm>
            <a:off x="3081338" y="1452563"/>
            <a:ext cx="1328737" cy="923925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Forme libre 41"/>
          <p:cNvSpPr/>
          <p:nvPr/>
        </p:nvSpPr>
        <p:spPr>
          <a:xfrm flipH="1">
            <a:off x="4724400" y="1452547"/>
            <a:ext cx="1366838" cy="923925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3" name="Forme libre 42"/>
          <p:cNvSpPr/>
          <p:nvPr/>
        </p:nvSpPr>
        <p:spPr>
          <a:xfrm flipV="1">
            <a:off x="3081322" y="3124199"/>
            <a:ext cx="1328737" cy="885825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Forme libre 43"/>
          <p:cNvSpPr/>
          <p:nvPr/>
        </p:nvSpPr>
        <p:spPr>
          <a:xfrm flipH="1" flipV="1">
            <a:off x="4729163" y="3124199"/>
            <a:ext cx="1362056" cy="885824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5" name="Forme libre 44"/>
          <p:cNvSpPr/>
          <p:nvPr/>
        </p:nvSpPr>
        <p:spPr>
          <a:xfrm>
            <a:off x="3924301" y="2752725"/>
            <a:ext cx="500062" cy="1228725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Forme libre 45"/>
          <p:cNvSpPr/>
          <p:nvPr/>
        </p:nvSpPr>
        <p:spPr>
          <a:xfrm flipH="1" flipV="1">
            <a:off x="2328861" y="4033838"/>
            <a:ext cx="1595421" cy="419100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7" name="Forme libre 46"/>
          <p:cNvSpPr/>
          <p:nvPr/>
        </p:nvSpPr>
        <p:spPr>
          <a:xfrm flipH="1" flipV="1">
            <a:off x="5191124" y="1476376"/>
            <a:ext cx="95244" cy="1281112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49" name="Connecteur droit 48"/>
          <p:cNvCxnSpPr/>
          <p:nvPr/>
        </p:nvCxnSpPr>
        <p:spPr>
          <a:xfrm>
            <a:off x="4724401" y="2752726"/>
            <a:ext cx="30003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rganigramme : Joindre 49"/>
          <p:cNvSpPr/>
          <p:nvPr/>
        </p:nvSpPr>
        <p:spPr>
          <a:xfrm rot="5400000">
            <a:off x="4993489" y="2659859"/>
            <a:ext cx="204788" cy="180974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55" name="Connecteur droit 54"/>
          <p:cNvCxnSpPr/>
          <p:nvPr/>
        </p:nvCxnSpPr>
        <p:spPr>
          <a:xfrm>
            <a:off x="5286375" y="1081088"/>
            <a:ext cx="9" cy="3381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/>
          <p:nvPr/>
        </p:nvCxnSpPr>
        <p:spPr>
          <a:xfrm>
            <a:off x="2138363" y="4348163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/>
          <p:cNvCxnSpPr/>
          <p:nvPr/>
        </p:nvCxnSpPr>
        <p:spPr>
          <a:xfrm>
            <a:off x="2333630" y="4352910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avec flèche 60"/>
          <p:cNvCxnSpPr/>
          <p:nvPr/>
        </p:nvCxnSpPr>
        <p:spPr>
          <a:xfrm flipV="1">
            <a:off x="2138363" y="4348163"/>
            <a:ext cx="195262" cy="2000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2133600" y="5429251"/>
            <a:ext cx="819150" cy="3429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64" name="Rectangle 63"/>
          <p:cNvSpPr/>
          <p:nvPr/>
        </p:nvSpPr>
        <p:spPr>
          <a:xfrm>
            <a:off x="2947989" y="5572125"/>
            <a:ext cx="576262" cy="5238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63" name="Ellipse 62"/>
          <p:cNvSpPr/>
          <p:nvPr/>
        </p:nvSpPr>
        <p:spPr>
          <a:xfrm>
            <a:off x="3047994" y="5405436"/>
            <a:ext cx="409575" cy="381000"/>
          </a:xfrm>
          <a:prstGeom prst="ellipse">
            <a:avLst/>
          </a:prstGeom>
          <a:solidFill>
            <a:srgbClr val="FF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66" name="Connecteur droit 65"/>
          <p:cNvCxnSpPr>
            <a:stCxn id="63" idx="1"/>
            <a:endCxn id="63" idx="4"/>
          </p:cNvCxnSpPr>
          <p:nvPr/>
        </p:nvCxnSpPr>
        <p:spPr>
          <a:xfrm>
            <a:off x="3107975" y="5461232"/>
            <a:ext cx="144807" cy="3252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/>
          <p:cNvCxnSpPr>
            <a:stCxn id="63" idx="7"/>
            <a:endCxn id="63" idx="4"/>
          </p:cNvCxnSpPr>
          <p:nvPr/>
        </p:nvCxnSpPr>
        <p:spPr>
          <a:xfrm flipH="1">
            <a:off x="3252782" y="5461232"/>
            <a:ext cx="144806" cy="3252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69"/>
          <p:cNvCxnSpPr/>
          <p:nvPr/>
        </p:nvCxnSpPr>
        <p:spPr>
          <a:xfrm>
            <a:off x="3252782" y="5305413"/>
            <a:ext cx="6" cy="557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/>
          <p:cNvCxnSpPr/>
          <p:nvPr/>
        </p:nvCxnSpPr>
        <p:spPr>
          <a:xfrm>
            <a:off x="3214688" y="5305425"/>
            <a:ext cx="714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72"/>
          <p:cNvCxnSpPr/>
          <p:nvPr/>
        </p:nvCxnSpPr>
        <p:spPr>
          <a:xfrm>
            <a:off x="3214672" y="5857917"/>
            <a:ext cx="714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Forme libre 73"/>
          <p:cNvSpPr/>
          <p:nvPr/>
        </p:nvSpPr>
        <p:spPr>
          <a:xfrm>
            <a:off x="1524000" y="4448176"/>
            <a:ext cx="614363" cy="1152524"/>
          </a:xfrm>
          <a:custGeom>
            <a:avLst/>
            <a:gdLst>
              <a:gd name="connsiteX0" fmla="*/ 614363 w 614363"/>
              <a:gd name="connsiteY0" fmla="*/ 0 h 923925"/>
              <a:gd name="connsiteX1" fmla="*/ 0 w 614363"/>
              <a:gd name="connsiteY1" fmla="*/ 0 h 923925"/>
              <a:gd name="connsiteX2" fmla="*/ 0 w 614363"/>
              <a:gd name="connsiteY2" fmla="*/ 923925 h 923925"/>
              <a:gd name="connsiteX3" fmla="*/ 461963 w 614363"/>
              <a:gd name="connsiteY3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4363" h="923925">
                <a:moveTo>
                  <a:pt x="614363" y="0"/>
                </a:moveTo>
                <a:lnTo>
                  <a:pt x="0" y="0"/>
                </a:lnTo>
                <a:lnTo>
                  <a:pt x="0" y="923925"/>
                </a:lnTo>
                <a:lnTo>
                  <a:pt x="461963" y="923925"/>
                </a:lnTo>
              </a:path>
            </a:pathLst>
          </a:cu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6" name="Connecteur droit 75"/>
          <p:cNvCxnSpPr>
            <a:endCxn id="62" idx="1"/>
          </p:cNvCxnSpPr>
          <p:nvPr/>
        </p:nvCxnSpPr>
        <p:spPr>
          <a:xfrm>
            <a:off x="2043113" y="5600700"/>
            <a:ext cx="90487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/>
          <p:cNvCxnSpPr/>
          <p:nvPr/>
        </p:nvCxnSpPr>
        <p:spPr>
          <a:xfrm>
            <a:off x="1990726" y="5543550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1"/>
          <p:cNvCxnSpPr/>
          <p:nvPr/>
        </p:nvCxnSpPr>
        <p:spPr>
          <a:xfrm>
            <a:off x="2047866" y="5543534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Forme libre 82"/>
          <p:cNvSpPr/>
          <p:nvPr/>
        </p:nvSpPr>
        <p:spPr>
          <a:xfrm>
            <a:off x="2814639" y="5762625"/>
            <a:ext cx="628650" cy="361950"/>
          </a:xfrm>
          <a:custGeom>
            <a:avLst/>
            <a:gdLst>
              <a:gd name="connsiteX0" fmla="*/ 0 w 628650"/>
              <a:gd name="connsiteY0" fmla="*/ 0 h 528637"/>
              <a:gd name="connsiteX1" fmla="*/ 0 w 628650"/>
              <a:gd name="connsiteY1" fmla="*/ 528637 h 528637"/>
              <a:gd name="connsiteX2" fmla="*/ 628650 w 628650"/>
              <a:gd name="connsiteY2" fmla="*/ 528637 h 528637"/>
              <a:gd name="connsiteX3" fmla="*/ 628650 w 628650"/>
              <a:gd name="connsiteY3" fmla="*/ 528637 h 528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8650" h="528637">
                <a:moveTo>
                  <a:pt x="0" y="0"/>
                </a:moveTo>
                <a:lnTo>
                  <a:pt x="0" y="528637"/>
                </a:lnTo>
                <a:lnTo>
                  <a:pt x="628650" y="528637"/>
                </a:lnTo>
                <a:lnTo>
                  <a:pt x="628650" y="528637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7" name="Organigramme : Joindre 86"/>
          <p:cNvSpPr/>
          <p:nvPr/>
        </p:nvSpPr>
        <p:spPr>
          <a:xfrm rot="5400000">
            <a:off x="3431381" y="6045998"/>
            <a:ext cx="204788" cy="161924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88" name="Organigramme : Joindre 87"/>
          <p:cNvSpPr/>
          <p:nvPr/>
        </p:nvSpPr>
        <p:spPr>
          <a:xfrm rot="5400000">
            <a:off x="3810017" y="6053141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89" name="Connecteur droit 88"/>
          <p:cNvCxnSpPr/>
          <p:nvPr/>
        </p:nvCxnSpPr>
        <p:spPr>
          <a:xfrm flipV="1">
            <a:off x="3614739" y="6129338"/>
            <a:ext cx="209549" cy="2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à coins arrondis 93"/>
          <p:cNvSpPr/>
          <p:nvPr/>
        </p:nvSpPr>
        <p:spPr>
          <a:xfrm>
            <a:off x="3448051" y="5834063"/>
            <a:ext cx="161925" cy="123825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96" name="Connecteur droit 95"/>
          <p:cNvCxnSpPr>
            <a:endCxn id="94" idx="2"/>
          </p:cNvCxnSpPr>
          <p:nvPr/>
        </p:nvCxnSpPr>
        <p:spPr>
          <a:xfrm flipH="1" flipV="1">
            <a:off x="3529014" y="5957888"/>
            <a:ext cx="2397" cy="173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eur droit 97"/>
          <p:cNvCxnSpPr/>
          <p:nvPr/>
        </p:nvCxnSpPr>
        <p:spPr>
          <a:xfrm>
            <a:off x="4000500" y="6134100"/>
            <a:ext cx="2381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Forme libre 100"/>
          <p:cNvSpPr/>
          <p:nvPr/>
        </p:nvSpPr>
        <p:spPr>
          <a:xfrm>
            <a:off x="2205038" y="6029327"/>
            <a:ext cx="138112" cy="80962"/>
          </a:xfrm>
          <a:custGeom>
            <a:avLst/>
            <a:gdLst>
              <a:gd name="connsiteX0" fmla="*/ 0 w 138112"/>
              <a:gd name="connsiteY0" fmla="*/ 0 h 80962"/>
              <a:gd name="connsiteX1" fmla="*/ 61912 w 138112"/>
              <a:gd name="connsiteY1" fmla="*/ 80962 h 80962"/>
              <a:gd name="connsiteX2" fmla="*/ 138112 w 138112"/>
              <a:gd name="connsiteY2" fmla="*/ 9525 h 8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112" h="80962">
                <a:moveTo>
                  <a:pt x="0" y="0"/>
                </a:moveTo>
                <a:lnTo>
                  <a:pt x="61912" y="80962"/>
                </a:lnTo>
                <a:lnTo>
                  <a:pt x="138112" y="9525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03" name="Connecteur droit 102"/>
          <p:cNvCxnSpPr/>
          <p:nvPr/>
        </p:nvCxnSpPr>
        <p:spPr>
          <a:xfrm>
            <a:off x="2266950" y="6119814"/>
            <a:ext cx="0" cy="1381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eur droit 105"/>
          <p:cNvCxnSpPr/>
          <p:nvPr/>
        </p:nvCxnSpPr>
        <p:spPr>
          <a:xfrm flipH="1">
            <a:off x="2262188" y="5772150"/>
            <a:ext cx="4762" cy="2714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/>
          <p:cNvSpPr/>
          <p:nvPr/>
        </p:nvSpPr>
        <p:spPr>
          <a:xfrm>
            <a:off x="2395544" y="2462213"/>
            <a:ext cx="71438" cy="414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13" name="Connecteur droit 112"/>
          <p:cNvCxnSpPr/>
          <p:nvPr/>
        </p:nvCxnSpPr>
        <p:spPr>
          <a:xfrm>
            <a:off x="2395540" y="2395538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4" name="Rectangle 113"/>
          <p:cNvSpPr/>
          <p:nvPr/>
        </p:nvSpPr>
        <p:spPr>
          <a:xfrm>
            <a:off x="6705619" y="2457451"/>
            <a:ext cx="71438" cy="414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15" name="Connecteur droit 114"/>
          <p:cNvCxnSpPr/>
          <p:nvPr/>
        </p:nvCxnSpPr>
        <p:spPr>
          <a:xfrm>
            <a:off x="6777060" y="2390776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Connecteur droit 116"/>
          <p:cNvCxnSpPr/>
          <p:nvPr/>
        </p:nvCxnSpPr>
        <p:spPr>
          <a:xfrm>
            <a:off x="2676536" y="1485905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eur droit 117"/>
          <p:cNvCxnSpPr/>
          <p:nvPr/>
        </p:nvCxnSpPr>
        <p:spPr>
          <a:xfrm>
            <a:off x="2676520" y="1528756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eur droit 119"/>
          <p:cNvCxnSpPr/>
          <p:nvPr/>
        </p:nvCxnSpPr>
        <p:spPr>
          <a:xfrm>
            <a:off x="2738448" y="1528767"/>
            <a:ext cx="0" cy="1381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eur droit 120"/>
          <p:cNvCxnSpPr/>
          <p:nvPr/>
        </p:nvCxnSpPr>
        <p:spPr>
          <a:xfrm>
            <a:off x="6357948" y="1495431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eur droit 121"/>
          <p:cNvCxnSpPr/>
          <p:nvPr/>
        </p:nvCxnSpPr>
        <p:spPr>
          <a:xfrm>
            <a:off x="6367457" y="1538282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eur droit 122"/>
          <p:cNvCxnSpPr/>
          <p:nvPr/>
        </p:nvCxnSpPr>
        <p:spPr>
          <a:xfrm>
            <a:off x="6429385" y="1538293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Forme libre 123"/>
          <p:cNvSpPr/>
          <p:nvPr/>
        </p:nvSpPr>
        <p:spPr>
          <a:xfrm flipV="1">
            <a:off x="4576762" y="4619624"/>
            <a:ext cx="585788" cy="214310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7" name="Organigramme : Joindre 126"/>
          <p:cNvSpPr/>
          <p:nvPr/>
        </p:nvSpPr>
        <p:spPr>
          <a:xfrm rot="5400000">
            <a:off x="5534042" y="5457829"/>
            <a:ext cx="204788" cy="157162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28" name="Forme libre 127"/>
          <p:cNvSpPr/>
          <p:nvPr/>
        </p:nvSpPr>
        <p:spPr>
          <a:xfrm flipV="1">
            <a:off x="4576746" y="4657725"/>
            <a:ext cx="981092" cy="876376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9" name="Organigramme : Délai 128"/>
          <p:cNvSpPr/>
          <p:nvPr/>
        </p:nvSpPr>
        <p:spPr>
          <a:xfrm rot="5400000">
            <a:off x="5417343" y="4798240"/>
            <a:ext cx="433388" cy="390524"/>
          </a:xfrm>
          <a:prstGeom prst="flowChartDelay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31" name="Connecteur droit 130"/>
          <p:cNvCxnSpPr/>
          <p:nvPr/>
        </p:nvCxnSpPr>
        <p:spPr>
          <a:xfrm>
            <a:off x="5424488" y="4743471"/>
            <a:ext cx="414337" cy="0"/>
          </a:xfrm>
          <a:prstGeom prst="lin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3" name="Connecteur droit 132"/>
          <p:cNvCxnSpPr/>
          <p:nvPr/>
        </p:nvCxnSpPr>
        <p:spPr>
          <a:xfrm>
            <a:off x="5253039" y="4833956"/>
            <a:ext cx="185736" cy="474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cteur droit 139"/>
          <p:cNvCxnSpPr/>
          <p:nvPr/>
        </p:nvCxnSpPr>
        <p:spPr>
          <a:xfrm>
            <a:off x="5819775" y="4838700"/>
            <a:ext cx="2000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eur droit 141"/>
          <p:cNvCxnSpPr/>
          <p:nvPr/>
        </p:nvCxnSpPr>
        <p:spPr>
          <a:xfrm>
            <a:off x="6148387" y="4838700"/>
            <a:ext cx="48101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necteur droit 143"/>
          <p:cNvCxnSpPr/>
          <p:nvPr/>
        </p:nvCxnSpPr>
        <p:spPr>
          <a:xfrm>
            <a:off x="5724527" y="5538788"/>
            <a:ext cx="90011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eur droit 148"/>
          <p:cNvCxnSpPr/>
          <p:nvPr/>
        </p:nvCxnSpPr>
        <p:spPr>
          <a:xfrm flipH="1">
            <a:off x="6624638" y="4833938"/>
            <a:ext cx="4762" cy="7048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Forme libre 149"/>
          <p:cNvSpPr/>
          <p:nvPr/>
        </p:nvSpPr>
        <p:spPr>
          <a:xfrm>
            <a:off x="6624637" y="3409951"/>
            <a:ext cx="1085851" cy="1428750"/>
          </a:xfrm>
          <a:custGeom>
            <a:avLst/>
            <a:gdLst>
              <a:gd name="connsiteX0" fmla="*/ 0 w 1462088"/>
              <a:gd name="connsiteY0" fmla="*/ 1428750 h 1428750"/>
              <a:gd name="connsiteX1" fmla="*/ 1462088 w 1462088"/>
              <a:gd name="connsiteY1" fmla="*/ 1428750 h 1428750"/>
              <a:gd name="connsiteX2" fmla="*/ 1462088 w 1462088"/>
              <a:gd name="connsiteY2" fmla="*/ 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62088" h="1428750">
                <a:moveTo>
                  <a:pt x="0" y="1428750"/>
                </a:moveTo>
                <a:lnTo>
                  <a:pt x="1462088" y="1428750"/>
                </a:lnTo>
                <a:lnTo>
                  <a:pt x="1462088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7" name="Connecteur droit 156"/>
          <p:cNvCxnSpPr/>
          <p:nvPr/>
        </p:nvCxnSpPr>
        <p:spPr>
          <a:xfrm>
            <a:off x="6624638" y="5538788"/>
            <a:ext cx="48101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Organigramme : Joindre 157"/>
          <p:cNvSpPr/>
          <p:nvPr/>
        </p:nvSpPr>
        <p:spPr>
          <a:xfrm rot="5400000">
            <a:off x="7077093" y="5457830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59" name="Connecteur droit 158"/>
          <p:cNvCxnSpPr/>
          <p:nvPr/>
        </p:nvCxnSpPr>
        <p:spPr>
          <a:xfrm>
            <a:off x="7262814" y="5543551"/>
            <a:ext cx="48101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Forme libre 159"/>
          <p:cNvSpPr/>
          <p:nvPr/>
        </p:nvSpPr>
        <p:spPr>
          <a:xfrm>
            <a:off x="5391150" y="5214938"/>
            <a:ext cx="242888" cy="119062"/>
          </a:xfrm>
          <a:custGeom>
            <a:avLst/>
            <a:gdLst>
              <a:gd name="connsiteX0" fmla="*/ 242888 w 242888"/>
              <a:gd name="connsiteY0" fmla="*/ 0 h 119062"/>
              <a:gd name="connsiteX1" fmla="*/ 242888 w 242888"/>
              <a:gd name="connsiteY1" fmla="*/ 119062 h 119062"/>
              <a:gd name="connsiteX2" fmla="*/ 0 w 242888"/>
              <a:gd name="connsiteY2" fmla="*/ 119062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88" h="119062">
                <a:moveTo>
                  <a:pt x="242888" y="0"/>
                </a:moveTo>
                <a:lnTo>
                  <a:pt x="242888" y="119062"/>
                </a:lnTo>
                <a:lnTo>
                  <a:pt x="0" y="119062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1" name="Organigramme : Joindre 160"/>
          <p:cNvSpPr/>
          <p:nvPr/>
        </p:nvSpPr>
        <p:spPr>
          <a:xfrm rot="5400000">
            <a:off x="5293542" y="5279248"/>
            <a:ext cx="95271" cy="100029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62" name="Organigramme : Joindre 161"/>
          <p:cNvSpPr/>
          <p:nvPr/>
        </p:nvSpPr>
        <p:spPr>
          <a:xfrm rot="10800000">
            <a:off x="7610453" y="3243284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64" name="Connecteur droit 163"/>
          <p:cNvCxnSpPr/>
          <p:nvPr/>
        </p:nvCxnSpPr>
        <p:spPr>
          <a:xfrm>
            <a:off x="7710449" y="666750"/>
            <a:ext cx="17" cy="25765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eur droit avec flèche 165"/>
          <p:cNvCxnSpPr/>
          <p:nvPr/>
        </p:nvCxnSpPr>
        <p:spPr>
          <a:xfrm>
            <a:off x="6396036" y="671539"/>
            <a:ext cx="1681163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à coins arrondis 172"/>
          <p:cNvSpPr/>
          <p:nvPr/>
        </p:nvSpPr>
        <p:spPr>
          <a:xfrm>
            <a:off x="5014914" y="2462213"/>
            <a:ext cx="161925" cy="123825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75" name="Connecteur droit 174"/>
          <p:cNvCxnSpPr/>
          <p:nvPr/>
        </p:nvCxnSpPr>
        <p:spPr>
          <a:xfrm>
            <a:off x="5095876" y="2586037"/>
            <a:ext cx="0" cy="16668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Forme libre 176"/>
          <p:cNvSpPr/>
          <p:nvPr/>
        </p:nvSpPr>
        <p:spPr>
          <a:xfrm>
            <a:off x="6710363" y="1857375"/>
            <a:ext cx="523875" cy="247650"/>
          </a:xfrm>
          <a:custGeom>
            <a:avLst/>
            <a:gdLst>
              <a:gd name="connsiteX0" fmla="*/ 0 w 357187"/>
              <a:gd name="connsiteY0" fmla="*/ 247650 h 247650"/>
              <a:gd name="connsiteX1" fmla="*/ 357187 w 357187"/>
              <a:gd name="connsiteY1" fmla="*/ 247650 h 247650"/>
              <a:gd name="connsiteX2" fmla="*/ 357187 w 35718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187" h="247650">
                <a:moveTo>
                  <a:pt x="0" y="247650"/>
                </a:moveTo>
                <a:lnTo>
                  <a:pt x="357187" y="247650"/>
                </a:lnTo>
                <a:lnTo>
                  <a:pt x="357187" y="0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8" name="Triangle isocèle 177"/>
          <p:cNvSpPr/>
          <p:nvPr/>
        </p:nvSpPr>
        <p:spPr>
          <a:xfrm>
            <a:off x="7191378" y="1724027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79" name="Triangle isocèle 178"/>
          <p:cNvSpPr/>
          <p:nvPr/>
        </p:nvSpPr>
        <p:spPr>
          <a:xfrm rot="5400000" flipV="1">
            <a:off x="7259568" y="1647964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0" name="Forme libre 179"/>
          <p:cNvSpPr/>
          <p:nvPr/>
        </p:nvSpPr>
        <p:spPr>
          <a:xfrm>
            <a:off x="7172325" y="1504950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2" name="Triangle isocèle 181"/>
          <p:cNvSpPr/>
          <p:nvPr/>
        </p:nvSpPr>
        <p:spPr>
          <a:xfrm>
            <a:off x="1828780" y="1771651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83" name="Triangle isocèle 182"/>
          <p:cNvSpPr/>
          <p:nvPr/>
        </p:nvSpPr>
        <p:spPr>
          <a:xfrm rot="16200000" flipH="1" flipV="1">
            <a:off x="1773145" y="1695588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4" name="Forme libre 183"/>
          <p:cNvSpPr/>
          <p:nvPr/>
        </p:nvSpPr>
        <p:spPr>
          <a:xfrm>
            <a:off x="1809727" y="1552574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5" name="Bouée 184"/>
          <p:cNvSpPr/>
          <p:nvPr/>
        </p:nvSpPr>
        <p:spPr>
          <a:xfrm>
            <a:off x="1623990" y="1123951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86" name="Forme libre 185"/>
          <p:cNvSpPr/>
          <p:nvPr/>
        </p:nvSpPr>
        <p:spPr>
          <a:xfrm flipH="1">
            <a:off x="1866901" y="1885949"/>
            <a:ext cx="590550" cy="247650"/>
          </a:xfrm>
          <a:custGeom>
            <a:avLst/>
            <a:gdLst>
              <a:gd name="connsiteX0" fmla="*/ 0 w 357187"/>
              <a:gd name="connsiteY0" fmla="*/ 247650 h 247650"/>
              <a:gd name="connsiteX1" fmla="*/ 357187 w 357187"/>
              <a:gd name="connsiteY1" fmla="*/ 247650 h 247650"/>
              <a:gd name="connsiteX2" fmla="*/ 357187 w 35718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187" h="247650">
                <a:moveTo>
                  <a:pt x="0" y="247650"/>
                </a:moveTo>
                <a:lnTo>
                  <a:pt x="357187" y="247650"/>
                </a:lnTo>
                <a:lnTo>
                  <a:pt x="357187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0" name="Organigramme : Connecteur 189"/>
          <p:cNvSpPr/>
          <p:nvPr/>
        </p:nvSpPr>
        <p:spPr>
          <a:xfrm>
            <a:off x="6791327" y="1504950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1" name="Connecteur droit 190"/>
          <p:cNvCxnSpPr/>
          <p:nvPr/>
        </p:nvCxnSpPr>
        <p:spPr>
          <a:xfrm>
            <a:off x="6943735" y="1795463"/>
            <a:ext cx="1" cy="3143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Organigramme : Connecteur 191"/>
          <p:cNvSpPr/>
          <p:nvPr/>
        </p:nvSpPr>
        <p:spPr>
          <a:xfrm>
            <a:off x="2905125" y="18097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3" name="Connecteur droit 192"/>
          <p:cNvCxnSpPr/>
          <p:nvPr/>
        </p:nvCxnSpPr>
        <p:spPr>
          <a:xfrm>
            <a:off x="3067051" y="2095501"/>
            <a:ext cx="0" cy="142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Organigramme : Connecteur 197"/>
          <p:cNvSpPr/>
          <p:nvPr/>
        </p:nvSpPr>
        <p:spPr>
          <a:xfrm>
            <a:off x="4200525" y="35623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9" name="Connecteur droit 198"/>
          <p:cNvCxnSpPr/>
          <p:nvPr/>
        </p:nvCxnSpPr>
        <p:spPr>
          <a:xfrm flipH="1" flipV="1">
            <a:off x="4114800" y="3705225"/>
            <a:ext cx="95250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Organigramme : Connecteur 199"/>
          <p:cNvSpPr/>
          <p:nvPr/>
        </p:nvSpPr>
        <p:spPr>
          <a:xfrm>
            <a:off x="4648200" y="355759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01" name="Connecteur droit 200"/>
          <p:cNvCxnSpPr>
            <a:stCxn id="200" idx="6"/>
          </p:cNvCxnSpPr>
          <p:nvPr/>
        </p:nvCxnSpPr>
        <p:spPr>
          <a:xfrm flipV="1">
            <a:off x="4948238" y="3700465"/>
            <a:ext cx="7143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Organigramme : Connecteur 201"/>
          <p:cNvSpPr/>
          <p:nvPr/>
        </p:nvSpPr>
        <p:spPr>
          <a:xfrm>
            <a:off x="5948362" y="18097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03" name="Connecteur droit 202"/>
          <p:cNvCxnSpPr/>
          <p:nvPr/>
        </p:nvCxnSpPr>
        <p:spPr>
          <a:xfrm>
            <a:off x="6110288" y="2095501"/>
            <a:ext cx="0" cy="142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Connecteur droit 210"/>
          <p:cNvCxnSpPr/>
          <p:nvPr/>
        </p:nvCxnSpPr>
        <p:spPr>
          <a:xfrm>
            <a:off x="3924300" y="4229099"/>
            <a:ext cx="2952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Organigramme : Joindre 214"/>
          <p:cNvSpPr/>
          <p:nvPr/>
        </p:nvSpPr>
        <p:spPr>
          <a:xfrm>
            <a:off x="5579292" y="4545822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16" name="Organigramme : Joindre 215"/>
          <p:cNvSpPr/>
          <p:nvPr/>
        </p:nvSpPr>
        <p:spPr>
          <a:xfrm rot="10800000">
            <a:off x="5579292" y="4331510"/>
            <a:ext cx="95271" cy="100029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17" name="Rectangle à coins arrondis 216"/>
          <p:cNvSpPr/>
          <p:nvPr/>
        </p:nvSpPr>
        <p:spPr>
          <a:xfrm>
            <a:off x="5738811" y="4333875"/>
            <a:ext cx="61911" cy="100012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19" name="Connecteur droit 218"/>
          <p:cNvCxnSpPr/>
          <p:nvPr/>
        </p:nvCxnSpPr>
        <p:spPr>
          <a:xfrm>
            <a:off x="5638800" y="4386263"/>
            <a:ext cx="9525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Forme libre 220"/>
          <p:cNvSpPr/>
          <p:nvPr/>
        </p:nvSpPr>
        <p:spPr>
          <a:xfrm>
            <a:off x="4605338" y="4224338"/>
            <a:ext cx="1019175" cy="104775"/>
          </a:xfrm>
          <a:custGeom>
            <a:avLst/>
            <a:gdLst>
              <a:gd name="connsiteX0" fmla="*/ 0 w 1019175"/>
              <a:gd name="connsiteY0" fmla="*/ 0 h 90487"/>
              <a:gd name="connsiteX1" fmla="*/ 1019175 w 1019175"/>
              <a:gd name="connsiteY1" fmla="*/ 0 h 90487"/>
              <a:gd name="connsiteX2" fmla="*/ 1019175 w 1019175"/>
              <a:gd name="connsiteY2" fmla="*/ 90487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9175" h="90487">
                <a:moveTo>
                  <a:pt x="0" y="0"/>
                </a:moveTo>
                <a:lnTo>
                  <a:pt x="1019175" y="0"/>
                </a:lnTo>
                <a:lnTo>
                  <a:pt x="1019175" y="90487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23" name="Connecteur droit 222"/>
          <p:cNvCxnSpPr/>
          <p:nvPr/>
        </p:nvCxnSpPr>
        <p:spPr>
          <a:xfrm>
            <a:off x="5629275" y="4424363"/>
            <a:ext cx="0" cy="1047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necteur droit 223"/>
          <p:cNvCxnSpPr/>
          <p:nvPr/>
        </p:nvCxnSpPr>
        <p:spPr>
          <a:xfrm>
            <a:off x="5629276" y="4638674"/>
            <a:ext cx="0" cy="1047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Organigramme : Joindre 224"/>
          <p:cNvSpPr/>
          <p:nvPr/>
        </p:nvSpPr>
        <p:spPr>
          <a:xfrm>
            <a:off x="6893741" y="1878822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27" name="Organigramme : Connecteur 226"/>
          <p:cNvSpPr/>
          <p:nvPr/>
        </p:nvSpPr>
        <p:spPr>
          <a:xfrm>
            <a:off x="2076453" y="1528762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28" name="Connecteur droit 227"/>
          <p:cNvCxnSpPr/>
          <p:nvPr/>
        </p:nvCxnSpPr>
        <p:spPr>
          <a:xfrm>
            <a:off x="2228861" y="1819275"/>
            <a:ext cx="1" cy="3143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Organigramme : Joindre 228"/>
          <p:cNvSpPr/>
          <p:nvPr/>
        </p:nvSpPr>
        <p:spPr>
          <a:xfrm>
            <a:off x="2178867" y="1902634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30" name="Organigramme : Connecteur 229"/>
          <p:cNvSpPr/>
          <p:nvPr/>
        </p:nvSpPr>
        <p:spPr>
          <a:xfrm>
            <a:off x="1633540" y="4991100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31" name="Connecteur droit 230"/>
          <p:cNvCxnSpPr/>
          <p:nvPr/>
        </p:nvCxnSpPr>
        <p:spPr>
          <a:xfrm>
            <a:off x="1785948" y="5281613"/>
            <a:ext cx="1" cy="3143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onnecteur droit 232"/>
          <p:cNvCxnSpPr/>
          <p:nvPr/>
        </p:nvCxnSpPr>
        <p:spPr>
          <a:xfrm>
            <a:off x="4467225" y="4605338"/>
            <a:ext cx="219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cteur droit 233"/>
          <p:cNvCxnSpPr/>
          <p:nvPr/>
        </p:nvCxnSpPr>
        <p:spPr>
          <a:xfrm>
            <a:off x="4576762" y="3290883"/>
            <a:ext cx="6" cy="110964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Connecteur droit avec flèche 234"/>
          <p:cNvCxnSpPr/>
          <p:nvPr/>
        </p:nvCxnSpPr>
        <p:spPr>
          <a:xfrm>
            <a:off x="4471988" y="4405312"/>
            <a:ext cx="228600" cy="2000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Connecteur droit 237"/>
          <p:cNvCxnSpPr/>
          <p:nvPr/>
        </p:nvCxnSpPr>
        <p:spPr>
          <a:xfrm>
            <a:off x="4467226" y="4405312"/>
            <a:ext cx="219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Rectangle 259"/>
          <p:cNvSpPr/>
          <p:nvPr/>
        </p:nvSpPr>
        <p:spPr>
          <a:xfrm>
            <a:off x="2657475" y="25241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S301A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61" name="Rectangle 260"/>
          <p:cNvSpPr/>
          <p:nvPr/>
        </p:nvSpPr>
        <p:spPr>
          <a:xfrm>
            <a:off x="5695950" y="25241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S301B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62" name="Rectangle 261"/>
          <p:cNvSpPr/>
          <p:nvPr/>
        </p:nvSpPr>
        <p:spPr>
          <a:xfrm>
            <a:off x="2143125" y="543877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Réchauffeur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3" name="Rectangle 262"/>
          <p:cNvSpPr/>
          <p:nvPr/>
        </p:nvSpPr>
        <p:spPr>
          <a:xfrm>
            <a:off x="609600" y="3933825"/>
            <a:ext cx="819150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Sortie F301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4" name="Rectangle 263"/>
          <p:cNvSpPr/>
          <p:nvPr/>
        </p:nvSpPr>
        <p:spPr>
          <a:xfrm>
            <a:off x="676274" y="809625"/>
            <a:ext cx="6858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S302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5" name="Rectangle 264"/>
          <p:cNvSpPr/>
          <p:nvPr/>
        </p:nvSpPr>
        <p:spPr>
          <a:xfrm>
            <a:off x="7915275" y="457200"/>
            <a:ext cx="866775" cy="4095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Réseau usine 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6" name="Rectangle 265"/>
          <p:cNvSpPr/>
          <p:nvPr/>
        </p:nvSpPr>
        <p:spPr>
          <a:xfrm>
            <a:off x="3276600" y="61817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Vapeur 25B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7" name="Rectangle 266"/>
          <p:cNvSpPr/>
          <p:nvPr/>
        </p:nvSpPr>
        <p:spPr>
          <a:xfrm>
            <a:off x="2847975" y="50387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Soufflante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125" name="Organigramme : Joindre 124"/>
          <p:cNvSpPr/>
          <p:nvPr/>
        </p:nvSpPr>
        <p:spPr>
          <a:xfrm rot="5400000">
            <a:off x="5105417" y="4752997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68" name="Rectangle 267"/>
          <p:cNvSpPr/>
          <p:nvPr/>
        </p:nvSpPr>
        <p:spPr>
          <a:xfrm>
            <a:off x="5400675" y="4800600"/>
            <a:ext cx="4762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 smtClean="0">
                <a:solidFill>
                  <a:schemeClr val="tx1"/>
                </a:solidFill>
              </a:rPr>
              <a:t>X 301</a:t>
            </a:r>
            <a:endParaRPr lang="fr-FR" sz="1200" b="1" dirty="0">
              <a:solidFill>
                <a:schemeClr val="tx1"/>
              </a:solidFill>
            </a:endParaRPr>
          </a:p>
        </p:txBody>
      </p:sp>
      <p:sp>
        <p:nvSpPr>
          <p:cNvPr id="269" name="Rectangle 268"/>
          <p:cNvSpPr/>
          <p:nvPr/>
        </p:nvSpPr>
        <p:spPr>
          <a:xfrm>
            <a:off x="1600199" y="1162050"/>
            <a:ext cx="4953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3004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0" name="Rectangle 269"/>
          <p:cNvSpPr/>
          <p:nvPr/>
        </p:nvSpPr>
        <p:spPr>
          <a:xfrm>
            <a:off x="6981824" y="1133475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3003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71" name="Bouée 270"/>
          <p:cNvSpPr/>
          <p:nvPr/>
        </p:nvSpPr>
        <p:spPr>
          <a:xfrm>
            <a:off x="6996090" y="1085851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77" name="Rectangle 276"/>
          <p:cNvSpPr/>
          <p:nvPr/>
        </p:nvSpPr>
        <p:spPr>
          <a:xfrm>
            <a:off x="2057400" y="1514475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8" name="Rectangle 277"/>
          <p:cNvSpPr/>
          <p:nvPr/>
        </p:nvSpPr>
        <p:spPr>
          <a:xfrm>
            <a:off x="6772275" y="1485900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9" name="Rectangle 278"/>
          <p:cNvSpPr/>
          <p:nvPr/>
        </p:nvSpPr>
        <p:spPr>
          <a:xfrm>
            <a:off x="1619250" y="4972050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80" name="Rectangle 279"/>
          <p:cNvSpPr/>
          <p:nvPr/>
        </p:nvSpPr>
        <p:spPr>
          <a:xfrm>
            <a:off x="6772275" y="3867150"/>
            <a:ext cx="80962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Hygromètre AR301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82" name="Forme libre 281"/>
          <p:cNvSpPr/>
          <p:nvPr/>
        </p:nvSpPr>
        <p:spPr>
          <a:xfrm>
            <a:off x="5629275" y="4200525"/>
            <a:ext cx="1543050" cy="285750"/>
          </a:xfrm>
          <a:custGeom>
            <a:avLst/>
            <a:gdLst>
              <a:gd name="connsiteX0" fmla="*/ 0 w 923925"/>
              <a:gd name="connsiteY0" fmla="*/ 457200 h 457200"/>
              <a:gd name="connsiteX1" fmla="*/ 923925 w 923925"/>
              <a:gd name="connsiteY1" fmla="*/ 457200 h 457200"/>
              <a:gd name="connsiteX2" fmla="*/ 923925 w 923925"/>
              <a:gd name="connsiteY2" fmla="*/ 0 h 457200"/>
              <a:gd name="connsiteX3" fmla="*/ 923925 w 923925"/>
              <a:gd name="connsiteY3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3925" h="457200">
                <a:moveTo>
                  <a:pt x="0" y="457200"/>
                </a:moveTo>
                <a:lnTo>
                  <a:pt x="923925" y="457200"/>
                </a:lnTo>
                <a:lnTo>
                  <a:pt x="923925" y="0"/>
                </a:lnTo>
                <a:lnTo>
                  <a:pt x="923925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86" name="Connecteur droit avec flèche 285"/>
          <p:cNvCxnSpPr/>
          <p:nvPr/>
        </p:nvCxnSpPr>
        <p:spPr>
          <a:xfrm flipH="1">
            <a:off x="7715250" y="3857625"/>
            <a:ext cx="762000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Rectangle 287"/>
          <p:cNvSpPr/>
          <p:nvPr/>
        </p:nvSpPr>
        <p:spPr>
          <a:xfrm>
            <a:off x="8077199" y="3581400"/>
            <a:ext cx="885825" cy="5238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Secours Azote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89" name="Organigramme : Joindre 288"/>
          <p:cNvSpPr/>
          <p:nvPr/>
        </p:nvSpPr>
        <p:spPr>
          <a:xfrm rot="5400000">
            <a:off x="7962917" y="3776666"/>
            <a:ext cx="204788" cy="157162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90" name="Rectangle à coins arrondis 289"/>
          <p:cNvSpPr/>
          <p:nvPr/>
        </p:nvSpPr>
        <p:spPr>
          <a:xfrm>
            <a:off x="7981951" y="3557588"/>
            <a:ext cx="161925" cy="123825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91" name="Connecteur droit 290"/>
          <p:cNvCxnSpPr>
            <a:stCxn id="289" idx="1"/>
            <a:endCxn id="290" idx="2"/>
          </p:cNvCxnSpPr>
          <p:nvPr/>
        </p:nvCxnSpPr>
        <p:spPr>
          <a:xfrm flipH="1" flipV="1">
            <a:off x="8062914" y="3681413"/>
            <a:ext cx="2397" cy="173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Forme libre 299"/>
          <p:cNvSpPr/>
          <p:nvPr/>
        </p:nvSpPr>
        <p:spPr>
          <a:xfrm flipH="1">
            <a:off x="3533775" y="657225"/>
            <a:ext cx="1038225" cy="1552576"/>
          </a:xfrm>
          <a:custGeom>
            <a:avLst/>
            <a:gdLst>
              <a:gd name="connsiteX0" fmla="*/ 0 w 2514600"/>
              <a:gd name="connsiteY0" fmla="*/ 914400 h 914400"/>
              <a:gd name="connsiteX1" fmla="*/ 0 w 2514600"/>
              <a:gd name="connsiteY1" fmla="*/ 0 h 914400"/>
              <a:gd name="connsiteX2" fmla="*/ 2514600 w 25146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0" h="914400">
                <a:moveTo>
                  <a:pt x="0" y="914400"/>
                </a:moveTo>
                <a:lnTo>
                  <a:pt x="0" y="0"/>
                </a:lnTo>
                <a:lnTo>
                  <a:pt x="25146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01" name="Connecteur droit 300"/>
          <p:cNvCxnSpPr/>
          <p:nvPr/>
        </p:nvCxnSpPr>
        <p:spPr>
          <a:xfrm>
            <a:off x="3467101" y="600075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Connecteur droit 301"/>
          <p:cNvCxnSpPr/>
          <p:nvPr/>
        </p:nvCxnSpPr>
        <p:spPr>
          <a:xfrm>
            <a:off x="3524241" y="600059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Organigramme : Connecteur 304"/>
          <p:cNvSpPr/>
          <p:nvPr/>
        </p:nvSpPr>
        <p:spPr>
          <a:xfrm>
            <a:off x="3305175" y="881061"/>
            <a:ext cx="395291" cy="404813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306" name="Connecteur droit 305"/>
          <p:cNvCxnSpPr/>
          <p:nvPr/>
        </p:nvCxnSpPr>
        <p:spPr>
          <a:xfrm>
            <a:off x="3495686" y="561975"/>
            <a:ext cx="1" cy="3143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Connecteur droit 314"/>
          <p:cNvCxnSpPr/>
          <p:nvPr/>
        </p:nvCxnSpPr>
        <p:spPr>
          <a:xfrm>
            <a:off x="2686061" y="3924305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Connecteur droit 316"/>
          <p:cNvCxnSpPr/>
          <p:nvPr/>
        </p:nvCxnSpPr>
        <p:spPr>
          <a:xfrm>
            <a:off x="2747973" y="3776667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Organigramme : Joindre 317"/>
          <p:cNvSpPr/>
          <p:nvPr/>
        </p:nvSpPr>
        <p:spPr>
          <a:xfrm>
            <a:off x="2695575" y="3945747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19" name="Connecteur droit 318"/>
          <p:cNvCxnSpPr/>
          <p:nvPr/>
        </p:nvCxnSpPr>
        <p:spPr>
          <a:xfrm>
            <a:off x="6381761" y="3952880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Connecteur droit 319"/>
          <p:cNvCxnSpPr/>
          <p:nvPr/>
        </p:nvCxnSpPr>
        <p:spPr>
          <a:xfrm>
            <a:off x="6443673" y="3805242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Organigramme : Joindre 320"/>
          <p:cNvSpPr/>
          <p:nvPr/>
        </p:nvSpPr>
        <p:spPr>
          <a:xfrm>
            <a:off x="6391275" y="3974322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22" name="Rectangle 321"/>
          <p:cNvSpPr/>
          <p:nvPr/>
        </p:nvSpPr>
        <p:spPr>
          <a:xfrm>
            <a:off x="3495675" y="5438775"/>
            <a:ext cx="438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fr-FR" sz="1200" dirty="0" smtClean="0">
                <a:solidFill>
                  <a:schemeClr val="tx1"/>
                </a:solidFill>
              </a:rPr>
              <a:t>AIR</a:t>
            </a:r>
            <a:endParaRPr lang="fr-FR" sz="1200" dirty="0">
              <a:solidFill>
                <a:schemeClr val="tx1"/>
              </a:solidFill>
            </a:endParaRPr>
          </a:p>
        </p:txBody>
      </p:sp>
      <p:cxnSp>
        <p:nvCxnSpPr>
          <p:cNvPr id="330" name="Connecteur droit 329"/>
          <p:cNvCxnSpPr/>
          <p:nvPr/>
        </p:nvCxnSpPr>
        <p:spPr>
          <a:xfrm>
            <a:off x="7743825" y="5343525"/>
            <a:ext cx="0" cy="39052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1" name="Rectangle 330"/>
          <p:cNvSpPr/>
          <p:nvPr/>
        </p:nvSpPr>
        <p:spPr>
          <a:xfrm>
            <a:off x="7743824" y="5286376"/>
            <a:ext cx="971551" cy="4953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Sécheurs d’appoint 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340" name="Rectangle 339"/>
          <p:cNvSpPr/>
          <p:nvPr/>
        </p:nvSpPr>
        <p:spPr>
          <a:xfrm>
            <a:off x="2838450" y="1790700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T301 A1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5876925" y="18002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T301 B1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4133850" y="35528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T301 A2</a:t>
            </a:r>
          </a:p>
        </p:txBody>
      </p:sp>
      <p:sp>
        <p:nvSpPr>
          <p:cNvPr id="343" name="Rectangle 342"/>
          <p:cNvSpPr/>
          <p:nvPr/>
        </p:nvSpPr>
        <p:spPr>
          <a:xfrm>
            <a:off x="4581525" y="35528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T301 B2</a:t>
            </a:r>
          </a:p>
        </p:txBody>
      </p:sp>
      <p:sp>
        <p:nvSpPr>
          <p:cNvPr id="344" name="Rectangle à coins arrondis 343"/>
          <p:cNvSpPr/>
          <p:nvPr/>
        </p:nvSpPr>
        <p:spPr>
          <a:xfrm>
            <a:off x="4676775" y="6038850"/>
            <a:ext cx="3714750" cy="47625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S301 : A &lt;= B = changement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04" name="Organigramme : Connecteur 103"/>
          <p:cNvSpPr/>
          <p:nvPr/>
        </p:nvSpPr>
        <p:spPr>
          <a:xfrm>
            <a:off x="2205035" y="5867400"/>
            <a:ext cx="138113" cy="133350"/>
          </a:xfrm>
          <a:prstGeom prst="flowChartConnector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5" name="Rectangle 344"/>
          <p:cNvSpPr/>
          <p:nvPr/>
        </p:nvSpPr>
        <p:spPr>
          <a:xfrm>
            <a:off x="5257801" y="514350"/>
            <a:ext cx="118110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S302 / S303</a:t>
            </a:r>
          </a:p>
        </p:txBody>
      </p:sp>
      <p:sp>
        <p:nvSpPr>
          <p:cNvPr id="126" name="Organigramme : Joindre 125"/>
          <p:cNvSpPr/>
          <p:nvPr/>
        </p:nvSpPr>
        <p:spPr>
          <a:xfrm rot="5400000">
            <a:off x="5981717" y="4757758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87" name="Connecteur droit 186"/>
          <p:cNvCxnSpPr/>
          <p:nvPr/>
        </p:nvCxnSpPr>
        <p:spPr>
          <a:xfrm>
            <a:off x="2357440" y="2395538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8" name="Connecteur droit 187"/>
          <p:cNvCxnSpPr/>
          <p:nvPr/>
        </p:nvCxnSpPr>
        <p:spPr>
          <a:xfrm>
            <a:off x="6815140" y="2386013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" name="Groupe 217"/>
          <p:cNvGrpSpPr/>
          <p:nvPr/>
        </p:nvGrpSpPr>
        <p:grpSpPr>
          <a:xfrm>
            <a:off x="4262437" y="4176712"/>
            <a:ext cx="271456" cy="114300"/>
            <a:chOff x="2952750" y="4214813"/>
            <a:chExt cx="271456" cy="114300"/>
          </a:xfrm>
        </p:grpSpPr>
        <p:cxnSp>
          <p:nvCxnSpPr>
            <p:cNvPr id="197" name="Connecteur droit 196"/>
            <p:cNvCxnSpPr/>
            <p:nvPr/>
          </p:nvCxnSpPr>
          <p:spPr>
            <a:xfrm flipV="1">
              <a:off x="3033712" y="4219575"/>
              <a:ext cx="0" cy="104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cteur droit 203"/>
            <p:cNvCxnSpPr/>
            <p:nvPr/>
          </p:nvCxnSpPr>
          <p:spPr>
            <a:xfrm flipV="1">
              <a:off x="3148012" y="4219575"/>
              <a:ext cx="0" cy="104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cteur droit 208"/>
            <p:cNvCxnSpPr/>
            <p:nvPr/>
          </p:nvCxnSpPr>
          <p:spPr>
            <a:xfrm>
              <a:off x="3148006" y="4271963"/>
              <a:ext cx="76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necteur droit 209"/>
            <p:cNvCxnSpPr/>
            <p:nvPr/>
          </p:nvCxnSpPr>
          <p:spPr>
            <a:xfrm>
              <a:off x="2952750" y="4271963"/>
              <a:ext cx="76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necteur droit avec flèche 212"/>
            <p:cNvCxnSpPr/>
            <p:nvPr/>
          </p:nvCxnSpPr>
          <p:spPr>
            <a:xfrm flipH="1">
              <a:off x="3028951" y="4214813"/>
              <a:ext cx="119063" cy="1143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4" name="Organigramme : Joindre 213"/>
          <p:cNvSpPr/>
          <p:nvPr/>
        </p:nvSpPr>
        <p:spPr>
          <a:xfrm rot="5400000">
            <a:off x="4169593" y="4174348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20" name="Organigramme : Connecteur 219"/>
          <p:cNvSpPr/>
          <p:nvPr/>
        </p:nvSpPr>
        <p:spPr>
          <a:xfrm>
            <a:off x="7343775" y="424339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22" name="Connecteur droit 221"/>
          <p:cNvCxnSpPr>
            <a:stCxn id="220" idx="6"/>
          </p:cNvCxnSpPr>
          <p:nvPr/>
        </p:nvCxnSpPr>
        <p:spPr>
          <a:xfrm flipV="1">
            <a:off x="7643813" y="4386265"/>
            <a:ext cx="7143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Rectangle 225"/>
          <p:cNvSpPr/>
          <p:nvPr/>
        </p:nvSpPr>
        <p:spPr>
          <a:xfrm>
            <a:off x="7267575" y="421957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TI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323849" y="1495425"/>
            <a:ext cx="6858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S303</a:t>
            </a:r>
            <a:endParaRPr lang="fr-FR" sz="1400" b="1" dirty="0">
              <a:solidFill>
                <a:schemeClr val="tx1"/>
              </a:solidFill>
            </a:endParaRPr>
          </a:p>
        </p:txBody>
      </p:sp>
      <p:grpSp>
        <p:nvGrpSpPr>
          <p:cNvPr id="3" name="Groupe 251"/>
          <p:cNvGrpSpPr/>
          <p:nvPr/>
        </p:nvGrpSpPr>
        <p:grpSpPr>
          <a:xfrm rot="-2520000">
            <a:off x="4250398" y="2061267"/>
            <a:ext cx="637340" cy="623046"/>
            <a:chOff x="192748" y="5356917"/>
            <a:chExt cx="637340" cy="623046"/>
          </a:xfrm>
          <a:solidFill>
            <a:schemeClr val="bg1">
              <a:lumMod val="85000"/>
            </a:schemeClr>
          </a:solidFill>
        </p:grpSpPr>
        <p:sp>
          <p:nvSpPr>
            <p:cNvPr id="256" name="Ellipse 255"/>
            <p:cNvSpPr/>
            <p:nvPr/>
          </p:nvSpPr>
          <p:spPr>
            <a:xfrm>
              <a:off x="340519" y="5495923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8" name="Arc plein 257"/>
            <p:cNvSpPr/>
            <p:nvPr/>
          </p:nvSpPr>
          <p:spPr>
            <a:xfrm rot="17940000">
              <a:off x="518794" y="5668668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272" name="Arc plein 271"/>
            <p:cNvSpPr/>
            <p:nvPr/>
          </p:nvSpPr>
          <p:spPr>
            <a:xfrm rot="6960000">
              <a:off x="193061" y="5356604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4" name="Groupe 272"/>
          <p:cNvGrpSpPr/>
          <p:nvPr/>
        </p:nvGrpSpPr>
        <p:grpSpPr>
          <a:xfrm rot="5340000">
            <a:off x="4269448" y="2432742"/>
            <a:ext cx="627815" cy="623046"/>
            <a:chOff x="192748" y="5356917"/>
            <a:chExt cx="627815" cy="623046"/>
          </a:xfrm>
          <a:solidFill>
            <a:schemeClr val="bg1">
              <a:lumMod val="85000"/>
            </a:schemeClr>
          </a:solidFill>
        </p:grpSpPr>
        <p:sp>
          <p:nvSpPr>
            <p:cNvPr id="274" name="Ellipse 273"/>
            <p:cNvSpPr/>
            <p:nvPr/>
          </p:nvSpPr>
          <p:spPr>
            <a:xfrm>
              <a:off x="330996" y="5495757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5" name="Arc plein 274"/>
            <p:cNvSpPr/>
            <p:nvPr/>
          </p:nvSpPr>
          <p:spPr>
            <a:xfrm rot="-3660000">
              <a:off x="509269" y="5668668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281" name="Arc plein 280"/>
            <p:cNvSpPr/>
            <p:nvPr/>
          </p:nvSpPr>
          <p:spPr>
            <a:xfrm rot="6960000">
              <a:off x="193061" y="5356604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5" name="Groupe 282"/>
          <p:cNvGrpSpPr/>
          <p:nvPr/>
        </p:nvGrpSpPr>
        <p:grpSpPr>
          <a:xfrm rot="-2580000">
            <a:off x="4245638" y="2818671"/>
            <a:ext cx="637334" cy="622713"/>
            <a:chOff x="192748" y="5356917"/>
            <a:chExt cx="637334" cy="622713"/>
          </a:xfrm>
          <a:solidFill>
            <a:schemeClr val="bg1">
              <a:lumMod val="85000"/>
            </a:schemeClr>
          </a:solidFill>
        </p:grpSpPr>
        <p:sp>
          <p:nvSpPr>
            <p:cNvPr id="284" name="Ellipse 283"/>
            <p:cNvSpPr/>
            <p:nvPr/>
          </p:nvSpPr>
          <p:spPr>
            <a:xfrm>
              <a:off x="340519" y="5495923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5" name="Arc plein 284"/>
            <p:cNvSpPr/>
            <p:nvPr/>
          </p:nvSpPr>
          <p:spPr>
            <a:xfrm rot="17940000">
              <a:off x="518788" y="5668335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287" name="Arc plein 286"/>
            <p:cNvSpPr/>
            <p:nvPr/>
          </p:nvSpPr>
          <p:spPr>
            <a:xfrm rot="6960000">
              <a:off x="193061" y="5356604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cxnSp>
        <p:nvCxnSpPr>
          <p:cNvPr id="292" name="Connecteur droit avec flèche 291"/>
          <p:cNvCxnSpPr/>
          <p:nvPr/>
        </p:nvCxnSpPr>
        <p:spPr>
          <a:xfrm flipV="1">
            <a:off x="5286374" y="1085850"/>
            <a:ext cx="342901" cy="2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3" name="Rectangle 292"/>
          <p:cNvSpPr/>
          <p:nvPr/>
        </p:nvSpPr>
        <p:spPr>
          <a:xfrm>
            <a:off x="5438775" y="914400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Event 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195" name="Organigramme : Joindre 194"/>
          <p:cNvSpPr/>
          <p:nvPr/>
        </p:nvSpPr>
        <p:spPr>
          <a:xfrm rot="5400000">
            <a:off x="6084118" y="4441048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05" name="Rectangle 204"/>
          <p:cNvSpPr/>
          <p:nvPr/>
        </p:nvSpPr>
        <p:spPr>
          <a:xfrm>
            <a:off x="266700" y="6181726"/>
            <a:ext cx="1904999" cy="361950"/>
          </a:xfrm>
          <a:prstGeom prst="rect">
            <a:avLst/>
          </a:prstGeom>
          <a:solidFill>
            <a:srgbClr val="FFFF99"/>
          </a:solidFill>
          <a:ln w="6350" cmpd="dbl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 smtClean="0">
                <a:solidFill>
                  <a:schemeClr val="tx1"/>
                </a:solidFill>
              </a:rPr>
              <a:t>PCF AIR INSTRUMENT </a:t>
            </a:r>
          </a:p>
          <a:p>
            <a:pPr algn="ctr"/>
            <a:r>
              <a:rPr lang="fr-FR" sz="1100" b="1" dirty="0" smtClean="0">
                <a:solidFill>
                  <a:schemeClr val="tx1"/>
                </a:solidFill>
              </a:rPr>
              <a:t>7841 901 330</a:t>
            </a:r>
          </a:p>
        </p:txBody>
      </p:sp>
      <p:cxnSp>
        <p:nvCxnSpPr>
          <p:cNvPr id="196" name="Connecteur droit 195"/>
          <p:cNvCxnSpPr/>
          <p:nvPr/>
        </p:nvCxnSpPr>
        <p:spPr>
          <a:xfrm>
            <a:off x="1019175" y="2971800"/>
            <a:ext cx="0" cy="42862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Connecteur droit 205"/>
          <p:cNvCxnSpPr/>
          <p:nvPr/>
        </p:nvCxnSpPr>
        <p:spPr>
          <a:xfrm>
            <a:off x="514350" y="3409950"/>
            <a:ext cx="981075" cy="0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Connecteur droit 206"/>
          <p:cNvCxnSpPr/>
          <p:nvPr/>
        </p:nvCxnSpPr>
        <p:spPr>
          <a:xfrm>
            <a:off x="666750" y="2981325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Organigramme : Joindre 207"/>
          <p:cNvSpPr/>
          <p:nvPr/>
        </p:nvSpPr>
        <p:spPr>
          <a:xfrm rot="10800000">
            <a:off x="552428" y="2814659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12" name="Organigramme : Joindre 211"/>
          <p:cNvSpPr/>
          <p:nvPr/>
        </p:nvSpPr>
        <p:spPr>
          <a:xfrm rot="10800000">
            <a:off x="914378" y="2824184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18" name="Connecteur droit 217"/>
          <p:cNvCxnSpPr/>
          <p:nvPr/>
        </p:nvCxnSpPr>
        <p:spPr>
          <a:xfrm>
            <a:off x="1019175" y="3409950"/>
            <a:ext cx="0" cy="5238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Connecteur droit 238"/>
          <p:cNvCxnSpPr/>
          <p:nvPr/>
        </p:nvCxnSpPr>
        <p:spPr>
          <a:xfrm flipV="1">
            <a:off x="1176339" y="2490788"/>
            <a:ext cx="209549" cy="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Connecteur droit 243"/>
          <p:cNvCxnSpPr/>
          <p:nvPr/>
        </p:nvCxnSpPr>
        <p:spPr>
          <a:xfrm flipV="1">
            <a:off x="1014414" y="2490788"/>
            <a:ext cx="209549" cy="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Organigramme : Joindre 246"/>
          <p:cNvSpPr/>
          <p:nvPr/>
        </p:nvSpPr>
        <p:spPr>
          <a:xfrm rot="5400000">
            <a:off x="1097756" y="2407448"/>
            <a:ext cx="204788" cy="161924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51" name="Connecteur droit 250"/>
          <p:cNvCxnSpPr/>
          <p:nvPr/>
        </p:nvCxnSpPr>
        <p:spPr>
          <a:xfrm>
            <a:off x="1381125" y="2962275"/>
            <a:ext cx="0" cy="4476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Organigramme : Joindre 251"/>
          <p:cNvSpPr/>
          <p:nvPr/>
        </p:nvSpPr>
        <p:spPr>
          <a:xfrm rot="10800000">
            <a:off x="1266803" y="2824184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54" name="Connecteur droit avec flèche 253"/>
          <p:cNvCxnSpPr/>
          <p:nvPr/>
        </p:nvCxnSpPr>
        <p:spPr>
          <a:xfrm flipV="1">
            <a:off x="1019175" y="1152525"/>
            <a:ext cx="0" cy="16764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Connecteur droit avec flèche 256"/>
          <p:cNvCxnSpPr/>
          <p:nvPr/>
        </p:nvCxnSpPr>
        <p:spPr>
          <a:xfrm flipV="1">
            <a:off x="666750" y="1819275"/>
            <a:ext cx="0" cy="100012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Forme libre 272"/>
          <p:cNvSpPr/>
          <p:nvPr/>
        </p:nvSpPr>
        <p:spPr>
          <a:xfrm>
            <a:off x="1381125" y="657223"/>
            <a:ext cx="2085975" cy="2209801"/>
          </a:xfrm>
          <a:custGeom>
            <a:avLst/>
            <a:gdLst>
              <a:gd name="connsiteX0" fmla="*/ 0 w 2514600"/>
              <a:gd name="connsiteY0" fmla="*/ 914400 h 914400"/>
              <a:gd name="connsiteX1" fmla="*/ 0 w 2514600"/>
              <a:gd name="connsiteY1" fmla="*/ 0 h 914400"/>
              <a:gd name="connsiteX2" fmla="*/ 2514600 w 25146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0" h="914400">
                <a:moveTo>
                  <a:pt x="0" y="914400"/>
                </a:moveTo>
                <a:lnTo>
                  <a:pt x="0" y="0"/>
                </a:lnTo>
                <a:lnTo>
                  <a:pt x="25146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2" name="Rectangle 231"/>
          <p:cNvSpPr/>
          <p:nvPr/>
        </p:nvSpPr>
        <p:spPr>
          <a:xfrm>
            <a:off x="3171825" y="942975"/>
            <a:ext cx="666750" cy="257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FT 611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1" name="Connecteur droit 440"/>
          <p:cNvCxnSpPr/>
          <p:nvPr/>
        </p:nvCxnSpPr>
        <p:spPr>
          <a:xfrm>
            <a:off x="5226878" y="5250672"/>
            <a:ext cx="2347" cy="2452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Connecteur droit 409"/>
          <p:cNvCxnSpPr/>
          <p:nvPr/>
        </p:nvCxnSpPr>
        <p:spPr>
          <a:xfrm flipH="1">
            <a:off x="8401050" y="4124325"/>
            <a:ext cx="9525" cy="685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" name="Forme libre 408"/>
          <p:cNvSpPr/>
          <p:nvPr/>
        </p:nvSpPr>
        <p:spPr>
          <a:xfrm flipH="1">
            <a:off x="3933822" y="4238626"/>
            <a:ext cx="295277" cy="561974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 dirty="0"/>
          </a:p>
        </p:txBody>
      </p:sp>
      <p:sp>
        <p:nvSpPr>
          <p:cNvPr id="22" name="Rectangle à coins arrondis 21"/>
          <p:cNvSpPr/>
          <p:nvPr/>
        </p:nvSpPr>
        <p:spPr>
          <a:xfrm>
            <a:off x="5495925" y="1676401"/>
            <a:ext cx="1209675" cy="2119312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à coins arrondis 35"/>
          <p:cNvSpPr/>
          <p:nvPr/>
        </p:nvSpPr>
        <p:spPr>
          <a:xfrm>
            <a:off x="2466974" y="1676400"/>
            <a:ext cx="1209675" cy="2114550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Forme libre 40"/>
          <p:cNvSpPr/>
          <p:nvPr/>
        </p:nvSpPr>
        <p:spPr>
          <a:xfrm>
            <a:off x="3081338" y="1452563"/>
            <a:ext cx="1328737" cy="923925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Forme libre 41"/>
          <p:cNvSpPr/>
          <p:nvPr/>
        </p:nvSpPr>
        <p:spPr>
          <a:xfrm flipH="1">
            <a:off x="4724400" y="1452547"/>
            <a:ext cx="1366838" cy="923925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Forme libre 42"/>
          <p:cNvSpPr/>
          <p:nvPr/>
        </p:nvSpPr>
        <p:spPr>
          <a:xfrm flipV="1">
            <a:off x="3081322" y="3124199"/>
            <a:ext cx="1328737" cy="885825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Forme libre 43"/>
          <p:cNvSpPr/>
          <p:nvPr/>
        </p:nvSpPr>
        <p:spPr>
          <a:xfrm flipH="1" flipV="1">
            <a:off x="4729163" y="3124199"/>
            <a:ext cx="1362056" cy="885824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Forme libre 44"/>
          <p:cNvSpPr/>
          <p:nvPr/>
        </p:nvSpPr>
        <p:spPr>
          <a:xfrm>
            <a:off x="3919538" y="2752725"/>
            <a:ext cx="500062" cy="1228725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Forme libre 45"/>
          <p:cNvSpPr/>
          <p:nvPr/>
        </p:nvSpPr>
        <p:spPr>
          <a:xfrm flipH="1" flipV="1">
            <a:off x="2333624" y="4033838"/>
            <a:ext cx="1595421" cy="419100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Forme libre 46"/>
          <p:cNvSpPr/>
          <p:nvPr/>
        </p:nvSpPr>
        <p:spPr>
          <a:xfrm flipH="1" flipV="1">
            <a:off x="5191124" y="1476376"/>
            <a:ext cx="95244" cy="1281112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9" name="Connecteur droit 48"/>
          <p:cNvCxnSpPr/>
          <p:nvPr/>
        </p:nvCxnSpPr>
        <p:spPr>
          <a:xfrm>
            <a:off x="4724401" y="2752726"/>
            <a:ext cx="300037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rganigramme : Joindre 49"/>
          <p:cNvSpPr/>
          <p:nvPr/>
        </p:nvSpPr>
        <p:spPr>
          <a:xfrm rot="5400000">
            <a:off x="4993489" y="2659859"/>
            <a:ext cx="204788" cy="180974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55" name="Connecteur droit 54"/>
          <p:cNvCxnSpPr/>
          <p:nvPr/>
        </p:nvCxnSpPr>
        <p:spPr>
          <a:xfrm>
            <a:off x="5286375" y="1081088"/>
            <a:ext cx="9" cy="338138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/>
          <p:nvPr/>
        </p:nvCxnSpPr>
        <p:spPr>
          <a:xfrm>
            <a:off x="2138363" y="4348163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/>
          <p:cNvCxnSpPr/>
          <p:nvPr/>
        </p:nvCxnSpPr>
        <p:spPr>
          <a:xfrm>
            <a:off x="2333630" y="4352910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avec flèche 60"/>
          <p:cNvCxnSpPr/>
          <p:nvPr/>
        </p:nvCxnSpPr>
        <p:spPr>
          <a:xfrm flipV="1">
            <a:off x="2138363" y="4348163"/>
            <a:ext cx="195262" cy="2000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2133600" y="5295901"/>
            <a:ext cx="819150" cy="3429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64" name="Rectangle 63"/>
          <p:cNvSpPr/>
          <p:nvPr/>
        </p:nvSpPr>
        <p:spPr>
          <a:xfrm>
            <a:off x="2947989" y="5438775"/>
            <a:ext cx="576262" cy="5238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63" name="Ellipse 62"/>
          <p:cNvSpPr/>
          <p:nvPr/>
        </p:nvSpPr>
        <p:spPr>
          <a:xfrm>
            <a:off x="3047994" y="5272086"/>
            <a:ext cx="409575" cy="381000"/>
          </a:xfrm>
          <a:prstGeom prst="ellips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66" name="Connecteur droit 65"/>
          <p:cNvCxnSpPr>
            <a:stCxn id="63" idx="1"/>
            <a:endCxn id="63" idx="4"/>
          </p:cNvCxnSpPr>
          <p:nvPr/>
        </p:nvCxnSpPr>
        <p:spPr>
          <a:xfrm>
            <a:off x="3107975" y="5327882"/>
            <a:ext cx="144807" cy="3252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/>
          <p:cNvCxnSpPr>
            <a:stCxn id="63" idx="7"/>
            <a:endCxn id="63" idx="4"/>
          </p:cNvCxnSpPr>
          <p:nvPr/>
        </p:nvCxnSpPr>
        <p:spPr>
          <a:xfrm flipH="1">
            <a:off x="3252782" y="5327882"/>
            <a:ext cx="144806" cy="325204"/>
          </a:xfrm>
          <a:prstGeom prst="lin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0" name="Connecteur droit 69"/>
          <p:cNvCxnSpPr/>
          <p:nvPr/>
        </p:nvCxnSpPr>
        <p:spPr>
          <a:xfrm>
            <a:off x="3252782" y="5172063"/>
            <a:ext cx="6" cy="557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/>
          <p:cNvCxnSpPr/>
          <p:nvPr/>
        </p:nvCxnSpPr>
        <p:spPr>
          <a:xfrm>
            <a:off x="3214688" y="5172075"/>
            <a:ext cx="714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72"/>
          <p:cNvCxnSpPr/>
          <p:nvPr/>
        </p:nvCxnSpPr>
        <p:spPr>
          <a:xfrm>
            <a:off x="3214672" y="5724567"/>
            <a:ext cx="714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Forme libre 73"/>
          <p:cNvSpPr/>
          <p:nvPr/>
        </p:nvSpPr>
        <p:spPr>
          <a:xfrm>
            <a:off x="1524000" y="4448176"/>
            <a:ext cx="614363" cy="1019174"/>
          </a:xfrm>
          <a:custGeom>
            <a:avLst/>
            <a:gdLst>
              <a:gd name="connsiteX0" fmla="*/ 614363 w 614363"/>
              <a:gd name="connsiteY0" fmla="*/ 0 h 923925"/>
              <a:gd name="connsiteX1" fmla="*/ 0 w 614363"/>
              <a:gd name="connsiteY1" fmla="*/ 0 h 923925"/>
              <a:gd name="connsiteX2" fmla="*/ 0 w 614363"/>
              <a:gd name="connsiteY2" fmla="*/ 923925 h 923925"/>
              <a:gd name="connsiteX3" fmla="*/ 461963 w 614363"/>
              <a:gd name="connsiteY3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4363" h="923925">
                <a:moveTo>
                  <a:pt x="614363" y="0"/>
                </a:moveTo>
                <a:lnTo>
                  <a:pt x="0" y="0"/>
                </a:lnTo>
                <a:lnTo>
                  <a:pt x="0" y="923925"/>
                </a:lnTo>
                <a:lnTo>
                  <a:pt x="461963" y="9239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6" name="Connecteur droit 75"/>
          <p:cNvCxnSpPr>
            <a:endCxn id="62" idx="1"/>
          </p:cNvCxnSpPr>
          <p:nvPr/>
        </p:nvCxnSpPr>
        <p:spPr>
          <a:xfrm>
            <a:off x="2043113" y="5467350"/>
            <a:ext cx="90487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/>
          <p:cNvCxnSpPr/>
          <p:nvPr/>
        </p:nvCxnSpPr>
        <p:spPr>
          <a:xfrm>
            <a:off x="1990726" y="5410200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1"/>
          <p:cNvCxnSpPr/>
          <p:nvPr/>
        </p:nvCxnSpPr>
        <p:spPr>
          <a:xfrm>
            <a:off x="2047866" y="5410184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Forme libre 82"/>
          <p:cNvSpPr/>
          <p:nvPr/>
        </p:nvSpPr>
        <p:spPr>
          <a:xfrm>
            <a:off x="2814638" y="5629275"/>
            <a:ext cx="785811" cy="628650"/>
          </a:xfrm>
          <a:custGeom>
            <a:avLst/>
            <a:gdLst>
              <a:gd name="connsiteX0" fmla="*/ 0 w 628650"/>
              <a:gd name="connsiteY0" fmla="*/ 0 h 528637"/>
              <a:gd name="connsiteX1" fmla="*/ 0 w 628650"/>
              <a:gd name="connsiteY1" fmla="*/ 528637 h 528637"/>
              <a:gd name="connsiteX2" fmla="*/ 628650 w 628650"/>
              <a:gd name="connsiteY2" fmla="*/ 528637 h 528637"/>
              <a:gd name="connsiteX3" fmla="*/ 628650 w 628650"/>
              <a:gd name="connsiteY3" fmla="*/ 528637 h 528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8650" h="528637">
                <a:moveTo>
                  <a:pt x="0" y="0"/>
                </a:moveTo>
                <a:lnTo>
                  <a:pt x="0" y="528637"/>
                </a:lnTo>
                <a:lnTo>
                  <a:pt x="628650" y="528637"/>
                </a:lnTo>
                <a:lnTo>
                  <a:pt x="628650" y="528637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7" name="Organigramme : Joindre 86"/>
          <p:cNvSpPr/>
          <p:nvPr/>
        </p:nvSpPr>
        <p:spPr>
          <a:xfrm rot="5400000">
            <a:off x="3564731" y="6169823"/>
            <a:ext cx="204788" cy="161924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88" name="Organigramme : Joindre 87"/>
          <p:cNvSpPr/>
          <p:nvPr/>
        </p:nvSpPr>
        <p:spPr>
          <a:xfrm rot="5400000">
            <a:off x="3943367" y="6176966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89" name="Connecteur droit 88"/>
          <p:cNvCxnSpPr/>
          <p:nvPr/>
        </p:nvCxnSpPr>
        <p:spPr>
          <a:xfrm flipV="1">
            <a:off x="3748089" y="6253163"/>
            <a:ext cx="209549" cy="2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à coins arrondis 93"/>
          <p:cNvSpPr/>
          <p:nvPr/>
        </p:nvSpPr>
        <p:spPr>
          <a:xfrm>
            <a:off x="3581401" y="5957888"/>
            <a:ext cx="161925" cy="123825"/>
          </a:xfrm>
          <a:prstGeom prst="round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96" name="Connecteur droit 95"/>
          <p:cNvCxnSpPr>
            <a:endCxn id="94" idx="2"/>
          </p:cNvCxnSpPr>
          <p:nvPr/>
        </p:nvCxnSpPr>
        <p:spPr>
          <a:xfrm flipH="1" flipV="1">
            <a:off x="3662364" y="6081713"/>
            <a:ext cx="2397" cy="173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eur droit 97"/>
          <p:cNvCxnSpPr/>
          <p:nvPr/>
        </p:nvCxnSpPr>
        <p:spPr>
          <a:xfrm>
            <a:off x="4133850" y="6257925"/>
            <a:ext cx="600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Forme libre 100"/>
          <p:cNvSpPr/>
          <p:nvPr/>
        </p:nvSpPr>
        <p:spPr>
          <a:xfrm>
            <a:off x="2205038" y="5895977"/>
            <a:ext cx="138112" cy="80962"/>
          </a:xfrm>
          <a:custGeom>
            <a:avLst/>
            <a:gdLst>
              <a:gd name="connsiteX0" fmla="*/ 0 w 138112"/>
              <a:gd name="connsiteY0" fmla="*/ 0 h 80962"/>
              <a:gd name="connsiteX1" fmla="*/ 61912 w 138112"/>
              <a:gd name="connsiteY1" fmla="*/ 80962 h 80962"/>
              <a:gd name="connsiteX2" fmla="*/ 138112 w 138112"/>
              <a:gd name="connsiteY2" fmla="*/ 9525 h 8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112" h="80962">
                <a:moveTo>
                  <a:pt x="0" y="0"/>
                </a:moveTo>
                <a:lnTo>
                  <a:pt x="61912" y="80962"/>
                </a:lnTo>
                <a:lnTo>
                  <a:pt x="138112" y="9525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03" name="Connecteur droit 102"/>
          <p:cNvCxnSpPr/>
          <p:nvPr/>
        </p:nvCxnSpPr>
        <p:spPr>
          <a:xfrm>
            <a:off x="2266950" y="5986464"/>
            <a:ext cx="0" cy="1381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eur droit 105"/>
          <p:cNvCxnSpPr/>
          <p:nvPr/>
        </p:nvCxnSpPr>
        <p:spPr>
          <a:xfrm flipH="1">
            <a:off x="2262188" y="5638800"/>
            <a:ext cx="4762" cy="2714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/>
          <p:cNvSpPr/>
          <p:nvPr/>
        </p:nvSpPr>
        <p:spPr>
          <a:xfrm>
            <a:off x="2395544" y="2462213"/>
            <a:ext cx="71438" cy="414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13" name="Connecteur droit 112"/>
          <p:cNvCxnSpPr/>
          <p:nvPr/>
        </p:nvCxnSpPr>
        <p:spPr>
          <a:xfrm>
            <a:off x="2395540" y="2395538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4" name="Rectangle 113"/>
          <p:cNvSpPr/>
          <p:nvPr/>
        </p:nvSpPr>
        <p:spPr>
          <a:xfrm>
            <a:off x="6705619" y="2457451"/>
            <a:ext cx="71438" cy="414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15" name="Connecteur droit 114"/>
          <p:cNvCxnSpPr/>
          <p:nvPr/>
        </p:nvCxnSpPr>
        <p:spPr>
          <a:xfrm>
            <a:off x="6777060" y="2390776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Connecteur droit 116"/>
          <p:cNvCxnSpPr/>
          <p:nvPr/>
        </p:nvCxnSpPr>
        <p:spPr>
          <a:xfrm>
            <a:off x="2676536" y="1485905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eur droit 117"/>
          <p:cNvCxnSpPr/>
          <p:nvPr/>
        </p:nvCxnSpPr>
        <p:spPr>
          <a:xfrm>
            <a:off x="2676520" y="1528756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eur droit 119"/>
          <p:cNvCxnSpPr/>
          <p:nvPr/>
        </p:nvCxnSpPr>
        <p:spPr>
          <a:xfrm>
            <a:off x="2738448" y="1528767"/>
            <a:ext cx="0" cy="1381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eur droit 120"/>
          <p:cNvCxnSpPr/>
          <p:nvPr/>
        </p:nvCxnSpPr>
        <p:spPr>
          <a:xfrm>
            <a:off x="6357948" y="1495431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eur droit 121"/>
          <p:cNvCxnSpPr/>
          <p:nvPr/>
        </p:nvCxnSpPr>
        <p:spPr>
          <a:xfrm>
            <a:off x="6367457" y="1538282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eur droit 122"/>
          <p:cNvCxnSpPr/>
          <p:nvPr/>
        </p:nvCxnSpPr>
        <p:spPr>
          <a:xfrm>
            <a:off x="6429385" y="1538293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Forme libre 127"/>
          <p:cNvSpPr/>
          <p:nvPr/>
        </p:nvSpPr>
        <p:spPr>
          <a:xfrm flipV="1">
            <a:off x="4576746" y="4619624"/>
            <a:ext cx="852504" cy="219075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9" name="Organigramme : Délai 128"/>
          <p:cNvSpPr/>
          <p:nvPr/>
        </p:nvSpPr>
        <p:spPr>
          <a:xfrm rot="5400000">
            <a:off x="5417343" y="4798240"/>
            <a:ext cx="433388" cy="390524"/>
          </a:xfrm>
          <a:prstGeom prst="flowChartDelay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31" name="Connecteur droit 130"/>
          <p:cNvCxnSpPr/>
          <p:nvPr/>
        </p:nvCxnSpPr>
        <p:spPr>
          <a:xfrm>
            <a:off x="5424488" y="4743471"/>
            <a:ext cx="414337" cy="0"/>
          </a:xfrm>
          <a:prstGeom prst="lin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0" name="Connecteur droit 139"/>
          <p:cNvCxnSpPr/>
          <p:nvPr/>
        </p:nvCxnSpPr>
        <p:spPr>
          <a:xfrm>
            <a:off x="5819775" y="4838700"/>
            <a:ext cx="2000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eur droit 148"/>
          <p:cNvCxnSpPr/>
          <p:nvPr/>
        </p:nvCxnSpPr>
        <p:spPr>
          <a:xfrm flipH="1">
            <a:off x="8410575" y="3686175"/>
            <a:ext cx="9526" cy="5143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Forme libre 149"/>
          <p:cNvSpPr/>
          <p:nvPr/>
        </p:nvSpPr>
        <p:spPr>
          <a:xfrm>
            <a:off x="6162675" y="3409951"/>
            <a:ext cx="1457326" cy="1428750"/>
          </a:xfrm>
          <a:custGeom>
            <a:avLst/>
            <a:gdLst>
              <a:gd name="connsiteX0" fmla="*/ 0 w 1462088"/>
              <a:gd name="connsiteY0" fmla="*/ 1428750 h 1428750"/>
              <a:gd name="connsiteX1" fmla="*/ 1462088 w 1462088"/>
              <a:gd name="connsiteY1" fmla="*/ 1428750 h 1428750"/>
              <a:gd name="connsiteX2" fmla="*/ 1462088 w 1462088"/>
              <a:gd name="connsiteY2" fmla="*/ 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62088" h="1428750">
                <a:moveTo>
                  <a:pt x="0" y="1428750"/>
                </a:moveTo>
                <a:lnTo>
                  <a:pt x="1462088" y="1428750"/>
                </a:lnTo>
                <a:lnTo>
                  <a:pt x="1462088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7" name="Connecteur droit 156"/>
          <p:cNvCxnSpPr/>
          <p:nvPr/>
        </p:nvCxnSpPr>
        <p:spPr>
          <a:xfrm>
            <a:off x="7620000" y="4210050"/>
            <a:ext cx="8001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Forme libre 159"/>
          <p:cNvSpPr/>
          <p:nvPr/>
        </p:nvSpPr>
        <p:spPr>
          <a:xfrm>
            <a:off x="5010150" y="5214938"/>
            <a:ext cx="623888" cy="271462"/>
          </a:xfrm>
          <a:custGeom>
            <a:avLst/>
            <a:gdLst>
              <a:gd name="connsiteX0" fmla="*/ 242888 w 242888"/>
              <a:gd name="connsiteY0" fmla="*/ 0 h 119062"/>
              <a:gd name="connsiteX1" fmla="*/ 242888 w 242888"/>
              <a:gd name="connsiteY1" fmla="*/ 119062 h 119062"/>
              <a:gd name="connsiteX2" fmla="*/ 0 w 242888"/>
              <a:gd name="connsiteY2" fmla="*/ 119062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88" h="119062">
                <a:moveTo>
                  <a:pt x="242888" y="0"/>
                </a:moveTo>
                <a:lnTo>
                  <a:pt x="242888" y="119062"/>
                </a:lnTo>
                <a:lnTo>
                  <a:pt x="0" y="119062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1" name="Organigramme : Joindre 160"/>
          <p:cNvSpPr/>
          <p:nvPr/>
        </p:nvSpPr>
        <p:spPr>
          <a:xfrm rot="5400000">
            <a:off x="4922067" y="5441173"/>
            <a:ext cx="95271" cy="100029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62" name="Organigramme : Joindre 161"/>
          <p:cNvSpPr/>
          <p:nvPr/>
        </p:nvSpPr>
        <p:spPr>
          <a:xfrm rot="10800000">
            <a:off x="7505678" y="3243284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64" name="Connecteur droit 163"/>
          <p:cNvCxnSpPr/>
          <p:nvPr/>
        </p:nvCxnSpPr>
        <p:spPr>
          <a:xfrm>
            <a:off x="7615199" y="676275"/>
            <a:ext cx="17" cy="25765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eur droit avec flèche 165"/>
          <p:cNvCxnSpPr/>
          <p:nvPr/>
        </p:nvCxnSpPr>
        <p:spPr>
          <a:xfrm flipH="1">
            <a:off x="5610227" y="666750"/>
            <a:ext cx="2009773" cy="1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à coins arrondis 172"/>
          <p:cNvSpPr/>
          <p:nvPr/>
        </p:nvSpPr>
        <p:spPr>
          <a:xfrm>
            <a:off x="5014914" y="2462213"/>
            <a:ext cx="161925" cy="123825"/>
          </a:xfrm>
          <a:prstGeom prst="round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75" name="Connecteur droit 174"/>
          <p:cNvCxnSpPr/>
          <p:nvPr/>
        </p:nvCxnSpPr>
        <p:spPr>
          <a:xfrm>
            <a:off x="5095876" y="2586037"/>
            <a:ext cx="0" cy="16668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Forme libre 176"/>
          <p:cNvSpPr/>
          <p:nvPr/>
        </p:nvSpPr>
        <p:spPr>
          <a:xfrm>
            <a:off x="6710363" y="1857375"/>
            <a:ext cx="523875" cy="247650"/>
          </a:xfrm>
          <a:custGeom>
            <a:avLst/>
            <a:gdLst>
              <a:gd name="connsiteX0" fmla="*/ 0 w 357187"/>
              <a:gd name="connsiteY0" fmla="*/ 247650 h 247650"/>
              <a:gd name="connsiteX1" fmla="*/ 357187 w 357187"/>
              <a:gd name="connsiteY1" fmla="*/ 247650 h 247650"/>
              <a:gd name="connsiteX2" fmla="*/ 357187 w 35718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187" h="247650">
                <a:moveTo>
                  <a:pt x="0" y="247650"/>
                </a:moveTo>
                <a:lnTo>
                  <a:pt x="357187" y="247650"/>
                </a:lnTo>
                <a:lnTo>
                  <a:pt x="357187" y="0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8" name="Triangle isocèle 177"/>
          <p:cNvSpPr/>
          <p:nvPr/>
        </p:nvSpPr>
        <p:spPr>
          <a:xfrm>
            <a:off x="7191378" y="1724027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79" name="Triangle isocèle 178"/>
          <p:cNvSpPr/>
          <p:nvPr/>
        </p:nvSpPr>
        <p:spPr>
          <a:xfrm rot="5400000" flipV="1">
            <a:off x="7259568" y="1647964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0" name="Forme libre 179"/>
          <p:cNvSpPr/>
          <p:nvPr/>
        </p:nvSpPr>
        <p:spPr>
          <a:xfrm>
            <a:off x="7172325" y="1504950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2" name="Triangle isocèle 181"/>
          <p:cNvSpPr/>
          <p:nvPr/>
        </p:nvSpPr>
        <p:spPr>
          <a:xfrm>
            <a:off x="1828780" y="1771651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83" name="Triangle isocèle 182"/>
          <p:cNvSpPr/>
          <p:nvPr/>
        </p:nvSpPr>
        <p:spPr>
          <a:xfrm rot="16200000" flipH="1" flipV="1">
            <a:off x="1773145" y="1695588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4" name="Forme libre 183"/>
          <p:cNvSpPr/>
          <p:nvPr/>
        </p:nvSpPr>
        <p:spPr>
          <a:xfrm>
            <a:off x="1809727" y="1552574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5" name="Bouée 184"/>
          <p:cNvSpPr/>
          <p:nvPr/>
        </p:nvSpPr>
        <p:spPr>
          <a:xfrm>
            <a:off x="1623990" y="1123951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86" name="Forme libre 185"/>
          <p:cNvSpPr/>
          <p:nvPr/>
        </p:nvSpPr>
        <p:spPr>
          <a:xfrm flipH="1">
            <a:off x="1866901" y="1885949"/>
            <a:ext cx="590550" cy="247650"/>
          </a:xfrm>
          <a:custGeom>
            <a:avLst/>
            <a:gdLst>
              <a:gd name="connsiteX0" fmla="*/ 0 w 357187"/>
              <a:gd name="connsiteY0" fmla="*/ 247650 h 247650"/>
              <a:gd name="connsiteX1" fmla="*/ 357187 w 357187"/>
              <a:gd name="connsiteY1" fmla="*/ 247650 h 247650"/>
              <a:gd name="connsiteX2" fmla="*/ 357187 w 35718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187" h="247650">
                <a:moveTo>
                  <a:pt x="0" y="247650"/>
                </a:moveTo>
                <a:lnTo>
                  <a:pt x="357187" y="247650"/>
                </a:lnTo>
                <a:lnTo>
                  <a:pt x="357187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0" name="Organigramme : Connecteur 189"/>
          <p:cNvSpPr/>
          <p:nvPr/>
        </p:nvSpPr>
        <p:spPr>
          <a:xfrm>
            <a:off x="6715127" y="1504950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1" name="Connecteur droit 190"/>
          <p:cNvCxnSpPr/>
          <p:nvPr/>
        </p:nvCxnSpPr>
        <p:spPr>
          <a:xfrm>
            <a:off x="6867535" y="1795463"/>
            <a:ext cx="1" cy="3143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Organigramme : Connecteur 191"/>
          <p:cNvSpPr/>
          <p:nvPr/>
        </p:nvSpPr>
        <p:spPr>
          <a:xfrm>
            <a:off x="2905125" y="18097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3" name="Connecteur droit 192"/>
          <p:cNvCxnSpPr/>
          <p:nvPr/>
        </p:nvCxnSpPr>
        <p:spPr>
          <a:xfrm>
            <a:off x="3067051" y="2095501"/>
            <a:ext cx="0" cy="142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Organigramme : Connecteur 197"/>
          <p:cNvSpPr/>
          <p:nvPr/>
        </p:nvSpPr>
        <p:spPr>
          <a:xfrm>
            <a:off x="4200525" y="35623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9" name="Connecteur droit 198"/>
          <p:cNvCxnSpPr/>
          <p:nvPr/>
        </p:nvCxnSpPr>
        <p:spPr>
          <a:xfrm flipH="1" flipV="1">
            <a:off x="4114800" y="3705225"/>
            <a:ext cx="95250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Organigramme : Connecteur 199"/>
          <p:cNvSpPr/>
          <p:nvPr/>
        </p:nvSpPr>
        <p:spPr>
          <a:xfrm>
            <a:off x="4648200" y="355759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01" name="Connecteur droit 200"/>
          <p:cNvCxnSpPr>
            <a:stCxn id="200" idx="6"/>
          </p:cNvCxnSpPr>
          <p:nvPr/>
        </p:nvCxnSpPr>
        <p:spPr>
          <a:xfrm flipV="1">
            <a:off x="4948238" y="3700465"/>
            <a:ext cx="7143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Organigramme : Connecteur 201"/>
          <p:cNvSpPr/>
          <p:nvPr/>
        </p:nvSpPr>
        <p:spPr>
          <a:xfrm>
            <a:off x="5948362" y="18097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03" name="Connecteur droit 202"/>
          <p:cNvCxnSpPr/>
          <p:nvPr/>
        </p:nvCxnSpPr>
        <p:spPr>
          <a:xfrm>
            <a:off x="6110288" y="2095501"/>
            <a:ext cx="0" cy="142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Organigramme : Joindre 214"/>
          <p:cNvSpPr/>
          <p:nvPr/>
        </p:nvSpPr>
        <p:spPr>
          <a:xfrm>
            <a:off x="5579292" y="4545822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23" name="Connecteur droit 222"/>
          <p:cNvCxnSpPr/>
          <p:nvPr/>
        </p:nvCxnSpPr>
        <p:spPr>
          <a:xfrm>
            <a:off x="5629275" y="4424363"/>
            <a:ext cx="0" cy="1047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necteur droit 223"/>
          <p:cNvCxnSpPr/>
          <p:nvPr/>
        </p:nvCxnSpPr>
        <p:spPr>
          <a:xfrm>
            <a:off x="5629276" y="4638674"/>
            <a:ext cx="0" cy="1047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Organigramme : Joindre 224"/>
          <p:cNvSpPr/>
          <p:nvPr/>
        </p:nvSpPr>
        <p:spPr>
          <a:xfrm>
            <a:off x="6817541" y="1878822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27" name="Organigramme : Connecteur 226"/>
          <p:cNvSpPr/>
          <p:nvPr/>
        </p:nvSpPr>
        <p:spPr>
          <a:xfrm>
            <a:off x="2124078" y="1528762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28" name="Connecteur droit 227"/>
          <p:cNvCxnSpPr/>
          <p:nvPr/>
        </p:nvCxnSpPr>
        <p:spPr>
          <a:xfrm>
            <a:off x="2276486" y="1819275"/>
            <a:ext cx="1" cy="3143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Organigramme : Joindre 228"/>
          <p:cNvSpPr/>
          <p:nvPr/>
        </p:nvSpPr>
        <p:spPr>
          <a:xfrm>
            <a:off x="2226492" y="1902634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30" name="Organigramme : Connecteur 229"/>
          <p:cNvSpPr/>
          <p:nvPr/>
        </p:nvSpPr>
        <p:spPr>
          <a:xfrm>
            <a:off x="1633540" y="4867275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31" name="Connecteur droit 230"/>
          <p:cNvCxnSpPr/>
          <p:nvPr/>
        </p:nvCxnSpPr>
        <p:spPr>
          <a:xfrm>
            <a:off x="1785948" y="5157788"/>
            <a:ext cx="1" cy="3143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onnecteur droit 232"/>
          <p:cNvCxnSpPr/>
          <p:nvPr/>
        </p:nvCxnSpPr>
        <p:spPr>
          <a:xfrm>
            <a:off x="4467225" y="4605338"/>
            <a:ext cx="219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cteur droit 233"/>
          <p:cNvCxnSpPr/>
          <p:nvPr/>
        </p:nvCxnSpPr>
        <p:spPr>
          <a:xfrm>
            <a:off x="4576762" y="3290883"/>
            <a:ext cx="6" cy="110964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Connecteur droit avec flèche 234"/>
          <p:cNvCxnSpPr/>
          <p:nvPr/>
        </p:nvCxnSpPr>
        <p:spPr>
          <a:xfrm>
            <a:off x="4471988" y="4405312"/>
            <a:ext cx="228600" cy="2000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Connecteur droit 237"/>
          <p:cNvCxnSpPr/>
          <p:nvPr/>
        </p:nvCxnSpPr>
        <p:spPr>
          <a:xfrm>
            <a:off x="4467226" y="4405312"/>
            <a:ext cx="219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Connecteur droit avec flèche 252"/>
          <p:cNvCxnSpPr/>
          <p:nvPr/>
        </p:nvCxnSpPr>
        <p:spPr>
          <a:xfrm flipV="1">
            <a:off x="1390650" y="2305050"/>
            <a:ext cx="0" cy="542926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onnecteur droit 258"/>
          <p:cNvCxnSpPr/>
          <p:nvPr/>
        </p:nvCxnSpPr>
        <p:spPr>
          <a:xfrm>
            <a:off x="1019175" y="3409950"/>
            <a:ext cx="0" cy="5238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Rectangle 259"/>
          <p:cNvSpPr/>
          <p:nvPr/>
        </p:nvSpPr>
        <p:spPr>
          <a:xfrm>
            <a:off x="2657475" y="25241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S302A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61" name="Rectangle 260"/>
          <p:cNvSpPr/>
          <p:nvPr/>
        </p:nvSpPr>
        <p:spPr>
          <a:xfrm>
            <a:off x="5695950" y="25241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S302B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62" name="Rectangle 261"/>
          <p:cNvSpPr/>
          <p:nvPr/>
        </p:nvSpPr>
        <p:spPr>
          <a:xfrm>
            <a:off x="2143125" y="53054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Réchauffeur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3" name="Rectangle 262"/>
          <p:cNvSpPr/>
          <p:nvPr/>
        </p:nvSpPr>
        <p:spPr>
          <a:xfrm>
            <a:off x="609600" y="3933825"/>
            <a:ext cx="819150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Sortie F301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4" name="Rectangle 263"/>
          <p:cNvSpPr/>
          <p:nvPr/>
        </p:nvSpPr>
        <p:spPr>
          <a:xfrm>
            <a:off x="676275" y="1562100"/>
            <a:ext cx="695326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S302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5" name="Rectangle 264"/>
          <p:cNvSpPr/>
          <p:nvPr/>
        </p:nvSpPr>
        <p:spPr>
          <a:xfrm>
            <a:off x="4914900" y="428625"/>
            <a:ext cx="866775" cy="4095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Réseau usine 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6" name="Rectangle 265"/>
          <p:cNvSpPr/>
          <p:nvPr/>
        </p:nvSpPr>
        <p:spPr>
          <a:xfrm>
            <a:off x="4248150" y="5924550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Vapeur 25B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7" name="Rectangle 266"/>
          <p:cNvSpPr/>
          <p:nvPr/>
        </p:nvSpPr>
        <p:spPr>
          <a:xfrm>
            <a:off x="2847975" y="490537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Soufflante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8" name="Rectangle 267"/>
          <p:cNvSpPr/>
          <p:nvPr/>
        </p:nvSpPr>
        <p:spPr>
          <a:xfrm>
            <a:off x="5400675" y="4800600"/>
            <a:ext cx="4762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 smtClean="0">
                <a:solidFill>
                  <a:schemeClr val="tx1"/>
                </a:solidFill>
              </a:rPr>
              <a:t>X 302</a:t>
            </a:r>
            <a:endParaRPr lang="fr-FR" sz="1200" b="1" dirty="0">
              <a:solidFill>
                <a:schemeClr val="tx1"/>
              </a:solidFill>
            </a:endParaRPr>
          </a:p>
        </p:txBody>
      </p:sp>
      <p:sp>
        <p:nvSpPr>
          <p:cNvPr id="269" name="Rectangle 268"/>
          <p:cNvSpPr/>
          <p:nvPr/>
        </p:nvSpPr>
        <p:spPr>
          <a:xfrm>
            <a:off x="1600199" y="1162050"/>
            <a:ext cx="4953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3006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0" name="Rectangle 269"/>
          <p:cNvSpPr/>
          <p:nvPr/>
        </p:nvSpPr>
        <p:spPr>
          <a:xfrm>
            <a:off x="6981824" y="1133475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3005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71" name="Bouée 270"/>
          <p:cNvSpPr/>
          <p:nvPr/>
        </p:nvSpPr>
        <p:spPr>
          <a:xfrm>
            <a:off x="6996090" y="1085851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77" name="Rectangle 276"/>
          <p:cNvSpPr/>
          <p:nvPr/>
        </p:nvSpPr>
        <p:spPr>
          <a:xfrm>
            <a:off x="2105025" y="1514475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8" name="Rectangle 277"/>
          <p:cNvSpPr/>
          <p:nvPr/>
        </p:nvSpPr>
        <p:spPr>
          <a:xfrm>
            <a:off x="6696075" y="1485900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9" name="Rectangle 278"/>
          <p:cNvSpPr/>
          <p:nvPr/>
        </p:nvSpPr>
        <p:spPr>
          <a:xfrm>
            <a:off x="1619250" y="4848225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80" name="Rectangle 279"/>
          <p:cNvSpPr/>
          <p:nvPr/>
        </p:nvSpPr>
        <p:spPr>
          <a:xfrm>
            <a:off x="6638925" y="3867150"/>
            <a:ext cx="80962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Hygromètre AR302</a:t>
            </a:r>
          </a:p>
        </p:txBody>
      </p:sp>
      <p:sp>
        <p:nvSpPr>
          <p:cNvPr id="282" name="Forme libre 281"/>
          <p:cNvSpPr/>
          <p:nvPr/>
        </p:nvSpPr>
        <p:spPr>
          <a:xfrm>
            <a:off x="5629275" y="4200525"/>
            <a:ext cx="1457325" cy="219075"/>
          </a:xfrm>
          <a:custGeom>
            <a:avLst/>
            <a:gdLst>
              <a:gd name="connsiteX0" fmla="*/ 0 w 923925"/>
              <a:gd name="connsiteY0" fmla="*/ 457200 h 457200"/>
              <a:gd name="connsiteX1" fmla="*/ 923925 w 923925"/>
              <a:gd name="connsiteY1" fmla="*/ 457200 h 457200"/>
              <a:gd name="connsiteX2" fmla="*/ 923925 w 923925"/>
              <a:gd name="connsiteY2" fmla="*/ 0 h 457200"/>
              <a:gd name="connsiteX3" fmla="*/ 923925 w 923925"/>
              <a:gd name="connsiteY3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3925" h="457200">
                <a:moveTo>
                  <a:pt x="0" y="457200"/>
                </a:moveTo>
                <a:lnTo>
                  <a:pt x="923925" y="457200"/>
                </a:lnTo>
                <a:lnTo>
                  <a:pt x="923925" y="0"/>
                </a:lnTo>
                <a:lnTo>
                  <a:pt x="923925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9" name="Forme libre 298"/>
          <p:cNvSpPr/>
          <p:nvPr/>
        </p:nvSpPr>
        <p:spPr>
          <a:xfrm>
            <a:off x="657225" y="657224"/>
            <a:ext cx="2809875" cy="2190751"/>
          </a:xfrm>
          <a:custGeom>
            <a:avLst/>
            <a:gdLst>
              <a:gd name="connsiteX0" fmla="*/ 0 w 2514600"/>
              <a:gd name="connsiteY0" fmla="*/ 914400 h 914400"/>
              <a:gd name="connsiteX1" fmla="*/ 0 w 2514600"/>
              <a:gd name="connsiteY1" fmla="*/ 0 h 914400"/>
              <a:gd name="connsiteX2" fmla="*/ 2514600 w 25146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0" h="914400">
                <a:moveTo>
                  <a:pt x="0" y="914400"/>
                </a:moveTo>
                <a:lnTo>
                  <a:pt x="0" y="0"/>
                </a:lnTo>
                <a:lnTo>
                  <a:pt x="25146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0" name="Forme libre 299"/>
          <p:cNvSpPr/>
          <p:nvPr/>
        </p:nvSpPr>
        <p:spPr>
          <a:xfrm flipH="1">
            <a:off x="3533775" y="657225"/>
            <a:ext cx="1038225" cy="1552576"/>
          </a:xfrm>
          <a:custGeom>
            <a:avLst/>
            <a:gdLst>
              <a:gd name="connsiteX0" fmla="*/ 0 w 2514600"/>
              <a:gd name="connsiteY0" fmla="*/ 914400 h 914400"/>
              <a:gd name="connsiteX1" fmla="*/ 0 w 2514600"/>
              <a:gd name="connsiteY1" fmla="*/ 0 h 914400"/>
              <a:gd name="connsiteX2" fmla="*/ 2514600 w 25146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0" h="914400">
                <a:moveTo>
                  <a:pt x="0" y="914400"/>
                </a:moveTo>
                <a:lnTo>
                  <a:pt x="0" y="0"/>
                </a:lnTo>
                <a:lnTo>
                  <a:pt x="25146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01" name="Connecteur droit 300"/>
          <p:cNvCxnSpPr/>
          <p:nvPr/>
        </p:nvCxnSpPr>
        <p:spPr>
          <a:xfrm>
            <a:off x="3467101" y="600075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Connecteur droit 301"/>
          <p:cNvCxnSpPr/>
          <p:nvPr/>
        </p:nvCxnSpPr>
        <p:spPr>
          <a:xfrm>
            <a:off x="3524241" y="600059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Organigramme : Connecteur 304"/>
          <p:cNvSpPr/>
          <p:nvPr/>
        </p:nvSpPr>
        <p:spPr>
          <a:xfrm>
            <a:off x="3305175" y="881061"/>
            <a:ext cx="395291" cy="404813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306" name="Connecteur droit 305"/>
          <p:cNvCxnSpPr/>
          <p:nvPr/>
        </p:nvCxnSpPr>
        <p:spPr>
          <a:xfrm>
            <a:off x="3495686" y="561975"/>
            <a:ext cx="1" cy="3143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" name="Rectangle 308"/>
          <p:cNvSpPr/>
          <p:nvPr/>
        </p:nvSpPr>
        <p:spPr>
          <a:xfrm>
            <a:off x="3171825" y="942975"/>
            <a:ext cx="666750" cy="257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FT 612</a:t>
            </a:r>
          </a:p>
        </p:txBody>
      </p:sp>
      <p:cxnSp>
        <p:nvCxnSpPr>
          <p:cNvPr id="315" name="Connecteur droit 314"/>
          <p:cNvCxnSpPr/>
          <p:nvPr/>
        </p:nvCxnSpPr>
        <p:spPr>
          <a:xfrm>
            <a:off x="2686061" y="3924305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Connecteur droit 316"/>
          <p:cNvCxnSpPr/>
          <p:nvPr/>
        </p:nvCxnSpPr>
        <p:spPr>
          <a:xfrm>
            <a:off x="2747973" y="3776667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Organigramme : Joindre 317"/>
          <p:cNvSpPr/>
          <p:nvPr/>
        </p:nvSpPr>
        <p:spPr>
          <a:xfrm>
            <a:off x="2695575" y="3945747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19" name="Connecteur droit 318"/>
          <p:cNvCxnSpPr/>
          <p:nvPr/>
        </p:nvCxnSpPr>
        <p:spPr>
          <a:xfrm>
            <a:off x="6381761" y="3952880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Connecteur droit 319"/>
          <p:cNvCxnSpPr/>
          <p:nvPr/>
        </p:nvCxnSpPr>
        <p:spPr>
          <a:xfrm>
            <a:off x="6443673" y="3805242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Organigramme : Joindre 320"/>
          <p:cNvSpPr/>
          <p:nvPr/>
        </p:nvSpPr>
        <p:spPr>
          <a:xfrm>
            <a:off x="6391275" y="3974322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22" name="Rectangle 321"/>
          <p:cNvSpPr/>
          <p:nvPr/>
        </p:nvSpPr>
        <p:spPr>
          <a:xfrm>
            <a:off x="3495675" y="5305425"/>
            <a:ext cx="438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smtClean="0">
                <a:solidFill>
                  <a:schemeClr val="tx1"/>
                </a:solidFill>
              </a:rPr>
              <a:t>AIR</a:t>
            </a:r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340" name="Rectangle 339"/>
          <p:cNvSpPr/>
          <p:nvPr/>
        </p:nvSpPr>
        <p:spPr>
          <a:xfrm>
            <a:off x="2838450" y="1790700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T302 A1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5876925" y="18002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T302 B1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4133850" y="35528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T302 A2</a:t>
            </a:r>
          </a:p>
        </p:txBody>
      </p:sp>
      <p:sp>
        <p:nvSpPr>
          <p:cNvPr id="343" name="Rectangle 342"/>
          <p:cNvSpPr/>
          <p:nvPr/>
        </p:nvSpPr>
        <p:spPr>
          <a:xfrm>
            <a:off x="4581525" y="35528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T302 B2</a:t>
            </a:r>
          </a:p>
        </p:txBody>
      </p:sp>
      <p:sp>
        <p:nvSpPr>
          <p:cNvPr id="344" name="Rectangle à coins arrondis 343"/>
          <p:cNvSpPr/>
          <p:nvPr/>
        </p:nvSpPr>
        <p:spPr>
          <a:xfrm>
            <a:off x="5162550" y="5962650"/>
            <a:ext cx="3714750" cy="47625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S302 : A = service, B = chauffage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04" name="Organigramme : Connecteur 103"/>
          <p:cNvSpPr/>
          <p:nvPr/>
        </p:nvSpPr>
        <p:spPr>
          <a:xfrm>
            <a:off x="2205035" y="5734050"/>
            <a:ext cx="138113" cy="133350"/>
          </a:xfrm>
          <a:prstGeom prst="flowChartConnector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5" name="Rectangle 344"/>
          <p:cNvSpPr/>
          <p:nvPr/>
        </p:nvSpPr>
        <p:spPr>
          <a:xfrm>
            <a:off x="6905625" y="180975"/>
            <a:ext cx="118110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S301</a:t>
            </a:r>
          </a:p>
        </p:txBody>
      </p:sp>
      <p:sp>
        <p:nvSpPr>
          <p:cNvPr id="126" name="Organigramme : Joindre 125"/>
          <p:cNvSpPr/>
          <p:nvPr/>
        </p:nvSpPr>
        <p:spPr>
          <a:xfrm rot="5400000">
            <a:off x="5981717" y="4757758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57" name="Forme libre 356"/>
          <p:cNvSpPr/>
          <p:nvPr/>
        </p:nvSpPr>
        <p:spPr>
          <a:xfrm>
            <a:off x="8124825" y="3276600"/>
            <a:ext cx="571500" cy="409575"/>
          </a:xfrm>
          <a:custGeom>
            <a:avLst/>
            <a:gdLst>
              <a:gd name="connsiteX0" fmla="*/ 0 w 571500"/>
              <a:gd name="connsiteY0" fmla="*/ 9525 h 409575"/>
              <a:gd name="connsiteX1" fmla="*/ 0 w 571500"/>
              <a:gd name="connsiteY1" fmla="*/ 409575 h 409575"/>
              <a:gd name="connsiteX2" fmla="*/ 571500 w 571500"/>
              <a:gd name="connsiteY2" fmla="*/ 409575 h 409575"/>
              <a:gd name="connsiteX3" fmla="*/ 571500 w 571500"/>
              <a:gd name="connsiteY3" fmla="*/ 0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500" h="409575">
                <a:moveTo>
                  <a:pt x="0" y="9525"/>
                </a:moveTo>
                <a:lnTo>
                  <a:pt x="0" y="409575"/>
                </a:lnTo>
                <a:lnTo>
                  <a:pt x="571500" y="409575"/>
                </a:lnTo>
                <a:lnTo>
                  <a:pt x="5715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58" name="Triangle isocèle 357"/>
          <p:cNvSpPr/>
          <p:nvPr/>
        </p:nvSpPr>
        <p:spPr>
          <a:xfrm>
            <a:off x="8086728" y="3162302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59" name="Triangle isocèle 358"/>
          <p:cNvSpPr/>
          <p:nvPr/>
        </p:nvSpPr>
        <p:spPr>
          <a:xfrm rot="5400000" flipV="1">
            <a:off x="8154918" y="3086239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0" name="Forme libre 359"/>
          <p:cNvSpPr/>
          <p:nvPr/>
        </p:nvSpPr>
        <p:spPr>
          <a:xfrm>
            <a:off x="8067675" y="2943225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1" name="Rectangle 360"/>
          <p:cNvSpPr/>
          <p:nvPr/>
        </p:nvSpPr>
        <p:spPr>
          <a:xfrm>
            <a:off x="7877174" y="2571750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3009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362" name="Bouée 361"/>
          <p:cNvSpPr/>
          <p:nvPr/>
        </p:nvSpPr>
        <p:spPr>
          <a:xfrm>
            <a:off x="7891440" y="2524126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63" name="Triangle isocèle 362"/>
          <p:cNvSpPr/>
          <p:nvPr/>
        </p:nvSpPr>
        <p:spPr>
          <a:xfrm>
            <a:off x="8658228" y="3162302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64" name="Triangle isocèle 363"/>
          <p:cNvSpPr/>
          <p:nvPr/>
        </p:nvSpPr>
        <p:spPr>
          <a:xfrm rot="5400000" flipV="1">
            <a:off x="8726418" y="3086239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5" name="Forme libre 364"/>
          <p:cNvSpPr/>
          <p:nvPr/>
        </p:nvSpPr>
        <p:spPr>
          <a:xfrm>
            <a:off x="8639175" y="2943225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6" name="Rectangle 365"/>
          <p:cNvSpPr/>
          <p:nvPr/>
        </p:nvSpPr>
        <p:spPr>
          <a:xfrm>
            <a:off x="8448674" y="2571750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3010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367" name="Bouée 366"/>
          <p:cNvSpPr/>
          <p:nvPr/>
        </p:nvSpPr>
        <p:spPr>
          <a:xfrm>
            <a:off x="8462940" y="2524126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68" name="Organigramme : Joindre 367"/>
          <p:cNvSpPr/>
          <p:nvPr/>
        </p:nvSpPr>
        <p:spPr>
          <a:xfrm>
            <a:off x="8067675" y="3326622"/>
            <a:ext cx="111963" cy="111903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69" name="Organigramme : Joindre 368"/>
          <p:cNvSpPr/>
          <p:nvPr/>
        </p:nvSpPr>
        <p:spPr>
          <a:xfrm>
            <a:off x="8639175" y="3326622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71" name="Connecteur droit 370"/>
          <p:cNvCxnSpPr/>
          <p:nvPr/>
        </p:nvCxnSpPr>
        <p:spPr>
          <a:xfrm flipV="1">
            <a:off x="8133182" y="3381375"/>
            <a:ext cx="582193" cy="1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9" name="Groupe 378"/>
          <p:cNvGrpSpPr/>
          <p:nvPr/>
        </p:nvGrpSpPr>
        <p:grpSpPr>
          <a:xfrm>
            <a:off x="8239125" y="3333750"/>
            <a:ext cx="361950" cy="104775"/>
            <a:chOff x="8048625" y="1771650"/>
            <a:chExt cx="361950" cy="104775"/>
          </a:xfrm>
        </p:grpSpPr>
        <p:cxnSp>
          <p:nvCxnSpPr>
            <p:cNvPr id="374" name="Connecteur droit 373"/>
            <p:cNvCxnSpPr/>
            <p:nvPr/>
          </p:nvCxnSpPr>
          <p:spPr>
            <a:xfrm flipH="1">
              <a:off x="80486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Connecteur droit 374"/>
            <p:cNvCxnSpPr/>
            <p:nvPr/>
          </p:nvCxnSpPr>
          <p:spPr>
            <a:xfrm flipH="1">
              <a:off x="81248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Connecteur droit 375"/>
            <p:cNvCxnSpPr/>
            <p:nvPr/>
          </p:nvCxnSpPr>
          <p:spPr>
            <a:xfrm flipH="1">
              <a:off x="82010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Connecteur droit 376"/>
            <p:cNvCxnSpPr/>
            <p:nvPr/>
          </p:nvCxnSpPr>
          <p:spPr>
            <a:xfrm flipH="1">
              <a:off x="82772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Connecteur droit 377"/>
            <p:cNvCxnSpPr/>
            <p:nvPr/>
          </p:nvCxnSpPr>
          <p:spPr>
            <a:xfrm flipH="1">
              <a:off x="83534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2" name="Groupe 411"/>
          <p:cNvGrpSpPr/>
          <p:nvPr/>
        </p:nvGrpSpPr>
        <p:grpSpPr>
          <a:xfrm>
            <a:off x="8351067" y="4807760"/>
            <a:ext cx="221430" cy="102377"/>
            <a:chOff x="8351067" y="4798235"/>
            <a:chExt cx="221430" cy="102377"/>
          </a:xfrm>
        </p:grpSpPr>
        <p:sp>
          <p:nvSpPr>
            <p:cNvPr id="216" name="Organigramme : Joindre 215"/>
            <p:cNvSpPr/>
            <p:nvPr/>
          </p:nvSpPr>
          <p:spPr>
            <a:xfrm rot="10800000">
              <a:off x="8351067" y="4798235"/>
              <a:ext cx="95271" cy="100029"/>
            </a:xfrm>
            <a:prstGeom prst="flowChartCollat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sp>
          <p:nvSpPr>
            <p:cNvPr id="217" name="Rectangle à coins arrondis 216"/>
            <p:cNvSpPr/>
            <p:nvPr/>
          </p:nvSpPr>
          <p:spPr>
            <a:xfrm>
              <a:off x="8510586" y="4800600"/>
              <a:ext cx="61911" cy="100012"/>
            </a:xfrm>
            <a:prstGeom prst="roundRect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cxnSp>
          <p:nvCxnSpPr>
            <p:cNvPr id="219" name="Connecteur droit 218"/>
            <p:cNvCxnSpPr/>
            <p:nvPr/>
          </p:nvCxnSpPr>
          <p:spPr>
            <a:xfrm>
              <a:off x="8410575" y="4852988"/>
              <a:ext cx="95250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382" name="Organigramme : Joindre 381"/>
          <p:cNvSpPr/>
          <p:nvPr/>
        </p:nvSpPr>
        <p:spPr>
          <a:xfrm rot="10800000">
            <a:off x="8351067" y="4407710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83" name="Rectangle 382"/>
          <p:cNvSpPr/>
          <p:nvPr/>
        </p:nvSpPr>
        <p:spPr>
          <a:xfrm>
            <a:off x="7896226" y="962025"/>
            <a:ext cx="828674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S303</a:t>
            </a:r>
          </a:p>
        </p:txBody>
      </p:sp>
      <p:sp>
        <p:nvSpPr>
          <p:cNvPr id="387" name="Forme libre 386"/>
          <p:cNvSpPr/>
          <p:nvPr/>
        </p:nvSpPr>
        <p:spPr>
          <a:xfrm>
            <a:off x="6634146" y="342900"/>
            <a:ext cx="557229" cy="323849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3" name="Forme libre 392"/>
          <p:cNvSpPr/>
          <p:nvPr/>
        </p:nvSpPr>
        <p:spPr>
          <a:xfrm>
            <a:off x="7810500" y="1295400"/>
            <a:ext cx="504825" cy="2914650"/>
          </a:xfrm>
          <a:custGeom>
            <a:avLst/>
            <a:gdLst>
              <a:gd name="connsiteX0" fmla="*/ 0 w 504825"/>
              <a:gd name="connsiteY0" fmla="*/ 2914650 h 2914650"/>
              <a:gd name="connsiteX1" fmla="*/ 0 w 504825"/>
              <a:gd name="connsiteY1" fmla="*/ 819150 h 2914650"/>
              <a:gd name="connsiteX2" fmla="*/ 504825 w 504825"/>
              <a:gd name="connsiteY2" fmla="*/ 819150 h 2914650"/>
              <a:gd name="connsiteX3" fmla="*/ 504825 w 504825"/>
              <a:gd name="connsiteY3" fmla="*/ 0 h 2914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4825" h="2914650">
                <a:moveTo>
                  <a:pt x="0" y="2914650"/>
                </a:moveTo>
                <a:lnTo>
                  <a:pt x="0" y="819150"/>
                </a:lnTo>
                <a:lnTo>
                  <a:pt x="504825" y="819150"/>
                </a:lnTo>
                <a:lnTo>
                  <a:pt x="504825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97" name="Connecteur droit 396"/>
          <p:cNvCxnSpPr/>
          <p:nvPr/>
        </p:nvCxnSpPr>
        <p:spPr>
          <a:xfrm>
            <a:off x="2357440" y="2395538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8" name="Connecteur droit 397"/>
          <p:cNvCxnSpPr/>
          <p:nvPr/>
        </p:nvCxnSpPr>
        <p:spPr>
          <a:xfrm>
            <a:off x="6815140" y="2386013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07" name="Groupe 406"/>
          <p:cNvGrpSpPr/>
          <p:nvPr/>
        </p:nvGrpSpPr>
        <p:grpSpPr>
          <a:xfrm>
            <a:off x="4169566" y="4802985"/>
            <a:ext cx="114300" cy="119063"/>
            <a:chOff x="3340891" y="4221960"/>
            <a:chExt cx="114300" cy="119063"/>
          </a:xfrm>
        </p:grpSpPr>
        <p:cxnSp>
          <p:nvCxnSpPr>
            <p:cNvPr id="401" name="Connecteur droit 400"/>
            <p:cNvCxnSpPr/>
            <p:nvPr/>
          </p:nvCxnSpPr>
          <p:spPr>
            <a:xfrm rot="5400000" flipV="1">
              <a:off x="3398041" y="4174334"/>
              <a:ext cx="0" cy="104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Connecteur droit 401"/>
            <p:cNvCxnSpPr/>
            <p:nvPr/>
          </p:nvCxnSpPr>
          <p:spPr>
            <a:xfrm rot="5400000" flipV="1">
              <a:off x="3398041" y="4288634"/>
              <a:ext cx="0" cy="104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Connecteur droit avec flèche 404"/>
            <p:cNvCxnSpPr/>
            <p:nvPr/>
          </p:nvCxnSpPr>
          <p:spPr>
            <a:xfrm rot="5400000" flipH="1">
              <a:off x="3338509" y="4224342"/>
              <a:ext cx="119063" cy="1143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6" name="Organigramme : Joindre 405"/>
          <p:cNvSpPr/>
          <p:nvPr/>
        </p:nvSpPr>
        <p:spPr>
          <a:xfrm rot="5400000">
            <a:off x="3998143" y="4174348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08" name="Forme libre 407"/>
          <p:cNvSpPr/>
          <p:nvPr/>
        </p:nvSpPr>
        <p:spPr>
          <a:xfrm>
            <a:off x="4229100" y="4914900"/>
            <a:ext cx="4171950" cy="752475"/>
          </a:xfrm>
          <a:custGeom>
            <a:avLst/>
            <a:gdLst>
              <a:gd name="connsiteX0" fmla="*/ 0 w 571500"/>
              <a:gd name="connsiteY0" fmla="*/ 9525 h 409575"/>
              <a:gd name="connsiteX1" fmla="*/ 0 w 571500"/>
              <a:gd name="connsiteY1" fmla="*/ 409575 h 409575"/>
              <a:gd name="connsiteX2" fmla="*/ 571500 w 571500"/>
              <a:gd name="connsiteY2" fmla="*/ 409575 h 409575"/>
              <a:gd name="connsiteX3" fmla="*/ 571500 w 571500"/>
              <a:gd name="connsiteY3" fmla="*/ 0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500" h="409575">
                <a:moveTo>
                  <a:pt x="0" y="9525"/>
                </a:moveTo>
                <a:lnTo>
                  <a:pt x="0" y="409575"/>
                </a:lnTo>
                <a:lnTo>
                  <a:pt x="571500" y="409575"/>
                </a:lnTo>
                <a:lnTo>
                  <a:pt x="571500" y="0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 dirty="0"/>
          </a:p>
        </p:txBody>
      </p:sp>
      <p:cxnSp>
        <p:nvCxnSpPr>
          <p:cNvPr id="413" name="Connecteur droit avec flèche 412"/>
          <p:cNvCxnSpPr>
            <a:stCxn id="393" idx="3"/>
          </p:cNvCxnSpPr>
          <p:nvPr/>
        </p:nvCxnSpPr>
        <p:spPr>
          <a:xfrm>
            <a:off x="8315325" y="1295400"/>
            <a:ext cx="0" cy="47625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Connecteur droit avec flèche 419"/>
          <p:cNvCxnSpPr/>
          <p:nvPr/>
        </p:nvCxnSpPr>
        <p:spPr>
          <a:xfrm flipH="1">
            <a:off x="6829425" y="342900"/>
            <a:ext cx="419100" cy="1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Connecteur droit 421"/>
          <p:cNvCxnSpPr/>
          <p:nvPr/>
        </p:nvCxnSpPr>
        <p:spPr>
          <a:xfrm>
            <a:off x="523875" y="3419475"/>
            <a:ext cx="981075" cy="0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Connecteur droit 422"/>
          <p:cNvCxnSpPr/>
          <p:nvPr/>
        </p:nvCxnSpPr>
        <p:spPr>
          <a:xfrm>
            <a:off x="666750" y="3000375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4" name="Organigramme : Joindre 423"/>
          <p:cNvSpPr/>
          <p:nvPr/>
        </p:nvSpPr>
        <p:spPr>
          <a:xfrm rot="10800000">
            <a:off x="552428" y="2833709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25" name="Organigramme : Joindre 424"/>
          <p:cNvSpPr/>
          <p:nvPr/>
        </p:nvSpPr>
        <p:spPr>
          <a:xfrm rot="10800000">
            <a:off x="1285853" y="2833709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26" name="Organigramme : Joindre 425"/>
          <p:cNvSpPr/>
          <p:nvPr/>
        </p:nvSpPr>
        <p:spPr>
          <a:xfrm rot="10800000">
            <a:off x="914378" y="2833709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427" name="Connecteur droit 426"/>
          <p:cNvCxnSpPr/>
          <p:nvPr/>
        </p:nvCxnSpPr>
        <p:spPr>
          <a:xfrm>
            <a:off x="1019175" y="3000375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Connecteur droit 427"/>
          <p:cNvCxnSpPr/>
          <p:nvPr/>
        </p:nvCxnSpPr>
        <p:spPr>
          <a:xfrm>
            <a:off x="1390650" y="2990850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9" name="Connecteur droit avec flèche 428"/>
          <p:cNvCxnSpPr/>
          <p:nvPr/>
        </p:nvCxnSpPr>
        <p:spPr>
          <a:xfrm flipV="1">
            <a:off x="1019175" y="1866900"/>
            <a:ext cx="0" cy="971551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Connecteur droit 429"/>
          <p:cNvCxnSpPr/>
          <p:nvPr/>
        </p:nvCxnSpPr>
        <p:spPr>
          <a:xfrm flipV="1">
            <a:off x="804864" y="2376488"/>
            <a:ext cx="209549" cy="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1" name="Connecteur droit 430"/>
          <p:cNvCxnSpPr/>
          <p:nvPr/>
        </p:nvCxnSpPr>
        <p:spPr>
          <a:xfrm flipV="1">
            <a:off x="642939" y="2376488"/>
            <a:ext cx="209549" cy="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3" name="Organigramme : Joindre 432"/>
          <p:cNvSpPr/>
          <p:nvPr/>
        </p:nvSpPr>
        <p:spPr>
          <a:xfrm rot="5400000">
            <a:off x="726281" y="2293148"/>
            <a:ext cx="204788" cy="161924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36" name="Rectangle 435"/>
          <p:cNvSpPr/>
          <p:nvPr/>
        </p:nvSpPr>
        <p:spPr>
          <a:xfrm>
            <a:off x="1038225" y="1971675"/>
            <a:ext cx="695326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S303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437" name="Organigramme : Joindre 436"/>
          <p:cNvSpPr/>
          <p:nvPr/>
        </p:nvSpPr>
        <p:spPr>
          <a:xfrm>
            <a:off x="5179242" y="5307822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40" name="Organigramme : Connecteur 439"/>
          <p:cNvSpPr/>
          <p:nvPr/>
        </p:nvSpPr>
        <p:spPr>
          <a:xfrm>
            <a:off x="5081590" y="4962525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sp>
        <p:nvSpPr>
          <p:cNvPr id="442" name="Rectangle 441"/>
          <p:cNvSpPr/>
          <p:nvPr/>
        </p:nvSpPr>
        <p:spPr>
          <a:xfrm>
            <a:off x="5076825" y="4953000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grpSp>
        <p:nvGrpSpPr>
          <p:cNvPr id="467" name="Groupe 466"/>
          <p:cNvGrpSpPr/>
          <p:nvPr/>
        </p:nvGrpSpPr>
        <p:grpSpPr>
          <a:xfrm>
            <a:off x="4250398" y="2061267"/>
            <a:ext cx="637340" cy="613521"/>
            <a:chOff x="192748" y="5356917"/>
            <a:chExt cx="637340" cy="613521"/>
          </a:xfrm>
          <a:solidFill>
            <a:schemeClr val="bg1">
              <a:lumMod val="85000"/>
            </a:schemeClr>
          </a:solidFill>
        </p:grpSpPr>
        <p:sp>
          <p:nvSpPr>
            <p:cNvPr id="451" name="Ellipse 450"/>
            <p:cNvSpPr/>
            <p:nvPr/>
          </p:nvSpPr>
          <p:spPr>
            <a:xfrm>
              <a:off x="340519" y="5495923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52" name="Arc plein 451"/>
            <p:cNvSpPr/>
            <p:nvPr/>
          </p:nvSpPr>
          <p:spPr>
            <a:xfrm rot="17940000">
              <a:off x="518794" y="5659143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453" name="Arc plein 452"/>
            <p:cNvSpPr/>
            <p:nvPr/>
          </p:nvSpPr>
          <p:spPr>
            <a:xfrm rot="6960000">
              <a:off x="193061" y="5356604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468" name="Groupe 467"/>
          <p:cNvGrpSpPr/>
          <p:nvPr/>
        </p:nvGrpSpPr>
        <p:grpSpPr>
          <a:xfrm rot="5340000">
            <a:off x="4274293" y="2427980"/>
            <a:ext cx="627649" cy="632569"/>
            <a:chOff x="192914" y="5347394"/>
            <a:chExt cx="627649" cy="632569"/>
          </a:xfrm>
          <a:solidFill>
            <a:schemeClr val="bg1">
              <a:lumMod val="85000"/>
            </a:schemeClr>
          </a:solidFill>
        </p:grpSpPr>
        <p:sp>
          <p:nvSpPr>
            <p:cNvPr id="469" name="Ellipse 468"/>
            <p:cNvSpPr/>
            <p:nvPr/>
          </p:nvSpPr>
          <p:spPr>
            <a:xfrm>
              <a:off x="340353" y="5505446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70" name="Arc plein 469"/>
            <p:cNvSpPr/>
            <p:nvPr/>
          </p:nvSpPr>
          <p:spPr>
            <a:xfrm rot="-3660000">
              <a:off x="509269" y="5668668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471" name="Arc plein 470"/>
            <p:cNvSpPr/>
            <p:nvPr/>
          </p:nvSpPr>
          <p:spPr>
            <a:xfrm rot="6960000">
              <a:off x="193227" y="5347081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476" name="Groupe 475"/>
          <p:cNvGrpSpPr/>
          <p:nvPr/>
        </p:nvGrpSpPr>
        <p:grpSpPr>
          <a:xfrm rot="-5280000">
            <a:off x="4254995" y="2818508"/>
            <a:ext cx="628147" cy="632565"/>
            <a:chOff x="202267" y="5356585"/>
            <a:chExt cx="628147" cy="632565"/>
          </a:xfrm>
          <a:solidFill>
            <a:schemeClr val="bg1">
              <a:lumMod val="85000"/>
            </a:schemeClr>
          </a:solidFill>
        </p:grpSpPr>
        <p:sp>
          <p:nvSpPr>
            <p:cNvPr id="477" name="Ellipse 476"/>
            <p:cNvSpPr/>
            <p:nvPr/>
          </p:nvSpPr>
          <p:spPr>
            <a:xfrm>
              <a:off x="340519" y="5495923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78" name="Arc plein 477"/>
            <p:cNvSpPr/>
            <p:nvPr/>
          </p:nvSpPr>
          <p:spPr>
            <a:xfrm rot="17940000">
              <a:off x="519120" y="5677855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479" name="Arc plein 478"/>
            <p:cNvSpPr/>
            <p:nvPr/>
          </p:nvSpPr>
          <p:spPr>
            <a:xfrm rot="6960000">
              <a:off x="202580" y="5356272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sp>
        <p:nvSpPr>
          <p:cNvPr id="480" name="Rectangle 479"/>
          <p:cNvSpPr/>
          <p:nvPr/>
        </p:nvSpPr>
        <p:spPr>
          <a:xfrm>
            <a:off x="5438775" y="914400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Event </a:t>
            </a:r>
            <a:endParaRPr lang="fr-FR" sz="1000" dirty="0">
              <a:solidFill>
                <a:schemeClr val="tx1"/>
              </a:solidFill>
            </a:endParaRPr>
          </a:p>
        </p:txBody>
      </p:sp>
      <p:cxnSp>
        <p:nvCxnSpPr>
          <p:cNvPr id="481" name="Connecteur droit avec flèche 480"/>
          <p:cNvCxnSpPr/>
          <p:nvPr/>
        </p:nvCxnSpPr>
        <p:spPr>
          <a:xfrm flipV="1">
            <a:off x="5286374" y="1085850"/>
            <a:ext cx="342901" cy="28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Organigramme : Connecteur 208"/>
          <p:cNvSpPr/>
          <p:nvPr/>
        </p:nvSpPr>
        <p:spPr>
          <a:xfrm>
            <a:off x="7229475" y="279559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10" name="Connecteur droit 209"/>
          <p:cNvCxnSpPr>
            <a:stCxn id="209" idx="6"/>
          </p:cNvCxnSpPr>
          <p:nvPr/>
        </p:nvCxnSpPr>
        <p:spPr>
          <a:xfrm flipV="1">
            <a:off x="7529513" y="2938465"/>
            <a:ext cx="7143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Rectangle 210"/>
          <p:cNvSpPr/>
          <p:nvPr/>
        </p:nvSpPr>
        <p:spPr>
          <a:xfrm>
            <a:off x="7153275" y="277177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TI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266700" y="6181726"/>
            <a:ext cx="1904999" cy="361950"/>
          </a:xfrm>
          <a:prstGeom prst="rect">
            <a:avLst/>
          </a:prstGeom>
          <a:solidFill>
            <a:srgbClr val="FFFF99"/>
          </a:solidFill>
          <a:ln w="6350" cmpd="dbl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 smtClean="0">
                <a:solidFill>
                  <a:schemeClr val="tx1"/>
                </a:solidFill>
              </a:rPr>
              <a:t>PCF AIR INSTRUMENT </a:t>
            </a:r>
          </a:p>
          <a:p>
            <a:pPr algn="ctr"/>
            <a:r>
              <a:rPr lang="fr-FR" sz="1100" b="1" dirty="0" smtClean="0">
                <a:solidFill>
                  <a:schemeClr val="tx1"/>
                </a:solidFill>
              </a:rPr>
              <a:t>7841 901 330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1" name="Connecteur droit 440"/>
          <p:cNvCxnSpPr/>
          <p:nvPr/>
        </p:nvCxnSpPr>
        <p:spPr>
          <a:xfrm>
            <a:off x="5226878" y="5250672"/>
            <a:ext cx="2347" cy="2452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Connecteur droit 409"/>
          <p:cNvCxnSpPr/>
          <p:nvPr/>
        </p:nvCxnSpPr>
        <p:spPr>
          <a:xfrm flipH="1">
            <a:off x="8401050" y="4124325"/>
            <a:ext cx="9525" cy="685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" name="Forme libre 408"/>
          <p:cNvSpPr/>
          <p:nvPr/>
        </p:nvSpPr>
        <p:spPr>
          <a:xfrm flipH="1">
            <a:off x="3933822" y="4238626"/>
            <a:ext cx="295277" cy="561974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 dirty="0"/>
          </a:p>
        </p:txBody>
      </p:sp>
      <p:sp>
        <p:nvSpPr>
          <p:cNvPr id="22" name="Rectangle à coins arrondis 21"/>
          <p:cNvSpPr/>
          <p:nvPr/>
        </p:nvSpPr>
        <p:spPr>
          <a:xfrm>
            <a:off x="5495925" y="1676401"/>
            <a:ext cx="1209675" cy="2119312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à coins arrondis 35"/>
          <p:cNvSpPr/>
          <p:nvPr/>
        </p:nvSpPr>
        <p:spPr>
          <a:xfrm>
            <a:off x="2466974" y="1676400"/>
            <a:ext cx="1209675" cy="2114550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Forme libre 40"/>
          <p:cNvSpPr/>
          <p:nvPr/>
        </p:nvSpPr>
        <p:spPr>
          <a:xfrm>
            <a:off x="3081338" y="1452563"/>
            <a:ext cx="1328737" cy="923925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Forme libre 41"/>
          <p:cNvSpPr/>
          <p:nvPr/>
        </p:nvSpPr>
        <p:spPr>
          <a:xfrm flipH="1">
            <a:off x="4724400" y="1452547"/>
            <a:ext cx="1366838" cy="923925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Forme libre 42"/>
          <p:cNvSpPr/>
          <p:nvPr/>
        </p:nvSpPr>
        <p:spPr>
          <a:xfrm flipV="1">
            <a:off x="3081322" y="3124199"/>
            <a:ext cx="1328737" cy="885825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Forme libre 43"/>
          <p:cNvSpPr/>
          <p:nvPr/>
        </p:nvSpPr>
        <p:spPr>
          <a:xfrm flipH="1" flipV="1">
            <a:off x="4729163" y="3124199"/>
            <a:ext cx="1362056" cy="885824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Forme libre 44"/>
          <p:cNvSpPr/>
          <p:nvPr/>
        </p:nvSpPr>
        <p:spPr>
          <a:xfrm>
            <a:off x="3919538" y="2752725"/>
            <a:ext cx="500062" cy="1228725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Forme libre 45"/>
          <p:cNvSpPr/>
          <p:nvPr/>
        </p:nvSpPr>
        <p:spPr>
          <a:xfrm flipH="1" flipV="1">
            <a:off x="2333624" y="4033838"/>
            <a:ext cx="1595421" cy="419100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Forme libre 46"/>
          <p:cNvSpPr/>
          <p:nvPr/>
        </p:nvSpPr>
        <p:spPr>
          <a:xfrm flipH="1" flipV="1">
            <a:off x="5191124" y="1476376"/>
            <a:ext cx="95244" cy="1281112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9" name="Connecteur droit 48"/>
          <p:cNvCxnSpPr/>
          <p:nvPr/>
        </p:nvCxnSpPr>
        <p:spPr>
          <a:xfrm>
            <a:off x="4724401" y="2752726"/>
            <a:ext cx="300037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rganigramme : Joindre 49"/>
          <p:cNvSpPr/>
          <p:nvPr/>
        </p:nvSpPr>
        <p:spPr>
          <a:xfrm rot="5400000">
            <a:off x="4993489" y="2659859"/>
            <a:ext cx="204788" cy="180974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55" name="Connecteur droit 54"/>
          <p:cNvCxnSpPr/>
          <p:nvPr/>
        </p:nvCxnSpPr>
        <p:spPr>
          <a:xfrm>
            <a:off x="5286375" y="1081088"/>
            <a:ext cx="9" cy="338138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/>
          <p:nvPr/>
        </p:nvCxnSpPr>
        <p:spPr>
          <a:xfrm>
            <a:off x="2138363" y="4348163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/>
          <p:cNvCxnSpPr/>
          <p:nvPr/>
        </p:nvCxnSpPr>
        <p:spPr>
          <a:xfrm>
            <a:off x="2333630" y="4352910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avec flèche 60"/>
          <p:cNvCxnSpPr/>
          <p:nvPr/>
        </p:nvCxnSpPr>
        <p:spPr>
          <a:xfrm flipV="1">
            <a:off x="2138363" y="4348163"/>
            <a:ext cx="195262" cy="2000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2133600" y="5295901"/>
            <a:ext cx="819150" cy="3429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64" name="Rectangle 63"/>
          <p:cNvSpPr/>
          <p:nvPr/>
        </p:nvSpPr>
        <p:spPr>
          <a:xfrm>
            <a:off x="2947989" y="5438775"/>
            <a:ext cx="576262" cy="5238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63" name="Ellipse 62"/>
          <p:cNvSpPr/>
          <p:nvPr/>
        </p:nvSpPr>
        <p:spPr>
          <a:xfrm>
            <a:off x="3047994" y="5272086"/>
            <a:ext cx="409575" cy="381000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66" name="Connecteur droit 65"/>
          <p:cNvCxnSpPr>
            <a:stCxn id="63" idx="1"/>
            <a:endCxn id="63" idx="4"/>
          </p:cNvCxnSpPr>
          <p:nvPr/>
        </p:nvCxnSpPr>
        <p:spPr>
          <a:xfrm>
            <a:off x="3107975" y="5327882"/>
            <a:ext cx="144807" cy="3252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/>
          <p:cNvCxnSpPr>
            <a:stCxn id="63" idx="7"/>
            <a:endCxn id="63" idx="4"/>
          </p:cNvCxnSpPr>
          <p:nvPr/>
        </p:nvCxnSpPr>
        <p:spPr>
          <a:xfrm flipH="1">
            <a:off x="3252782" y="5327882"/>
            <a:ext cx="144806" cy="3252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69"/>
          <p:cNvCxnSpPr/>
          <p:nvPr/>
        </p:nvCxnSpPr>
        <p:spPr>
          <a:xfrm>
            <a:off x="3252782" y="5172063"/>
            <a:ext cx="6" cy="557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/>
          <p:cNvCxnSpPr/>
          <p:nvPr/>
        </p:nvCxnSpPr>
        <p:spPr>
          <a:xfrm>
            <a:off x="3214688" y="5172075"/>
            <a:ext cx="714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72"/>
          <p:cNvCxnSpPr/>
          <p:nvPr/>
        </p:nvCxnSpPr>
        <p:spPr>
          <a:xfrm>
            <a:off x="3214672" y="5724567"/>
            <a:ext cx="714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Forme libre 73"/>
          <p:cNvSpPr/>
          <p:nvPr/>
        </p:nvSpPr>
        <p:spPr>
          <a:xfrm>
            <a:off x="1524000" y="4448176"/>
            <a:ext cx="614363" cy="1019174"/>
          </a:xfrm>
          <a:custGeom>
            <a:avLst/>
            <a:gdLst>
              <a:gd name="connsiteX0" fmla="*/ 614363 w 614363"/>
              <a:gd name="connsiteY0" fmla="*/ 0 h 923925"/>
              <a:gd name="connsiteX1" fmla="*/ 0 w 614363"/>
              <a:gd name="connsiteY1" fmla="*/ 0 h 923925"/>
              <a:gd name="connsiteX2" fmla="*/ 0 w 614363"/>
              <a:gd name="connsiteY2" fmla="*/ 923925 h 923925"/>
              <a:gd name="connsiteX3" fmla="*/ 461963 w 614363"/>
              <a:gd name="connsiteY3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4363" h="923925">
                <a:moveTo>
                  <a:pt x="614363" y="0"/>
                </a:moveTo>
                <a:lnTo>
                  <a:pt x="0" y="0"/>
                </a:lnTo>
                <a:lnTo>
                  <a:pt x="0" y="923925"/>
                </a:lnTo>
                <a:lnTo>
                  <a:pt x="461963" y="923925"/>
                </a:lnTo>
              </a:path>
            </a:pathLst>
          </a:cu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6" name="Connecteur droit 75"/>
          <p:cNvCxnSpPr>
            <a:endCxn id="62" idx="1"/>
          </p:cNvCxnSpPr>
          <p:nvPr/>
        </p:nvCxnSpPr>
        <p:spPr>
          <a:xfrm>
            <a:off x="2043113" y="5467350"/>
            <a:ext cx="90487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/>
          <p:cNvCxnSpPr/>
          <p:nvPr/>
        </p:nvCxnSpPr>
        <p:spPr>
          <a:xfrm>
            <a:off x="1990726" y="5410200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1"/>
          <p:cNvCxnSpPr/>
          <p:nvPr/>
        </p:nvCxnSpPr>
        <p:spPr>
          <a:xfrm>
            <a:off x="2047866" y="5410184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Forme libre 82"/>
          <p:cNvSpPr/>
          <p:nvPr/>
        </p:nvSpPr>
        <p:spPr>
          <a:xfrm>
            <a:off x="2814638" y="5629275"/>
            <a:ext cx="785811" cy="628650"/>
          </a:xfrm>
          <a:custGeom>
            <a:avLst/>
            <a:gdLst>
              <a:gd name="connsiteX0" fmla="*/ 0 w 628650"/>
              <a:gd name="connsiteY0" fmla="*/ 0 h 528637"/>
              <a:gd name="connsiteX1" fmla="*/ 0 w 628650"/>
              <a:gd name="connsiteY1" fmla="*/ 528637 h 528637"/>
              <a:gd name="connsiteX2" fmla="*/ 628650 w 628650"/>
              <a:gd name="connsiteY2" fmla="*/ 528637 h 528637"/>
              <a:gd name="connsiteX3" fmla="*/ 628650 w 628650"/>
              <a:gd name="connsiteY3" fmla="*/ 528637 h 528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8650" h="528637">
                <a:moveTo>
                  <a:pt x="0" y="0"/>
                </a:moveTo>
                <a:lnTo>
                  <a:pt x="0" y="528637"/>
                </a:lnTo>
                <a:lnTo>
                  <a:pt x="628650" y="528637"/>
                </a:lnTo>
                <a:lnTo>
                  <a:pt x="628650" y="528637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7" name="Organigramme : Joindre 86"/>
          <p:cNvSpPr/>
          <p:nvPr/>
        </p:nvSpPr>
        <p:spPr>
          <a:xfrm rot="5400000">
            <a:off x="3564731" y="6169823"/>
            <a:ext cx="204788" cy="161924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88" name="Organigramme : Joindre 87"/>
          <p:cNvSpPr/>
          <p:nvPr/>
        </p:nvSpPr>
        <p:spPr>
          <a:xfrm rot="5400000">
            <a:off x="3943367" y="6176966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89" name="Connecteur droit 88"/>
          <p:cNvCxnSpPr/>
          <p:nvPr/>
        </p:nvCxnSpPr>
        <p:spPr>
          <a:xfrm flipV="1">
            <a:off x="3748089" y="6253163"/>
            <a:ext cx="209549" cy="2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à coins arrondis 93"/>
          <p:cNvSpPr/>
          <p:nvPr/>
        </p:nvSpPr>
        <p:spPr>
          <a:xfrm>
            <a:off x="3581401" y="5957888"/>
            <a:ext cx="161925" cy="123825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96" name="Connecteur droit 95"/>
          <p:cNvCxnSpPr>
            <a:endCxn id="94" idx="2"/>
          </p:cNvCxnSpPr>
          <p:nvPr/>
        </p:nvCxnSpPr>
        <p:spPr>
          <a:xfrm flipH="1" flipV="1">
            <a:off x="3662364" y="6081713"/>
            <a:ext cx="2397" cy="173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eur droit 97"/>
          <p:cNvCxnSpPr/>
          <p:nvPr/>
        </p:nvCxnSpPr>
        <p:spPr>
          <a:xfrm>
            <a:off x="4133850" y="6257925"/>
            <a:ext cx="600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Forme libre 100"/>
          <p:cNvSpPr/>
          <p:nvPr/>
        </p:nvSpPr>
        <p:spPr>
          <a:xfrm>
            <a:off x="2205038" y="5895977"/>
            <a:ext cx="138112" cy="80962"/>
          </a:xfrm>
          <a:custGeom>
            <a:avLst/>
            <a:gdLst>
              <a:gd name="connsiteX0" fmla="*/ 0 w 138112"/>
              <a:gd name="connsiteY0" fmla="*/ 0 h 80962"/>
              <a:gd name="connsiteX1" fmla="*/ 61912 w 138112"/>
              <a:gd name="connsiteY1" fmla="*/ 80962 h 80962"/>
              <a:gd name="connsiteX2" fmla="*/ 138112 w 138112"/>
              <a:gd name="connsiteY2" fmla="*/ 9525 h 8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112" h="80962">
                <a:moveTo>
                  <a:pt x="0" y="0"/>
                </a:moveTo>
                <a:lnTo>
                  <a:pt x="61912" y="80962"/>
                </a:lnTo>
                <a:lnTo>
                  <a:pt x="138112" y="9525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03" name="Connecteur droit 102"/>
          <p:cNvCxnSpPr/>
          <p:nvPr/>
        </p:nvCxnSpPr>
        <p:spPr>
          <a:xfrm>
            <a:off x="2266950" y="5986464"/>
            <a:ext cx="0" cy="1381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eur droit 105"/>
          <p:cNvCxnSpPr/>
          <p:nvPr/>
        </p:nvCxnSpPr>
        <p:spPr>
          <a:xfrm flipH="1">
            <a:off x="2262188" y="5638800"/>
            <a:ext cx="4762" cy="2714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/>
          <p:cNvSpPr/>
          <p:nvPr/>
        </p:nvSpPr>
        <p:spPr>
          <a:xfrm>
            <a:off x="2395544" y="2462213"/>
            <a:ext cx="71438" cy="414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13" name="Connecteur droit 112"/>
          <p:cNvCxnSpPr/>
          <p:nvPr/>
        </p:nvCxnSpPr>
        <p:spPr>
          <a:xfrm>
            <a:off x="2395540" y="2395538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4" name="Rectangle 113"/>
          <p:cNvSpPr/>
          <p:nvPr/>
        </p:nvSpPr>
        <p:spPr>
          <a:xfrm>
            <a:off x="6705619" y="2457451"/>
            <a:ext cx="71438" cy="414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15" name="Connecteur droit 114"/>
          <p:cNvCxnSpPr/>
          <p:nvPr/>
        </p:nvCxnSpPr>
        <p:spPr>
          <a:xfrm>
            <a:off x="6777060" y="2390776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Connecteur droit 116"/>
          <p:cNvCxnSpPr/>
          <p:nvPr/>
        </p:nvCxnSpPr>
        <p:spPr>
          <a:xfrm>
            <a:off x="2676536" y="1485905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eur droit 117"/>
          <p:cNvCxnSpPr/>
          <p:nvPr/>
        </p:nvCxnSpPr>
        <p:spPr>
          <a:xfrm>
            <a:off x="2676520" y="1528756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eur droit 119"/>
          <p:cNvCxnSpPr/>
          <p:nvPr/>
        </p:nvCxnSpPr>
        <p:spPr>
          <a:xfrm>
            <a:off x="2738448" y="1528767"/>
            <a:ext cx="0" cy="1381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eur droit 120"/>
          <p:cNvCxnSpPr/>
          <p:nvPr/>
        </p:nvCxnSpPr>
        <p:spPr>
          <a:xfrm>
            <a:off x="6357948" y="1495431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eur droit 121"/>
          <p:cNvCxnSpPr/>
          <p:nvPr/>
        </p:nvCxnSpPr>
        <p:spPr>
          <a:xfrm>
            <a:off x="6367457" y="1538282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eur droit 122"/>
          <p:cNvCxnSpPr/>
          <p:nvPr/>
        </p:nvCxnSpPr>
        <p:spPr>
          <a:xfrm>
            <a:off x="6429385" y="1538293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Forme libre 127"/>
          <p:cNvSpPr/>
          <p:nvPr/>
        </p:nvSpPr>
        <p:spPr>
          <a:xfrm flipV="1">
            <a:off x="4576746" y="4619624"/>
            <a:ext cx="852504" cy="219075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9" name="Organigramme : Délai 128"/>
          <p:cNvSpPr/>
          <p:nvPr/>
        </p:nvSpPr>
        <p:spPr>
          <a:xfrm rot="5400000">
            <a:off x="5417343" y="4798240"/>
            <a:ext cx="433388" cy="390524"/>
          </a:xfrm>
          <a:prstGeom prst="flowChartDelay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31" name="Connecteur droit 130"/>
          <p:cNvCxnSpPr/>
          <p:nvPr/>
        </p:nvCxnSpPr>
        <p:spPr>
          <a:xfrm>
            <a:off x="5424488" y="4743471"/>
            <a:ext cx="414337" cy="0"/>
          </a:xfrm>
          <a:prstGeom prst="lin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0" name="Connecteur droit 139"/>
          <p:cNvCxnSpPr/>
          <p:nvPr/>
        </p:nvCxnSpPr>
        <p:spPr>
          <a:xfrm>
            <a:off x="5819775" y="4838700"/>
            <a:ext cx="2000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eur droit 148"/>
          <p:cNvCxnSpPr/>
          <p:nvPr/>
        </p:nvCxnSpPr>
        <p:spPr>
          <a:xfrm flipH="1">
            <a:off x="8410575" y="3686175"/>
            <a:ext cx="9526" cy="5143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Forme libre 149"/>
          <p:cNvSpPr/>
          <p:nvPr/>
        </p:nvSpPr>
        <p:spPr>
          <a:xfrm>
            <a:off x="6162675" y="3409951"/>
            <a:ext cx="1457326" cy="1428750"/>
          </a:xfrm>
          <a:custGeom>
            <a:avLst/>
            <a:gdLst>
              <a:gd name="connsiteX0" fmla="*/ 0 w 1462088"/>
              <a:gd name="connsiteY0" fmla="*/ 1428750 h 1428750"/>
              <a:gd name="connsiteX1" fmla="*/ 1462088 w 1462088"/>
              <a:gd name="connsiteY1" fmla="*/ 1428750 h 1428750"/>
              <a:gd name="connsiteX2" fmla="*/ 1462088 w 1462088"/>
              <a:gd name="connsiteY2" fmla="*/ 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62088" h="1428750">
                <a:moveTo>
                  <a:pt x="0" y="1428750"/>
                </a:moveTo>
                <a:lnTo>
                  <a:pt x="1462088" y="1428750"/>
                </a:lnTo>
                <a:lnTo>
                  <a:pt x="1462088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7" name="Connecteur droit 156"/>
          <p:cNvCxnSpPr/>
          <p:nvPr/>
        </p:nvCxnSpPr>
        <p:spPr>
          <a:xfrm>
            <a:off x="7620000" y="4210050"/>
            <a:ext cx="8001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Forme libre 159"/>
          <p:cNvSpPr/>
          <p:nvPr/>
        </p:nvSpPr>
        <p:spPr>
          <a:xfrm>
            <a:off x="5010150" y="5214938"/>
            <a:ext cx="623888" cy="271462"/>
          </a:xfrm>
          <a:custGeom>
            <a:avLst/>
            <a:gdLst>
              <a:gd name="connsiteX0" fmla="*/ 242888 w 242888"/>
              <a:gd name="connsiteY0" fmla="*/ 0 h 119062"/>
              <a:gd name="connsiteX1" fmla="*/ 242888 w 242888"/>
              <a:gd name="connsiteY1" fmla="*/ 119062 h 119062"/>
              <a:gd name="connsiteX2" fmla="*/ 0 w 242888"/>
              <a:gd name="connsiteY2" fmla="*/ 119062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88" h="119062">
                <a:moveTo>
                  <a:pt x="242888" y="0"/>
                </a:moveTo>
                <a:lnTo>
                  <a:pt x="242888" y="119062"/>
                </a:lnTo>
                <a:lnTo>
                  <a:pt x="0" y="119062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1" name="Organigramme : Joindre 160"/>
          <p:cNvSpPr/>
          <p:nvPr/>
        </p:nvSpPr>
        <p:spPr>
          <a:xfrm rot="5400000">
            <a:off x="4922067" y="5441173"/>
            <a:ext cx="95271" cy="100029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62" name="Organigramme : Joindre 161"/>
          <p:cNvSpPr/>
          <p:nvPr/>
        </p:nvSpPr>
        <p:spPr>
          <a:xfrm rot="10800000">
            <a:off x="7505678" y="3243284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64" name="Connecteur droit 163"/>
          <p:cNvCxnSpPr/>
          <p:nvPr/>
        </p:nvCxnSpPr>
        <p:spPr>
          <a:xfrm>
            <a:off x="7615199" y="676275"/>
            <a:ext cx="17" cy="25765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eur droit avec flèche 165"/>
          <p:cNvCxnSpPr/>
          <p:nvPr/>
        </p:nvCxnSpPr>
        <p:spPr>
          <a:xfrm flipH="1">
            <a:off x="5610227" y="666750"/>
            <a:ext cx="2009773" cy="1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à coins arrondis 172"/>
          <p:cNvSpPr/>
          <p:nvPr/>
        </p:nvSpPr>
        <p:spPr>
          <a:xfrm>
            <a:off x="5014914" y="2462213"/>
            <a:ext cx="161925" cy="123825"/>
          </a:xfrm>
          <a:prstGeom prst="round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75" name="Connecteur droit 174"/>
          <p:cNvCxnSpPr/>
          <p:nvPr/>
        </p:nvCxnSpPr>
        <p:spPr>
          <a:xfrm>
            <a:off x="5095876" y="2586037"/>
            <a:ext cx="0" cy="16668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Forme libre 176"/>
          <p:cNvSpPr/>
          <p:nvPr/>
        </p:nvSpPr>
        <p:spPr>
          <a:xfrm>
            <a:off x="6710363" y="1857375"/>
            <a:ext cx="523875" cy="247650"/>
          </a:xfrm>
          <a:custGeom>
            <a:avLst/>
            <a:gdLst>
              <a:gd name="connsiteX0" fmla="*/ 0 w 357187"/>
              <a:gd name="connsiteY0" fmla="*/ 247650 h 247650"/>
              <a:gd name="connsiteX1" fmla="*/ 357187 w 357187"/>
              <a:gd name="connsiteY1" fmla="*/ 247650 h 247650"/>
              <a:gd name="connsiteX2" fmla="*/ 357187 w 35718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187" h="247650">
                <a:moveTo>
                  <a:pt x="0" y="247650"/>
                </a:moveTo>
                <a:lnTo>
                  <a:pt x="357187" y="247650"/>
                </a:lnTo>
                <a:lnTo>
                  <a:pt x="357187" y="0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8" name="Triangle isocèle 177"/>
          <p:cNvSpPr/>
          <p:nvPr/>
        </p:nvSpPr>
        <p:spPr>
          <a:xfrm>
            <a:off x="7191378" y="1724027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79" name="Triangle isocèle 178"/>
          <p:cNvSpPr/>
          <p:nvPr/>
        </p:nvSpPr>
        <p:spPr>
          <a:xfrm rot="5400000" flipV="1">
            <a:off x="7259568" y="1647964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0" name="Forme libre 179"/>
          <p:cNvSpPr/>
          <p:nvPr/>
        </p:nvSpPr>
        <p:spPr>
          <a:xfrm>
            <a:off x="7172325" y="1504950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2" name="Triangle isocèle 181"/>
          <p:cNvSpPr/>
          <p:nvPr/>
        </p:nvSpPr>
        <p:spPr>
          <a:xfrm>
            <a:off x="1828780" y="1771651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83" name="Triangle isocèle 182"/>
          <p:cNvSpPr/>
          <p:nvPr/>
        </p:nvSpPr>
        <p:spPr>
          <a:xfrm rot="16200000" flipH="1" flipV="1">
            <a:off x="1773145" y="1695588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4" name="Forme libre 183"/>
          <p:cNvSpPr/>
          <p:nvPr/>
        </p:nvSpPr>
        <p:spPr>
          <a:xfrm>
            <a:off x="1809727" y="1552574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5" name="Bouée 184"/>
          <p:cNvSpPr/>
          <p:nvPr/>
        </p:nvSpPr>
        <p:spPr>
          <a:xfrm>
            <a:off x="1623990" y="1123951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86" name="Forme libre 185"/>
          <p:cNvSpPr/>
          <p:nvPr/>
        </p:nvSpPr>
        <p:spPr>
          <a:xfrm flipH="1">
            <a:off x="1866901" y="1885949"/>
            <a:ext cx="590550" cy="247650"/>
          </a:xfrm>
          <a:custGeom>
            <a:avLst/>
            <a:gdLst>
              <a:gd name="connsiteX0" fmla="*/ 0 w 357187"/>
              <a:gd name="connsiteY0" fmla="*/ 247650 h 247650"/>
              <a:gd name="connsiteX1" fmla="*/ 357187 w 357187"/>
              <a:gd name="connsiteY1" fmla="*/ 247650 h 247650"/>
              <a:gd name="connsiteX2" fmla="*/ 357187 w 35718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187" h="247650">
                <a:moveTo>
                  <a:pt x="0" y="247650"/>
                </a:moveTo>
                <a:lnTo>
                  <a:pt x="357187" y="247650"/>
                </a:lnTo>
                <a:lnTo>
                  <a:pt x="357187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0" name="Organigramme : Connecteur 189"/>
          <p:cNvSpPr/>
          <p:nvPr/>
        </p:nvSpPr>
        <p:spPr>
          <a:xfrm>
            <a:off x="6715127" y="1504950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1" name="Connecteur droit 190"/>
          <p:cNvCxnSpPr/>
          <p:nvPr/>
        </p:nvCxnSpPr>
        <p:spPr>
          <a:xfrm>
            <a:off x="6867535" y="1795463"/>
            <a:ext cx="1" cy="3143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Organigramme : Connecteur 191"/>
          <p:cNvSpPr/>
          <p:nvPr/>
        </p:nvSpPr>
        <p:spPr>
          <a:xfrm>
            <a:off x="2905125" y="18097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3" name="Connecteur droit 192"/>
          <p:cNvCxnSpPr/>
          <p:nvPr/>
        </p:nvCxnSpPr>
        <p:spPr>
          <a:xfrm>
            <a:off x="3067051" y="2095501"/>
            <a:ext cx="0" cy="142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Organigramme : Connecteur 197"/>
          <p:cNvSpPr/>
          <p:nvPr/>
        </p:nvSpPr>
        <p:spPr>
          <a:xfrm>
            <a:off x="4200525" y="35623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9" name="Connecteur droit 198"/>
          <p:cNvCxnSpPr/>
          <p:nvPr/>
        </p:nvCxnSpPr>
        <p:spPr>
          <a:xfrm flipH="1" flipV="1">
            <a:off x="4114800" y="3705225"/>
            <a:ext cx="95250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Organigramme : Connecteur 199"/>
          <p:cNvSpPr/>
          <p:nvPr/>
        </p:nvSpPr>
        <p:spPr>
          <a:xfrm>
            <a:off x="4648200" y="355759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01" name="Connecteur droit 200"/>
          <p:cNvCxnSpPr>
            <a:stCxn id="200" idx="6"/>
          </p:cNvCxnSpPr>
          <p:nvPr/>
        </p:nvCxnSpPr>
        <p:spPr>
          <a:xfrm flipV="1">
            <a:off x="4948238" y="3700465"/>
            <a:ext cx="7143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Organigramme : Connecteur 201"/>
          <p:cNvSpPr/>
          <p:nvPr/>
        </p:nvSpPr>
        <p:spPr>
          <a:xfrm>
            <a:off x="5948362" y="18097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03" name="Connecteur droit 202"/>
          <p:cNvCxnSpPr/>
          <p:nvPr/>
        </p:nvCxnSpPr>
        <p:spPr>
          <a:xfrm>
            <a:off x="6110288" y="2095501"/>
            <a:ext cx="0" cy="142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Organigramme : Joindre 214"/>
          <p:cNvSpPr/>
          <p:nvPr/>
        </p:nvSpPr>
        <p:spPr>
          <a:xfrm>
            <a:off x="5579292" y="4545822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23" name="Connecteur droit 222"/>
          <p:cNvCxnSpPr/>
          <p:nvPr/>
        </p:nvCxnSpPr>
        <p:spPr>
          <a:xfrm>
            <a:off x="5629275" y="4424363"/>
            <a:ext cx="0" cy="1047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necteur droit 223"/>
          <p:cNvCxnSpPr/>
          <p:nvPr/>
        </p:nvCxnSpPr>
        <p:spPr>
          <a:xfrm>
            <a:off x="5629276" y="4638674"/>
            <a:ext cx="0" cy="1047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Organigramme : Joindre 224"/>
          <p:cNvSpPr/>
          <p:nvPr/>
        </p:nvSpPr>
        <p:spPr>
          <a:xfrm>
            <a:off x="6817541" y="1878822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27" name="Organigramme : Connecteur 226"/>
          <p:cNvSpPr/>
          <p:nvPr/>
        </p:nvSpPr>
        <p:spPr>
          <a:xfrm>
            <a:off x="2124078" y="1528762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28" name="Connecteur droit 227"/>
          <p:cNvCxnSpPr/>
          <p:nvPr/>
        </p:nvCxnSpPr>
        <p:spPr>
          <a:xfrm>
            <a:off x="2276486" y="1819275"/>
            <a:ext cx="1" cy="3143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Organigramme : Joindre 228"/>
          <p:cNvSpPr/>
          <p:nvPr/>
        </p:nvSpPr>
        <p:spPr>
          <a:xfrm>
            <a:off x="2226492" y="1902634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30" name="Organigramme : Connecteur 229"/>
          <p:cNvSpPr/>
          <p:nvPr/>
        </p:nvSpPr>
        <p:spPr>
          <a:xfrm>
            <a:off x="1633540" y="4867275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31" name="Connecteur droit 230"/>
          <p:cNvCxnSpPr/>
          <p:nvPr/>
        </p:nvCxnSpPr>
        <p:spPr>
          <a:xfrm>
            <a:off x="1785948" y="5157788"/>
            <a:ext cx="1" cy="3143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onnecteur droit 232"/>
          <p:cNvCxnSpPr/>
          <p:nvPr/>
        </p:nvCxnSpPr>
        <p:spPr>
          <a:xfrm>
            <a:off x="4467225" y="4605338"/>
            <a:ext cx="219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cteur droit 233"/>
          <p:cNvCxnSpPr/>
          <p:nvPr/>
        </p:nvCxnSpPr>
        <p:spPr>
          <a:xfrm>
            <a:off x="4576762" y="3290883"/>
            <a:ext cx="6" cy="110964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Connecteur droit avec flèche 234"/>
          <p:cNvCxnSpPr/>
          <p:nvPr/>
        </p:nvCxnSpPr>
        <p:spPr>
          <a:xfrm>
            <a:off x="4471988" y="4405312"/>
            <a:ext cx="228600" cy="2000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Connecteur droit 237"/>
          <p:cNvCxnSpPr/>
          <p:nvPr/>
        </p:nvCxnSpPr>
        <p:spPr>
          <a:xfrm>
            <a:off x="4467226" y="4405312"/>
            <a:ext cx="219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Connecteur droit avec flèche 252"/>
          <p:cNvCxnSpPr/>
          <p:nvPr/>
        </p:nvCxnSpPr>
        <p:spPr>
          <a:xfrm flipV="1">
            <a:off x="1390650" y="2305050"/>
            <a:ext cx="0" cy="542926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onnecteur droit 258"/>
          <p:cNvCxnSpPr/>
          <p:nvPr/>
        </p:nvCxnSpPr>
        <p:spPr>
          <a:xfrm>
            <a:off x="1019175" y="3409950"/>
            <a:ext cx="0" cy="5238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Rectangle 259"/>
          <p:cNvSpPr/>
          <p:nvPr/>
        </p:nvSpPr>
        <p:spPr>
          <a:xfrm>
            <a:off x="2657475" y="25241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S302A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61" name="Rectangle 260"/>
          <p:cNvSpPr/>
          <p:nvPr/>
        </p:nvSpPr>
        <p:spPr>
          <a:xfrm>
            <a:off x="5695950" y="25241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S302B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62" name="Rectangle 261"/>
          <p:cNvSpPr/>
          <p:nvPr/>
        </p:nvSpPr>
        <p:spPr>
          <a:xfrm>
            <a:off x="2143125" y="53054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Réchauffeur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3" name="Rectangle 262"/>
          <p:cNvSpPr/>
          <p:nvPr/>
        </p:nvSpPr>
        <p:spPr>
          <a:xfrm>
            <a:off x="609600" y="3933825"/>
            <a:ext cx="819150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Sortie F301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4" name="Rectangle 263"/>
          <p:cNvSpPr/>
          <p:nvPr/>
        </p:nvSpPr>
        <p:spPr>
          <a:xfrm>
            <a:off x="676275" y="1562100"/>
            <a:ext cx="695326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S302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5" name="Rectangle 264"/>
          <p:cNvSpPr/>
          <p:nvPr/>
        </p:nvSpPr>
        <p:spPr>
          <a:xfrm>
            <a:off x="4914900" y="428625"/>
            <a:ext cx="866775" cy="4095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Réseau usine 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6" name="Rectangle 265"/>
          <p:cNvSpPr/>
          <p:nvPr/>
        </p:nvSpPr>
        <p:spPr>
          <a:xfrm>
            <a:off x="4248150" y="5924550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Vapeur 25B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7" name="Rectangle 266"/>
          <p:cNvSpPr/>
          <p:nvPr/>
        </p:nvSpPr>
        <p:spPr>
          <a:xfrm>
            <a:off x="2847975" y="490537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Soufflante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8" name="Rectangle 267"/>
          <p:cNvSpPr/>
          <p:nvPr/>
        </p:nvSpPr>
        <p:spPr>
          <a:xfrm>
            <a:off x="5400675" y="4800600"/>
            <a:ext cx="4762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 smtClean="0">
                <a:solidFill>
                  <a:schemeClr val="tx1"/>
                </a:solidFill>
              </a:rPr>
              <a:t>X 302</a:t>
            </a:r>
            <a:endParaRPr lang="fr-FR" sz="1200" b="1" dirty="0">
              <a:solidFill>
                <a:schemeClr val="tx1"/>
              </a:solidFill>
            </a:endParaRPr>
          </a:p>
        </p:txBody>
      </p:sp>
      <p:sp>
        <p:nvSpPr>
          <p:cNvPr id="269" name="Rectangle 268"/>
          <p:cNvSpPr/>
          <p:nvPr/>
        </p:nvSpPr>
        <p:spPr>
          <a:xfrm>
            <a:off x="1600199" y="1162050"/>
            <a:ext cx="4953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3006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0" name="Rectangle 269"/>
          <p:cNvSpPr/>
          <p:nvPr/>
        </p:nvSpPr>
        <p:spPr>
          <a:xfrm>
            <a:off x="6981824" y="1133475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3005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71" name="Bouée 270"/>
          <p:cNvSpPr/>
          <p:nvPr/>
        </p:nvSpPr>
        <p:spPr>
          <a:xfrm>
            <a:off x="6996090" y="1085851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77" name="Rectangle 276"/>
          <p:cNvSpPr/>
          <p:nvPr/>
        </p:nvSpPr>
        <p:spPr>
          <a:xfrm>
            <a:off x="2105025" y="1514475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8" name="Rectangle 277"/>
          <p:cNvSpPr/>
          <p:nvPr/>
        </p:nvSpPr>
        <p:spPr>
          <a:xfrm>
            <a:off x="6696075" y="1485900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9" name="Rectangle 278"/>
          <p:cNvSpPr/>
          <p:nvPr/>
        </p:nvSpPr>
        <p:spPr>
          <a:xfrm>
            <a:off x="1619250" y="4848225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80" name="Rectangle 279"/>
          <p:cNvSpPr/>
          <p:nvPr/>
        </p:nvSpPr>
        <p:spPr>
          <a:xfrm>
            <a:off x="6638925" y="3867150"/>
            <a:ext cx="80962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Hygromètre AR302</a:t>
            </a:r>
          </a:p>
        </p:txBody>
      </p:sp>
      <p:sp>
        <p:nvSpPr>
          <p:cNvPr id="282" name="Forme libre 281"/>
          <p:cNvSpPr/>
          <p:nvPr/>
        </p:nvSpPr>
        <p:spPr>
          <a:xfrm>
            <a:off x="5629275" y="4200525"/>
            <a:ext cx="1457325" cy="219075"/>
          </a:xfrm>
          <a:custGeom>
            <a:avLst/>
            <a:gdLst>
              <a:gd name="connsiteX0" fmla="*/ 0 w 923925"/>
              <a:gd name="connsiteY0" fmla="*/ 457200 h 457200"/>
              <a:gd name="connsiteX1" fmla="*/ 923925 w 923925"/>
              <a:gd name="connsiteY1" fmla="*/ 457200 h 457200"/>
              <a:gd name="connsiteX2" fmla="*/ 923925 w 923925"/>
              <a:gd name="connsiteY2" fmla="*/ 0 h 457200"/>
              <a:gd name="connsiteX3" fmla="*/ 923925 w 923925"/>
              <a:gd name="connsiteY3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3925" h="457200">
                <a:moveTo>
                  <a:pt x="0" y="457200"/>
                </a:moveTo>
                <a:lnTo>
                  <a:pt x="923925" y="457200"/>
                </a:lnTo>
                <a:lnTo>
                  <a:pt x="923925" y="0"/>
                </a:lnTo>
                <a:lnTo>
                  <a:pt x="923925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9" name="Forme libre 298"/>
          <p:cNvSpPr/>
          <p:nvPr/>
        </p:nvSpPr>
        <p:spPr>
          <a:xfrm>
            <a:off x="657225" y="657224"/>
            <a:ext cx="2809875" cy="2190751"/>
          </a:xfrm>
          <a:custGeom>
            <a:avLst/>
            <a:gdLst>
              <a:gd name="connsiteX0" fmla="*/ 0 w 2514600"/>
              <a:gd name="connsiteY0" fmla="*/ 914400 h 914400"/>
              <a:gd name="connsiteX1" fmla="*/ 0 w 2514600"/>
              <a:gd name="connsiteY1" fmla="*/ 0 h 914400"/>
              <a:gd name="connsiteX2" fmla="*/ 2514600 w 25146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0" h="914400">
                <a:moveTo>
                  <a:pt x="0" y="914400"/>
                </a:moveTo>
                <a:lnTo>
                  <a:pt x="0" y="0"/>
                </a:lnTo>
                <a:lnTo>
                  <a:pt x="25146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0" name="Forme libre 299"/>
          <p:cNvSpPr/>
          <p:nvPr/>
        </p:nvSpPr>
        <p:spPr>
          <a:xfrm flipH="1">
            <a:off x="3533775" y="657225"/>
            <a:ext cx="1038225" cy="1552576"/>
          </a:xfrm>
          <a:custGeom>
            <a:avLst/>
            <a:gdLst>
              <a:gd name="connsiteX0" fmla="*/ 0 w 2514600"/>
              <a:gd name="connsiteY0" fmla="*/ 914400 h 914400"/>
              <a:gd name="connsiteX1" fmla="*/ 0 w 2514600"/>
              <a:gd name="connsiteY1" fmla="*/ 0 h 914400"/>
              <a:gd name="connsiteX2" fmla="*/ 2514600 w 25146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0" h="914400">
                <a:moveTo>
                  <a:pt x="0" y="914400"/>
                </a:moveTo>
                <a:lnTo>
                  <a:pt x="0" y="0"/>
                </a:lnTo>
                <a:lnTo>
                  <a:pt x="25146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01" name="Connecteur droit 300"/>
          <p:cNvCxnSpPr/>
          <p:nvPr/>
        </p:nvCxnSpPr>
        <p:spPr>
          <a:xfrm>
            <a:off x="3467101" y="600075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Connecteur droit 301"/>
          <p:cNvCxnSpPr/>
          <p:nvPr/>
        </p:nvCxnSpPr>
        <p:spPr>
          <a:xfrm>
            <a:off x="3524241" y="600059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Organigramme : Connecteur 304"/>
          <p:cNvSpPr/>
          <p:nvPr/>
        </p:nvSpPr>
        <p:spPr>
          <a:xfrm>
            <a:off x="3305175" y="881061"/>
            <a:ext cx="395291" cy="404813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306" name="Connecteur droit 305"/>
          <p:cNvCxnSpPr/>
          <p:nvPr/>
        </p:nvCxnSpPr>
        <p:spPr>
          <a:xfrm>
            <a:off x="3495686" y="561975"/>
            <a:ext cx="1" cy="3143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Connecteur droit 314"/>
          <p:cNvCxnSpPr/>
          <p:nvPr/>
        </p:nvCxnSpPr>
        <p:spPr>
          <a:xfrm>
            <a:off x="2686061" y="3924305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Connecteur droit 316"/>
          <p:cNvCxnSpPr/>
          <p:nvPr/>
        </p:nvCxnSpPr>
        <p:spPr>
          <a:xfrm>
            <a:off x="2747973" y="3776667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Organigramme : Joindre 317"/>
          <p:cNvSpPr/>
          <p:nvPr/>
        </p:nvSpPr>
        <p:spPr>
          <a:xfrm>
            <a:off x="2695575" y="3945747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19" name="Connecteur droit 318"/>
          <p:cNvCxnSpPr/>
          <p:nvPr/>
        </p:nvCxnSpPr>
        <p:spPr>
          <a:xfrm>
            <a:off x="6381761" y="3952880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Connecteur droit 319"/>
          <p:cNvCxnSpPr/>
          <p:nvPr/>
        </p:nvCxnSpPr>
        <p:spPr>
          <a:xfrm>
            <a:off x="6443673" y="3805242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Organigramme : Joindre 320"/>
          <p:cNvSpPr/>
          <p:nvPr/>
        </p:nvSpPr>
        <p:spPr>
          <a:xfrm>
            <a:off x="6391275" y="3974322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22" name="Rectangle 321"/>
          <p:cNvSpPr/>
          <p:nvPr/>
        </p:nvSpPr>
        <p:spPr>
          <a:xfrm>
            <a:off x="3495675" y="5305425"/>
            <a:ext cx="438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smtClean="0">
                <a:solidFill>
                  <a:schemeClr val="tx1"/>
                </a:solidFill>
              </a:rPr>
              <a:t>AIR</a:t>
            </a:r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340" name="Rectangle 339"/>
          <p:cNvSpPr/>
          <p:nvPr/>
        </p:nvSpPr>
        <p:spPr>
          <a:xfrm>
            <a:off x="2838450" y="1790700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T302 A1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5876925" y="18002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T302 B1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4133850" y="35528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T302 A2</a:t>
            </a:r>
          </a:p>
        </p:txBody>
      </p:sp>
      <p:sp>
        <p:nvSpPr>
          <p:cNvPr id="343" name="Rectangle 342"/>
          <p:cNvSpPr/>
          <p:nvPr/>
        </p:nvSpPr>
        <p:spPr>
          <a:xfrm>
            <a:off x="4581525" y="35528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T302 B2</a:t>
            </a:r>
          </a:p>
        </p:txBody>
      </p:sp>
      <p:sp>
        <p:nvSpPr>
          <p:cNvPr id="344" name="Rectangle à coins arrondis 343"/>
          <p:cNvSpPr/>
          <p:nvPr/>
        </p:nvSpPr>
        <p:spPr>
          <a:xfrm>
            <a:off x="5086350" y="5962650"/>
            <a:ext cx="3790950" cy="47625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S302 : A = service, B = refroidissement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04" name="Organigramme : Connecteur 103"/>
          <p:cNvSpPr/>
          <p:nvPr/>
        </p:nvSpPr>
        <p:spPr>
          <a:xfrm>
            <a:off x="2205035" y="5734050"/>
            <a:ext cx="138113" cy="133350"/>
          </a:xfrm>
          <a:prstGeom prst="flowChartConnector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5" name="Rectangle 344"/>
          <p:cNvSpPr/>
          <p:nvPr/>
        </p:nvSpPr>
        <p:spPr>
          <a:xfrm>
            <a:off x="6905625" y="180975"/>
            <a:ext cx="118110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S301</a:t>
            </a:r>
          </a:p>
        </p:txBody>
      </p:sp>
      <p:sp>
        <p:nvSpPr>
          <p:cNvPr id="126" name="Organigramme : Joindre 125"/>
          <p:cNvSpPr/>
          <p:nvPr/>
        </p:nvSpPr>
        <p:spPr>
          <a:xfrm rot="5400000">
            <a:off x="5981717" y="4757758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57" name="Forme libre 356"/>
          <p:cNvSpPr/>
          <p:nvPr/>
        </p:nvSpPr>
        <p:spPr>
          <a:xfrm>
            <a:off x="8124825" y="3276600"/>
            <a:ext cx="571500" cy="409575"/>
          </a:xfrm>
          <a:custGeom>
            <a:avLst/>
            <a:gdLst>
              <a:gd name="connsiteX0" fmla="*/ 0 w 571500"/>
              <a:gd name="connsiteY0" fmla="*/ 9525 h 409575"/>
              <a:gd name="connsiteX1" fmla="*/ 0 w 571500"/>
              <a:gd name="connsiteY1" fmla="*/ 409575 h 409575"/>
              <a:gd name="connsiteX2" fmla="*/ 571500 w 571500"/>
              <a:gd name="connsiteY2" fmla="*/ 409575 h 409575"/>
              <a:gd name="connsiteX3" fmla="*/ 571500 w 571500"/>
              <a:gd name="connsiteY3" fmla="*/ 0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500" h="409575">
                <a:moveTo>
                  <a:pt x="0" y="9525"/>
                </a:moveTo>
                <a:lnTo>
                  <a:pt x="0" y="409575"/>
                </a:lnTo>
                <a:lnTo>
                  <a:pt x="571500" y="409575"/>
                </a:lnTo>
                <a:lnTo>
                  <a:pt x="5715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58" name="Triangle isocèle 357"/>
          <p:cNvSpPr/>
          <p:nvPr/>
        </p:nvSpPr>
        <p:spPr>
          <a:xfrm>
            <a:off x="8086728" y="3162302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59" name="Triangle isocèle 358"/>
          <p:cNvSpPr/>
          <p:nvPr/>
        </p:nvSpPr>
        <p:spPr>
          <a:xfrm rot="5400000" flipV="1">
            <a:off x="8154918" y="3086239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0" name="Forme libre 359"/>
          <p:cNvSpPr/>
          <p:nvPr/>
        </p:nvSpPr>
        <p:spPr>
          <a:xfrm>
            <a:off x="8067675" y="2943225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1" name="Rectangle 360"/>
          <p:cNvSpPr/>
          <p:nvPr/>
        </p:nvSpPr>
        <p:spPr>
          <a:xfrm>
            <a:off x="7877174" y="2571750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3009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362" name="Bouée 361"/>
          <p:cNvSpPr/>
          <p:nvPr/>
        </p:nvSpPr>
        <p:spPr>
          <a:xfrm>
            <a:off x="7891440" y="2524126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63" name="Triangle isocèle 362"/>
          <p:cNvSpPr/>
          <p:nvPr/>
        </p:nvSpPr>
        <p:spPr>
          <a:xfrm>
            <a:off x="8658228" y="3162302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64" name="Triangle isocèle 363"/>
          <p:cNvSpPr/>
          <p:nvPr/>
        </p:nvSpPr>
        <p:spPr>
          <a:xfrm rot="5400000" flipV="1">
            <a:off x="8726418" y="3086239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5" name="Forme libre 364"/>
          <p:cNvSpPr/>
          <p:nvPr/>
        </p:nvSpPr>
        <p:spPr>
          <a:xfrm>
            <a:off x="8639175" y="2943225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6" name="Rectangle 365"/>
          <p:cNvSpPr/>
          <p:nvPr/>
        </p:nvSpPr>
        <p:spPr>
          <a:xfrm>
            <a:off x="8448674" y="2571750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3010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367" name="Bouée 366"/>
          <p:cNvSpPr/>
          <p:nvPr/>
        </p:nvSpPr>
        <p:spPr>
          <a:xfrm>
            <a:off x="8462940" y="2524126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68" name="Organigramme : Joindre 367"/>
          <p:cNvSpPr/>
          <p:nvPr/>
        </p:nvSpPr>
        <p:spPr>
          <a:xfrm>
            <a:off x="8067675" y="3326622"/>
            <a:ext cx="111963" cy="111903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69" name="Organigramme : Joindre 368"/>
          <p:cNvSpPr/>
          <p:nvPr/>
        </p:nvSpPr>
        <p:spPr>
          <a:xfrm>
            <a:off x="8639175" y="3326622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71" name="Connecteur droit 370"/>
          <p:cNvCxnSpPr/>
          <p:nvPr/>
        </p:nvCxnSpPr>
        <p:spPr>
          <a:xfrm flipV="1">
            <a:off x="8133182" y="3381375"/>
            <a:ext cx="582193" cy="1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e 378"/>
          <p:cNvGrpSpPr/>
          <p:nvPr/>
        </p:nvGrpSpPr>
        <p:grpSpPr>
          <a:xfrm>
            <a:off x="8239125" y="3333750"/>
            <a:ext cx="361950" cy="104775"/>
            <a:chOff x="8048625" y="1771650"/>
            <a:chExt cx="361950" cy="104775"/>
          </a:xfrm>
        </p:grpSpPr>
        <p:cxnSp>
          <p:nvCxnSpPr>
            <p:cNvPr id="374" name="Connecteur droit 373"/>
            <p:cNvCxnSpPr/>
            <p:nvPr/>
          </p:nvCxnSpPr>
          <p:spPr>
            <a:xfrm flipH="1">
              <a:off x="80486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Connecteur droit 374"/>
            <p:cNvCxnSpPr/>
            <p:nvPr/>
          </p:nvCxnSpPr>
          <p:spPr>
            <a:xfrm flipH="1">
              <a:off x="81248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Connecteur droit 375"/>
            <p:cNvCxnSpPr/>
            <p:nvPr/>
          </p:nvCxnSpPr>
          <p:spPr>
            <a:xfrm flipH="1">
              <a:off x="82010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Connecteur droit 376"/>
            <p:cNvCxnSpPr/>
            <p:nvPr/>
          </p:nvCxnSpPr>
          <p:spPr>
            <a:xfrm flipH="1">
              <a:off x="82772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Connecteur droit 377"/>
            <p:cNvCxnSpPr/>
            <p:nvPr/>
          </p:nvCxnSpPr>
          <p:spPr>
            <a:xfrm flipH="1">
              <a:off x="83534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e 411"/>
          <p:cNvGrpSpPr/>
          <p:nvPr/>
        </p:nvGrpSpPr>
        <p:grpSpPr>
          <a:xfrm>
            <a:off x="8351067" y="4807760"/>
            <a:ext cx="221430" cy="102377"/>
            <a:chOff x="8351067" y="4798235"/>
            <a:chExt cx="221430" cy="102377"/>
          </a:xfrm>
        </p:grpSpPr>
        <p:sp>
          <p:nvSpPr>
            <p:cNvPr id="216" name="Organigramme : Joindre 215"/>
            <p:cNvSpPr/>
            <p:nvPr/>
          </p:nvSpPr>
          <p:spPr>
            <a:xfrm rot="10800000">
              <a:off x="8351067" y="4798235"/>
              <a:ext cx="95271" cy="100029"/>
            </a:xfrm>
            <a:prstGeom prst="flowChartCollate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sp>
          <p:nvSpPr>
            <p:cNvPr id="217" name="Rectangle à coins arrondis 216"/>
            <p:cNvSpPr/>
            <p:nvPr/>
          </p:nvSpPr>
          <p:spPr>
            <a:xfrm>
              <a:off x="8510586" y="4800600"/>
              <a:ext cx="61911" cy="100012"/>
            </a:xfrm>
            <a:prstGeom prst="roundRect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cxnSp>
          <p:nvCxnSpPr>
            <p:cNvPr id="219" name="Connecteur droit 218"/>
            <p:cNvCxnSpPr/>
            <p:nvPr/>
          </p:nvCxnSpPr>
          <p:spPr>
            <a:xfrm>
              <a:off x="8410575" y="4852988"/>
              <a:ext cx="95250" cy="0"/>
            </a:xfrm>
            <a:prstGeom prst="line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382" name="Organigramme : Joindre 381"/>
          <p:cNvSpPr/>
          <p:nvPr/>
        </p:nvSpPr>
        <p:spPr>
          <a:xfrm rot="10800000">
            <a:off x="8351067" y="4407710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83" name="Rectangle 382"/>
          <p:cNvSpPr/>
          <p:nvPr/>
        </p:nvSpPr>
        <p:spPr>
          <a:xfrm>
            <a:off x="7896226" y="962025"/>
            <a:ext cx="828674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S303</a:t>
            </a:r>
          </a:p>
        </p:txBody>
      </p:sp>
      <p:sp>
        <p:nvSpPr>
          <p:cNvPr id="387" name="Forme libre 386"/>
          <p:cNvSpPr/>
          <p:nvPr/>
        </p:nvSpPr>
        <p:spPr>
          <a:xfrm>
            <a:off x="6634146" y="342900"/>
            <a:ext cx="557229" cy="323849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3" name="Forme libre 392"/>
          <p:cNvSpPr/>
          <p:nvPr/>
        </p:nvSpPr>
        <p:spPr>
          <a:xfrm>
            <a:off x="7810500" y="1295400"/>
            <a:ext cx="504825" cy="2914650"/>
          </a:xfrm>
          <a:custGeom>
            <a:avLst/>
            <a:gdLst>
              <a:gd name="connsiteX0" fmla="*/ 0 w 504825"/>
              <a:gd name="connsiteY0" fmla="*/ 2914650 h 2914650"/>
              <a:gd name="connsiteX1" fmla="*/ 0 w 504825"/>
              <a:gd name="connsiteY1" fmla="*/ 819150 h 2914650"/>
              <a:gd name="connsiteX2" fmla="*/ 504825 w 504825"/>
              <a:gd name="connsiteY2" fmla="*/ 819150 h 2914650"/>
              <a:gd name="connsiteX3" fmla="*/ 504825 w 504825"/>
              <a:gd name="connsiteY3" fmla="*/ 0 h 2914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4825" h="2914650">
                <a:moveTo>
                  <a:pt x="0" y="2914650"/>
                </a:moveTo>
                <a:lnTo>
                  <a:pt x="0" y="819150"/>
                </a:lnTo>
                <a:lnTo>
                  <a:pt x="504825" y="819150"/>
                </a:lnTo>
                <a:lnTo>
                  <a:pt x="504825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97" name="Connecteur droit 396"/>
          <p:cNvCxnSpPr/>
          <p:nvPr/>
        </p:nvCxnSpPr>
        <p:spPr>
          <a:xfrm>
            <a:off x="2357440" y="2395538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8" name="Connecteur droit 397"/>
          <p:cNvCxnSpPr/>
          <p:nvPr/>
        </p:nvCxnSpPr>
        <p:spPr>
          <a:xfrm>
            <a:off x="6815140" y="2386013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" name="Groupe 406"/>
          <p:cNvGrpSpPr/>
          <p:nvPr/>
        </p:nvGrpSpPr>
        <p:grpSpPr>
          <a:xfrm>
            <a:off x="4169566" y="4802985"/>
            <a:ext cx="114300" cy="119063"/>
            <a:chOff x="3340891" y="4221960"/>
            <a:chExt cx="114300" cy="119063"/>
          </a:xfrm>
        </p:grpSpPr>
        <p:cxnSp>
          <p:nvCxnSpPr>
            <p:cNvPr id="401" name="Connecteur droit 400"/>
            <p:cNvCxnSpPr/>
            <p:nvPr/>
          </p:nvCxnSpPr>
          <p:spPr>
            <a:xfrm rot="5400000" flipV="1">
              <a:off x="3398041" y="4174334"/>
              <a:ext cx="0" cy="104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Connecteur droit 401"/>
            <p:cNvCxnSpPr/>
            <p:nvPr/>
          </p:nvCxnSpPr>
          <p:spPr>
            <a:xfrm rot="5400000" flipV="1">
              <a:off x="3398041" y="4288634"/>
              <a:ext cx="0" cy="104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Connecteur droit avec flèche 404"/>
            <p:cNvCxnSpPr/>
            <p:nvPr/>
          </p:nvCxnSpPr>
          <p:spPr>
            <a:xfrm rot="5400000" flipH="1">
              <a:off x="3338509" y="4224342"/>
              <a:ext cx="119063" cy="1143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6" name="Organigramme : Joindre 405"/>
          <p:cNvSpPr/>
          <p:nvPr/>
        </p:nvSpPr>
        <p:spPr>
          <a:xfrm rot="5400000">
            <a:off x="3998143" y="4174348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08" name="Forme libre 407"/>
          <p:cNvSpPr/>
          <p:nvPr/>
        </p:nvSpPr>
        <p:spPr>
          <a:xfrm>
            <a:off x="4229100" y="4914900"/>
            <a:ext cx="4171950" cy="752475"/>
          </a:xfrm>
          <a:custGeom>
            <a:avLst/>
            <a:gdLst>
              <a:gd name="connsiteX0" fmla="*/ 0 w 571500"/>
              <a:gd name="connsiteY0" fmla="*/ 9525 h 409575"/>
              <a:gd name="connsiteX1" fmla="*/ 0 w 571500"/>
              <a:gd name="connsiteY1" fmla="*/ 409575 h 409575"/>
              <a:gd name="connsiteX2" fmla="*/ 571500 w 571500"/>
              <a:gd name="connsiteY2" fmla="*/ 409575 h 409575"/>
              <a:gd name="connsiteX3" fmla="*/ 571500 w 571500"/>
              <a:gd name="connsiteY3" fmla="*/ 0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500" h="409575">
                <a:moveTo>
                  <a:pt x="0" y="9525"/>
                </a:moveTo>
                <a:lnTo>
                  <a:pt x="0" y="409575"/>
                </a:lnTo>
                <a:lnTo>
                  <a:pt x="571500" y="409575"/>
                </a:lnTo>
                <a:lnTo>
                  <a:pt x="571500" y="0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 dirty="0"/>
          </a:p>
        </p:txBody>
      </p:sp>
      <p:cxnSp>
        <p:nvCxnSpPr>
          <p:cNvPr id="413" name="Connecteur droit avec flèche 412"/>
          <p:cNvCxnSpPr>
            <a:stCxn id="393" idx="3"/>
          </p:cNvCxnSpPr>
          <p:nvPr/>
        </p:nvCxnSpPr>
        <p:spPr>
          <a:xfrm>
            <a:off x="8315325" y="1295400"/>
            <a:ext cx="0" cy="47625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Connecteur droit avec flèche 419"/>
          <p:cNvCxnSpPr/>
          <p:nvPr/>
        </p:nvCxnSpPr>
        <p:spPr>
          <a:xfrm flipH="1">
            <a:off x="6829425" y="342900"/>
            <a:ext cx="419100" cy="1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Connecteur droit 421"/>
          <p:cNvCxnSpPr/>
          <p:nvPr/>
        </p:nvCxnSpPr>
        <p:spPr>
          <a:xfrm>
            <a:off x="523875" y="3419475"/>
            <a:ext cx="981075" cy="0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Connecteur droit 422"/>
          <p:cNvCxnSpPr/>
          <p:nvPr/>
        </p:nvCxnSpPr>
        <p:spPr>
          <a:xfrm>
            <a:off x="666750" y="3000375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4" name="Organigramme : Joindre 423"/>
          <p:cNvSpPr/>
          <p:nvPr/>
        </p:nvSpPr>
        <p:spPr>
          <a:xfrm rot="10800000">
            <a:off x="552428" y="2833709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25" name="Organigramme : Joindre 424"/>
          <p:cNvSpPr/>
          <p:nvPr/>
        </p:nvSpPr>
        <p:spPr>
          <a:xfrm rot="10800000">
            <a:off x="1285853" y="2833709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26" name="Organigramme : Joindre 425"/>
          <p:cNvSpPr/>
          <p:nvPr/>
        </p:nvSpPr>
        <p:spPr>
          <a:xfrm rot="10800000">
            <a:off x="914378" y="2833709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427" name="Connecteur droit 426"/>
          <p:cNvCxnSpPr/>
          <p:nvPr/>
        </p:nvCxnSpPr>
        <p:spPr>
          <a:xfrm>
            <a:off x="1019175" y="3000375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Connecteur droit 427"/>
          <p:cNvCxnSpPr/>
          <p:nvPr/>
        </p:nvCxnSpPr>
        <p:spPr>
          <a:xfrm>
            <a:off x="1390650" y="2990850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9" name="Connecteur droit avec flèche 428"/>
          <p:cNvCxnSpPr/>
          <p:nvPr/>
        </p:nvCxnSpPr>
        <p:spPr>
          <a:xfrm flipV="1">
            <a:off x="1019175" y="1866900"/>
            <a:ext cx="0" cy="971551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Connecteur droit 429"/>
          <p:cNvCxnSpPr/>
          <p:nvPr/>
        </p:nvCxnSpPr>
        <p:spPr>
          <a:xfrm flipV="1">
            <a:off x="804864" y="2376488"/>
            <a:ext cx="209549" cy="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1" name="Connecteur droit 430"/>
          <p:cNvCxnSpPr/>
          <p:nvPr/>
        </p:nvCxnSpPr>
        <p:spPr>
          <a:xfrm flipV="1">
            <a:off x="642939" y="2376488"/>
            <a:ext cx="209549" cy="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3" name="Organigramme : Joindre 432"/>
          <p:cNvSpPr/>
          <p:nvPr/>
        </p:nvSpPr>
        <p:spPr>
          <a:xfrm rot="5400000">
            <a:off x="726281" y="2293148"/>
            <a:ext cx="204788" cy="161924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36" name="Rectangle 435"/>
          <p:cNvSpPr/>
          <p:nvPr/>
        </p:nvSpPr>
        <p:spPr>
          <a:xfrm>
            <a:off x="1038225" y="1971675"/>
            <a:ext cx="695326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S303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437" name="Organigramme : Joindre 436"/>
          <p:cNvSpPr/>
          <p:nvPr/>
        </p:nvSpPr>
        <p:spPr>
          <a:xfrm>
            <a:off x="5179242" y="5307822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40" name="Organigramme : Connecteur 439"/>
          <p:cNvSpPr/>
          <p:nvPr/>
        </p:nvSpPr>
        <p:spPr>
          <a:xfrm>
            <a:off x="5081590" y="4962525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sp>
        <p:nvSpPr>
          <p:cNvPr id="442" name="Rectangle 441"/>
          <p:cNvSpPr/>
          <p:nvPr/>
        </p:nvSpPr>
        <p:spPr>
          <a:xfrm>
            <a:off x="5076825" y="4953000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grpSp>
        <p:nvGrpSpPr>
          <p:cNvPr id="5" name="Groupe 466"/>
          <p:cNvGrpSpPr/>
          <p:nvPr/>
        </p:nvGrpSpPr>
        <p:grpSpPr>
          <a:xfrm>
            <a:off x="4250398" y="2061267"/>
            <a:ext cx="637340" cy="613521"/>
            <a:chOff x="192748" y="5356917"/>
            <a:chExt cx="637340" cy="613521"/>
          </a:xfrm>
          <a:solidFill>
            <a:schemeClr val="bg1">
              <a:lumMod val="85000"/>
            </a:schemeClr>
          </a:solidFill>
        </p:grpSpPr>
        <p:sp>
          <p:nvSpPr>
            <p:cNvPr id="451" name="Ellipse 450"/>
            <p:cNvSpPr/>
            <p:nvPr/>
          </p:nvSpPr>
          <p:spPr>
            <a:xfrm>
              <a:off x="340519" y="5495923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52" name="Arc plein 451"/>
            <p:cNvSpPr/>
            <p:nvPr/>
          </p:nvSpPr>
          <p:spPr>
            <a:xfrm rot="17940000">
              <a:off x="518794" y="5659143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453" name="Arc plein 452"/>
            <p:cNvSpPr/>
            <p:nvPr/>
          </p:nvSpPr>
          <p:spPr>
            <a:xfrm rot="6960000">
              <a:off x="193061" y="5356604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Groupe 467"/>
          <p:cNvGrpSpPr/>
          <p:nvPr/>
        </p:nvGrpSpPr>
        <p:grpSpPr>
          <a:xfrm rot="5340000">
            <a:off x="4274293" y="2427980"/>
            <a:ext cx="627649" cy="632569"/>
            <a:chOff x="192914" y="5347394"/>
            <a:chExt cx="627649" cy="632569"/>
          </a:xfrm>
          <a:solidFill>
            <a:schemeClr val="bg1">
              <a:lumMod val="85000"/>
            </a:schemeClr>
          </a:solidFill>
        </p:grpSpPr>
        <p:sp>
          <p:nvSpPr>
            <p:cNvPr id="469" name="Ellipse 468"/>
            <p:cNvSpPr/>
            <p:nvPr/>
          </p:nvSpPr>
          <p:spPr>
            <a:xfrm>
              <a:off x="340353" y="5505446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70" name="Arc plein 469"/>
            <p:cNvSpPr/>
            <p:nvPr/>
          </p:nvSpPr>
          <p:spPr>
            <a:xfrm rot="-3660000">
              <a:off x="509269" y="5668668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471" name="Arc plein 470"/>
            <p:cNvSpPr/>
            <p:nvPr/>
          </p:nvSpPr>
          <p:spPr>
            <a:xfrm rot="6960000">
              <a:off x="193227" y="5347081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Groupe 475"/>
          <p:cNvGrpSpPr/>
          <p:nvPr/>
        </p:nvGrpSpPr>
        <p:grpSpPr>
          <a:xfrm rot="-5280000">
            <a:off x="4254995" y="2818508"/>
            <a:ext cx="628147" cy="632565"/>
            <a:chOff x="202267" y="5356585"/>
            <a:chExt cx="628147" cy="632565"/>
          </a:xfrm>
          <a:solidFill>
            <a:schemeClr val="bg1">
              <a:lumMod val="85000"/>
            </a:schemeClr>
          </a:solidFill>
        </p:grpSpPr>
        <p:sp>
          <p:nvSpPr>
            <p:cNvPr id="477" name="Ellipse 476"/>
            <p:cNvSpPr/>
            <p:nvPr/>
          </p:nvSpPr>
          <p:spPr>
            <a:xfrm>
              <a:off x="340519" y="5495923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78" name="Arc plein 477"/>
            <p:cNvSpPr/>
            <p:nvPr/>
          </p:nvSpPr>
          <p:spPr>
            <a:xfrm rot="17940000">
              <a:off x="519120" y="5677855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479" name="Arc plein 478"/>
            <p:cNvSpPr/>
            <p:nvPr/>
          </p:nvSpPr>
          <p:spPr>
            <a:xfrm rot="6960000">
              <a:off x="202580" y="5356272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sp>
        <p:nvSpPr>
          <p:cNvPr id="480" name="Rectangle 479"/>
          <p:cNvSpPr/>
          <p:nvPr/>
        </p:nvSpPr>
        <p:spPr>
          <a:xfrm>
            <a:off x="5438775" y="914400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Event </a:t>
            </a:r>
            <a:endParaRPr lang="fr-FR" sz="1000" dirty="0">
              <a:solidFill>
                <a:schemeClr val="tx1"/>
              </a:solidFill>
            </a:endParaRPr>
          </a:p>
        </p:txBody>
      </p:sp>
      <p:cxnSp>
        <p:nvCxnSpPr>
          <p:cNvPr id="481" name="Connecteur droit avec flèche 480"/>
          <p:cNvCxnSpPr/>
          <p:nvPr/>
        </p:nvCxnSpPr>
        <p:spPr>
          <a:xfrm flipV="1">
            <a:off x="5286374" y="1085850"/>
            <a:ext cx="342901" cy="28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Organigramme : Connecteur 208"/>
          <p:cNvSpPr/>
          <p:nvPr/>
        </p:nvSpPr>
        <p:spPr>
          <a:xfrm>
            <a:off x="7229475" y="279559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10" name="Connecteur droit 209"/>
          <p:cNvCxnSpPr>
            <a:stCxn id="209" idx="6"/>
          </p:cNvCxnSpPr>
          <p:nvPr/>
        </p:nvCxnSpPr>
        <p:spPr>
          <a:xfrm flipV="1">
            <a:off x="7529513" y="2938465"/>
            <a:ext cx="7143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Rectangle 210"/>
          <p:cNvSpPr/>
          <p:nvPr/>
        </p:nvSpPr>
        <p:spPr>
          <a:xfrm>
            <a:off x="7153275" y="277177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TI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266700" y="6181726"/>
            <a:ext cx="1904999" cy="361950"/>
          </a:xfrm>
          <a:prstGeom prst="rect">
            <a:avLst/>
          </a:prstGeom>
          <a:solidFill>
            <a:srgbClr val="FFFF99"/>
          </a:solidFill>
          <a:ln w="6350" cmpd="dbl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 smtClean="0">
                <a:solidFill>
                  <a:schemeClr val="tx1"/>
                </a:solidFill>
              </a:rPr>
              <a:t>PCF AIR INSTRUMENT </a:t>
            </a:r>
          </a:p>
          <a:p>
            <a:pPr algn="ctr"/>
            <a:r>
              <a:rPr lang="fr-FR" sz="1100" b="1" dirty="0" smtClean="0">
                <a:solidFill>
                  <a:schemeClr val="tx1"/>
                </a:solidFill>
              </a:rPr>
              <a:t>7841 901 330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3171825" y="942975"/>
            <a:ext cx="666750" cy="257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FT 612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1" name="Connecteur droit 440"/>
          <p:cNvCxnSpPr/>
          <p:nvPr/>
        </p:nvCxnSpPr>
        <p:spPr>
          <a:xfrm>
            <a:off x="5226878" y="5250672"/>
            <a:ext cx="2347" cy="2452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Connecteur droit 409"/>
          <p:cNvCxnSpPr/>
          <p:nvPr/>
        </p:nvCxnSpPr>
        <p:spPr>
          <a:xfrm flipH="1">
            <a:off x="8401050" y="4124325"/>
            <a:ext cx="9525" cy="685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" name="Forme libre 408"/>
          <p:cNvSpPr/>
          <p:nvPr/>
        </p:nvSpPr>
        <p:spPr>
          <a:xfrm flipH="1">
            <a:off x="3933822" y="4238626"/>
            <a:ext cx="295277" cy="561974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 dirty="0"/>
          </a:p>
        </p:txBody>
      </p:sp>
      <p:sp>
        <p:nvSpPr>
          <p:cNvPr id="22" name="Rectangle à coins arrondis 21"/>
          <p:cNvSpPr/>
          <p:nvPr/>
        </p:nvSpPr>
        <p:spPr>
          <a:xfrm>
            <a:off x="5495925" y="1676401"/>
            <a:ext cx="1209675" cy="2119312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à coins arrondis 35"/>
          <p:cNvSpPr/>
          <p:nvPr/>
        </p:nvSpPr>
        <p:spPr>
          <a:xfrm>
            <a:off x="2466974" y="1676400"/>
            <a:ext cx="1209675" cy="2114550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Forme libre 40"/>
          <p:cNvSpPr/>
          <p:nvPr/>
        </p:nvSpPr>
        <p:spPr>
          <a:xfrm>
            <a:off x="3081338" y="1452563"/>
            <a:ext cx="1328737" cy="923925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Forme libre 41"/>
          <p:cNvSpPr/>
          <p:nvPr/>
        </p:nvSpPr>
        <p:spPr>
          <a:xfrm flipH="1">
            <a:off x="4724400" y="1452547"/>
            <a:ext cx="1366838" cy="923925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Forme libre 42"/>
          <p:cNvSpPr/>
          <p:nvPr/>
        </p:nvSpPr>
        <p:spPr>
          <a:xfrm flipV="1">
            <a:off x="3081322" y="3124199"/>
            <a:ext cx="1328737" cy="885825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Forme libre 43"/>
          <p:cNvSpPr/>
          <p:nvPr/>
        </p:nvSpPr>
        <p:spPr>
          <a:xfrm flipH="1" flipV="1">
            <a:off x="4729163" y="3124199"/>
            <a:ext cx="1362056" cy="885824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Forme libre 44"/>
          <p:cNvSpPr/>
          <p:nvPr/>
        </p:nvSpPr>
        <p:spPr>
          <a:xfrm>
            <a:off x="3919538" y="2752725"/>
            <a:ext cx="500062" cy="1228725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Forme libre 45"/>
          <p:cNvSpPr/>
          <p:nvPr/>
        </p:nvSpPr>
        <p:spPr>
          <a:xfrm flipH="1" flipV="1">
            <a:off x="2333624" y="4033838"/>
            <a:ext cx="1595421" cy="419100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Forme libre 46"/>
          <p:cNvSpPr/>
          <p:nvPr/>
        </p:nvSpPr>
        <p:spPr>
          <a:xfrm flipH="1" flipV="1">
            <a:off x="5191124" y="1476376"/>
            <a:ext cx="95244" cy="1281112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9" name="Connecteur droit 48"/>
          <p:cNvCxnSpPr/>
          <p:nvPr/>
        </p:nvCxnSpPr>
        <p:spPr>
          <a:xfrm>
            <a:off x="4724401" y="2752726"/>
            <a:ext cx="300037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rganigramme : Joindre 49"/>
          <p:cNvSpPr/>
          <p:nvPr/>
        </p:nvSpPr>
        <p:spPr>
          <a:xfrm rot="5400000">
            <a:off x="4993489" y="2659859"/>
            <a:ext cx="204788" cy="180974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55" name="Connecteur droit 54"/>
          <p:cNvCxnSpPr/>
          <p:nvPr/>
        </p:nvCxnSpPr>
        <p:spPr>
          <a:xfrm>
            <a:off x="5286375" y="1081088"/>
            <a:ext cx="9" cy="3381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/>
          <p:nvPr/>
        </p:nvCxnSpPr>
        <p:spPr>
          <a:xfrm>
            <a:off x="2138363" y="4348163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/>
          <p:cNvCxnSpPr/>
          <p:nvPr/>
        </p:nvCxnSpPr>
        <p:spPr>
          <a:xfrm>
            <a:off x="2333630" y="4352910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avec flèche 60"/>
          <p:cNvCxnSpPr/>
          <p:nvPr/>
        </p:nvCxnSpPr>
        <p:spPr>
          <a:xfrm flipV="1">
            <a:off x="2138363" y="4348163"/>
            <a:ext cx="195262" cy="2000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2133600" y="5295901"/>
            <a:ext cx="819150" cy="3429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64" name="Rectangle 63"/>
          <p:cNvSpPr/>
          <p:nvPr/>
        </p:nvSpPr>
        <p:spPr>
          <a:xfrm>
            <a:off x="2947989" y="5438775"/>
            <a:ext cx="576262" cy="5238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63" name="Ellipse 62"/>
          <p:cNvSpPr/>
          <p:nvPr/>
        </p:nvSpPr>
        <p:spPr>
          <a:xfrm>
            <a:off x="3047994" y="5272086"/>
            <a:ext cx="409575" cy="381000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66" name="Connecteur droit 65"/>
          <p:cNvCxnSpPr>
            <a:stCxn id="63" idx="1"/>
            <a:endCxn id="63" idx="4"/>
          </p:cNvCxnSpPr>
          <p:nvPr/>
        </p:nvCxnSpPr>
        <p:spPr>
          <a:xfrm>
            <a:off x="3107975" y="5327882"/>
            <a:ext cx="144807" cy="3252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/>
          <p:cNvCxnSpPr>
            <a:stCxn id="63" idx="7"/>
            <a:endCxn id="63" idx="4"/>
          </p:cNvCxnSpPr>
          <p:nvPr/>
        </p:nvCxnSpPr>
        <p:spPr>
          <a:xfrm flipH="1">
            <a:off x="3252782" y="5327882"/>
            <a:ext cx="144806" cy="3252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69"/>
          <p:cNvCxnSpPr/>
          <p:nvPr/>
        </p:nvCxnSpPr>
        <p:spPr>
          <a:xfrm>
            <a:off x="3252782" y="5172063"/>
            <a:ext cx="6" cy="557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/>
          <p:cNvCxnSpPr/>
          <p:nvPr/>
        </p:nvCxnSpPr>
        <p:spPr>
          <a:xfrm>
            <a:off x="3214688" y="5172075"/>
            <a:ext cx="714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72"/>
          <p:cNvCxnSpPr/>
          <p:nvPr/>
        </p:nvCxnSpPr>
        <p:spPr>
          <a:xfrm>
            <a:off x="3214672" y="5724567"/>
            <a:ext cx="714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Forme libre 73"/>
          <p:cNvSpPr/>
          <p:nvPr/>
        </p:nvSpPr>
        <p:spPr>
          <a:xfrm>
            <a:off x="1524000" y="4448176"/>
            <a:ext cx="614363" cy="1019174"/>
          </a:xfrm>
          <a:custGeom>
            <a:avLst/>
            <a:gdLst>
              <a:gd name="connsiteX0" fmla="*/ 614363 w 614363"/>
              <a:gd name="connsiteY0" fmla="*/ 0 h 923925"/>
              <a:gd name="connsiteX1" fmla="*/ 0 w 614363"/>
              <a:gd name="connsiteY1" fmla="*/ 0 h 923925"/>
              <a:gd name="connsiteX2" fmla="*/ 0 w 614363"/>
              <a:gd name="connsiteY2" fmla="*/ 923925 h 923925"/>
              <a:gd name="connsiteX3" fmla="*/ 461963 w 614363"/>
              <a:gd name="connsiteY3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4363" h="923925">
                <a:moveTo>
                  <a:pt x="614363" y="0"/>
                </a:moveTo>
                <a:lnTo>
                  <a:pt x="0" y="0"/>
                </a:lnTo>
                <a:lnTo>
                  <a:pt x="0" y="923925"/>
                </a:lnTo>
                <a:lnTo>
                  <a:pt x="461963" y="923925"/>
                </a:lnTo>
              </a:path>
            </a:pathLst>
          </a:cu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6" name="Connecteur droit 75"/>
          <p:cNvCxnSpPr>
            <a:endCxn id="62" idx="1"/>
          </p:cNvCxnSpPr>
          <p:nvPr/>
        </p:nvCxnSpPr>
        <p:spPr>
          <a:xfrm>
            <a:off x="2043113" y="5467350"/>
            <a:ext cx="90487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/>
          <p:cNvCxnSpPr/>
          <p:nvPr/>
        </p:nvCxnSpPr>
        <p:spPr>
          <a:xfrm>
            <a:off x="1990726" y="5410200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1"/>
          <p:cNvCxnSpPr/>
          <p:nvPr/>
        </p:nvCxnSpPr>
        <p:spPr>
          <a:xfrm>
            <a:off x="2047866" y="5410184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Forme libre 82"/>
          <p:cNvSpPr/>
          <p:nvPr/>
        </p:nvSpPr>
        <p:spPr>
          <a:xfrm>
            <a:off x="2814638" y="5629275"/>
            <a:ext cx="785811" cy="628650"/>
          </a:xfrm>
          <a:custGeom>
            <a:avLst/>
            <a:gdLst>
              <a:gd name="connsiteX0" fmla="*/ 0 w 628650"/>
              <a:gd name="connsiteY0" fmla="*/ 0 h 528637"/>
              <a:gd name="connsiteX1" fmla="*/ 0 w 628650"/>
              <a:gd name="connsiteY1" fmla="*/ 528637 h 528637"/>
              <a:gd name="connsiteX2" fmla="*/ 628650 w 628650"/>
              <a:gd name="connsiteY2" fmla="*/ 528637 h 528637"/>
              <a:gd name="connsiteX3" fmla="*/ 628650 w 628650"/>
              <a:gd name="connsiteY3" fmla="*/ 528637 h 528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8650" h="528637">
                <a:moveTo>
                  <a:pt x="0" y="0"/>
                </a:moveTo>
                <a:lnTo>
                  <a:pt x="0" y="528637"/>
                </a:lnTo>
                <a:lnTo>
                  <a:pt x="628650" y="528637"/>
                </a:lnTo>
                <a:lnTo>
                  <a:pt x="628650" y="528637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7" name="Organigramme : Joindre 86"/>
          <p:cNvSpPr/>
          <p:nvPr/>
        </p:nvSpPr>
        <p:spPr>
          <a:xfrm rot="5400000">
            <a:off x="3564731" y="6169823"/>
            <a:ext cx="204788" cy="161924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88" name="Organigramme : Joindre 87"/>
          <p:cNvSpPr/>
          <p:nvPr/>
        </p:nvSpPr>
        <p:spPr>
          <a:xfrm rot="5400000">
            <a:off x="3943367" y="6176966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89" name="Connecteur droit 88"/>
          <p:cNvCxnSpPr/>
          <p:nvPr/>
        </p:nvCxnSpPr>
        <p:spPr>
          <a:xfrm flipV="1">
            <a:off x="3748089" y="6253163"/>
            <a:ext cx="209549" cy="2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à coins arrondis 93"/>
          <p:cNvSpPr/>
          <p:nvPr/>
        </p:nvSpPr>
        <p:spPr>
          <a:xfrm>
            <a:off x="3581401" y="5957888"/>
            <a:ext cx="161925" cy="123825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96" name="Connecteur droit 95"/>
          <p:cNvCxnSpPr>
            <a:endCxn id="94" idx="2"/>
          </p:cNvCxnSpPr>
          <p:nvPr/>
        </p:nvCxnSpPr>
        <p:spPr>
          <a:xfrm flipH="1" flipV="1">
            <a:off x="3662364" y="6081713"/>
            <a:ext cx="2397" cy="173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eur droit 97"/>
          <p:cNvCxnSpPr/>
          <p:nvPr/>
        </p:nvCxnSpPr>
        <p:spPr>
          <a:xfrm>
            <a:off x="4133850" y="6257925"/>
            <a:ext cx="600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Forme libre 100"/>
          <p:cNvSpPr/>
          <p:nvPr/>
        </p:nvSpPr>
        <p:spPr>
          <a:xfrm>
            <a:off x="2205038" y="5895977"/>
            <a:ext cx="138112" cy="80962"/>
          </a:xfrm>
          <a:custGeom>
            <a:avLst/>
            <a:gdLst>
              <a:gd name="connsiteX0" fmla="*/ 0 w 138112"/>
              <a:gd name="connsiteY0" fmla="*/ 0 h 80962"/>
              <a:gd name="connsiteX1" fmla="*/ 61912 w 138112"/>
              <a:gd name="connsiteY1" fmla="*/ 80962 h 80962"/>
              <a:gd name="connsiteX2" fmla="*/ 138112 w 138112"/>
              <a:gd name="connsiteY2" fmla="*/ 9525 h 8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112" h="80962">
                <a:moveTo>
                  <a:pt x="0" y="0"/>
                </a:moveTo>
                <a:lnTo>
                  <a:pt x="61912" y="80962"/>
                </a:lnTo>
                <a:lnTo>
                  <a:pt x="138112" y="9525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03" name="Connecteur droit 102"/>
          <p:cNvCxnSpPr/>
          <p:nvPr/>
        </p:nvCxnSpPr>
        <p:spPr>
          <a:xfrm>
            <a:off x="2266950" y="5986464"/>
            <a:ext cx="0" cy="1381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eur droit 105"/>
          <p:cNvCxnSpPr/>
          <p:nvPr/>
        </p:nvCxnSpPr>
        <p:spPr>
          <a:xfrm flipH="1">
            <a:off x="2262188" y="5638800"/>
            <a:ext cx="4762" cy="2714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/>
          <p:cNvSpPr/>
          <p:nvPr/>
        </p:nvSpPr>
        <p:spPr>
          <a:xfrm>
            <a:off x="2395544" y="2462213"/>
            <a:ext cx="71438" cy="414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13" name="Connecteur droit 112"/>
          <p:cNvCxnSpPr/>
          <p:nvPr/>
        </p:nvCxnSpPr>
        <p:spPr>
          <a:xfrm>
            <a:off x="2395540" y="2395538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4" name="Rectangle 113"/>
          <p:cNvSpPr/>
          <p:nvPr/>
        </p:nvSpPr>
        <p:spPr>
          <a:xfrm>
            <a:off x="6705619" y="2457451"/>
            <a:ext cx="71438" cy="414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15" name="Connecteur droit 114"/>
          <p:cNvCxnSpPr/>
          <p:nvPr/>
        </p:nvCxnSpPr>
        <p:spPr>
          <a:xfrm>
            <a:off x="6777060" y="2390776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Connecteur droit 116"/>
          <p:cNvCxnSpPr/>
          <p:nvPr/>
        </p:nvCxnSpPr>
        <p:spPr>
          <a:xfrm>
            <a:off x="2676536" y="1485905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eur droit 117"/>
          <p:cNvCxnSpPr/>
          <p:nvPr/>
        </p:nvCxnSpPr>
        <p:spPr>
          <a:xfrm>
            <a:off x="2676520" y="1528756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eur droit 119"/>
          <p:cNvCxnSpPr/>
          <p:nvPr/>
        </p:nvCxnSpPr>
        <p:spPr>
          <a:xfrm>
            <a:off x="2738448" y="1528767"/>
            <a:ext cx="0" cy="1381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eur droit 120"/>
          <p:cNvCxnSpPr/>
          <p:nvPr/>
        </p:nvCxnSpPr>
        <p:spPr>
          <a:xfrm>
            <a:off x="6357948" y="1495431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eur droit 121"/>
          <p:cNvCxnSpPr/>
          <p:nvPr/>
        </p:nvCxnSpPr>
        <p:spPr>
          <a:xfrm>
            <a:off x="6367457" y="1538282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eur droit 122"/>
          <p:cNvCxnSpPr/>
          <p:nvPr/>
        </p:nvCxnSpPr>
        <p:spPr>
          <a:xfrm>
            <a:off x="6429385" y="1538293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Forme libre 127"/>
          <p:cNvSpPr/>
          <p:nvPr/>
        </p:nvSpPr>
        <p:spPr>
          <a:xfrm flipV="1">
            <a:off x="4576746" y="4619624"/>
            <a:ext cx="852504" cy="219075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9" name="Organigramme : Délai 128"/>
          <p:cNvSpPr/>
          <p:nvPr/>
        </p:nvSpPr>
        <p:spPr>
          <a:xfrm rot="5400000">
            <a:off x="5417343" y="4798240"/>
            <a:ext cx="433388" cy="390524"/>
          </a:xfrm>
          <a:prstGeom prst="flowChartDelay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31" name="Connecteur droit 130"/>
          <p:cNvCxnSpPr/>
          <p:nvPr/>
        </p:nvCxnSpPr>
        <p:spPr>
          <a:xfrm>
            <a:off x="5424488" y="4743471"/>
            <a:ext cx="414337" cy="0"/>
          </a:xfrm>
          <a:prstGeom prst="lin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0" name="Connecteur droit 139"/>
          <p:cNvCxnSpPr/>
          <p:nvPr/>
        </p:nvCxnSpPr>
        <p:spPr>
          <a:xfrm>
            <a:off x="5819775" y="4838700"/>
            <a:ext cx="2000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eur droit 148"/>
          <p:cNvCxnSpPr/>
          <p:nvPr/>
        </p:nvCxnSpPr>
        <p:spPr>
          <a:xfrm flipH="1">
            <a:off x="8410575" y="3686175"/>
            <a:ext cx="9526" cy="5143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Forme libre 149"/>
          <p:cNvSpPr/>
          <p:nvPr/>
        </p:nvSpPr>
        <p:spPr>
          <a:xfrm>
            <a:off x="6162675" y="3409951"/>
            <a:ext cx="1457326" cy="1428750"/>
          </a:xfrm>
          <a:custGeom>
            <a:avLst/>
            <a:gdLst>
              <a:gd name="connsiteX0" fmla="*/ 0 w 1462088"/>
              <a:gd name="connsiteY0" fmla="*/ 1428750 h 1428750"/>
              <a:gd name="connsiteX1" fmla="*/ 1462088 w 1462088"/>
              <a:gd name="connsiteY1" fmla="*/ 1428750 h 1428750"/>
              <a:gd name="connsiteX2" fmla="*/ 1462088 w 1462088"/>
              <a:gd name="connsiteY2" fmla="*/ 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62088" h="1428750">
                <a:moveTo>
                  <a:pt x="0" y="1428750"/>
                </a:moveTo>
                <a:lnTo>
                  <a:pt x="1462088" y="1428750"/>
                </a:lnTo>
                <a:lnTo>
                  <a:pt x="1462088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7" name="Connecteur droit 156"/>
          <p:cNvCxnSpPr/>
          <p:nvPr/>
        </p:nvCxnSpPr>
        <p:spPr>
          <a:xfrm>
            <a:off x="7620000" y="4210050"/>
            <a:ext cx="8001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Forme libre 159"/>
          <p:cNvSpPr/>
          <p:nvPr/>
        </p:nvSpPr>
        <p:spPr>
          <a:xfrm>
            <a:off x="5010150" y="5214938"/>
            <a:ext cx="623888" cy="271462"/>
          </a:xfrm>
          <a:custGeom>
            <a:avLst/>
            <a:gdLst>
              <a:gd name="connsiteX0" fmla="*/ 242888 w 242888"/>
              <a:gd name="connsiteY0" fmla="*/ 0 h 119062"/>
              <a:gd name="connsiteX1" fmla="*/ 242888 w 242888"/>
              <a:gd name="connsiteY1" fmla="*/ 119062 h 119062"/>
              <a:gd name="connsiteX2" fmla="*/ 0 w 242888"/>
              <a:gd name="connsiteY2" fmla="*/ 119062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88" h="119062">
                <a:moveTo>
                  <a:pt x="242888" y="0"/>
                </a:moveTo>
                <a:lnTo>
                  <a:pt x="242888" y="119062"/>
                </a:lnTo>
                <a:lnTo>
                  <a:pt x="0" y="119062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1" name="Organigramme : Joindre 160"/>
          <p:cNvSpPr/>
          <p:nvPr/>
        </p:nvSpPr>
        <p:spPr>
          <a:xfrm rot="5400000">
            <a:off x="4922067" y="5441173"/>
            <a:ext cx="95271" cy="100029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62" name="Organigramme : Joindre 161"/>
          <p:cNvSpPr/>
          <p:nvPr/>
        </p:nvSpPr>
        <p:spPr>
          <a:xfrm rot="10800000">
            <a:off x="7505678" y="3243284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64" name="Connecteur droit 163"/>
          <p:cNvCxnSpPr/>
          <p:nvPr/>
        </p:nvCxnSpPr>
        <p:spPr>
          <a:xfrm>
            <a:off x="7615199" y="676275"/>
            <a:ext cx="17" cy="25765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eur droit avec flèche 165"/>
          <p:cNvCxnSpPr/>
          <p:nvPr/>
        </p:nvCxnSpPr>
        <p:spPr>
          <a:xfrm flipH="1">
            <a:off x="5610227" y="666750"/>
            <a:ext cx="2009773" cy="1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à coins arrondis 172"/>
          <p:cNvSpPr/>
          <p:nvPr/>
        </p:nvSpPr>
        <p:spPr>
          <a:xfrm>
            <a:off x="5014914" y="2462213"/>
            <a:ext cx="161925" cy="123825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75" name="Connecteur droit 174"/>
          <p:cNvCxnSpPr/>
          <p:nvPr/>
        </p:nvCxnSpPr>
        <p:spPr>
          <a:xfrm>
            <a:off x="5095876" y="2586037"/>
            <a:ext cx="0" cy="16668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Forme libre 176"/>
          <p:cNvSpPr/>
          <p:nvPr/>
        </p:nvSpPr>
        <p:spPr>
          <a:xfrm>
            <a:off x="6710363" y="1857375"/>
            <a:ext cx="523875" cy="247650"/>
          </a:xfrm>
          <a:custGeom>
            <a:avLst/>
            <a:gdLst>
              <a:gd name="connsiteX0" fmla="*/ 0 w 357187"/>
              <a:gd name="connsiteY0" fmla="*/ 247650 h 247650"/>
              <a:gd name="connsiteX1" fmla="*/ 357187 w 357187"/>
              <a:gd name="connsiteY1" fmla="*/ 247650 h 247650"/>
              <a:gd name="connsiteX2" fmla="*/ 357187 w 35718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187" h="247650">
                <a:moveTo>
                  <a:pt x="0" y="247650"/>
                </a:moveTo>
                <a:lnTo>
                  <a:pt x="357187" y="247650"/>
                </a:lnTo>
                <a:lnTo>
                  <a:pt x="357187" y="0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8" name="Triangle isocèle 177"/>
          <p:cNvSpPr/>
          <p:nvPr/>
        </p:nvSpPr>
        <p:spPr>
          <a:xfrm>
            <a:off x="7191378" y="1724027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79" name="Triangle isocèle 178"/>
          <p:cNvSpPr/>
          <p:nvPr/>
        </p:nvSpPr>
        <p:spPr>
          <a:xfrm rot="5400000" flipV="1">
            <a:off x="7259568" y="1647964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0" name="Forme libre 179"/>
          <p:cNvSpPr/>
          <p:nvPr/>
        </p:nvSpPr>
        <p:spPr>
          <a:xfrm>
            <a:off x="7172325" y="1504950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2" name="Triangle isocèle 181"/>
          <p:cNvSpPr/>
          <p:nvPr/>
        </p:nvSpPr>
        <p:spPr>
          <a:xfrm>
            <a:off x="1828780" y="1771651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83" name="Triangle isocèle 182"/>
          <p:cNvSpPr/>
          <p:nvPr/>
        </p:nvSpPr>
        <p:spPr>
          <a:xfrm rot="16200000" flipH="1" flipV="1">
            <a:off x="1773145" y="1695588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4" name="Forme libre 183"/>
          <p:cNvSpPr/>
          <p:nvPr/>
        </p:nvSpPr>
        <p:spPr>
          <a:xfrm>
            <a:off x="1809727" y="1552574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5" name="Bouée 184"/>
          <p:cNvSpPr/>
          <p:nvPr/>
        </p:nvSpPr>
        <p:spPr>
          <a:xfrm>
            <a:off x="1623990" y="1123951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86" name="Forme libre 185"/>
          <p:cNvSpPr/>
          <p:nvPr/>
        </p:nvSpPr>
        <p:spPr>
          <a:xfrm flipH="1">
            <a:off x="1866901" y="1885949"/>
            <a:ext cx="590550" cy="247650"/>
          </a:xfrm>
          <a:custGeom>
            <a:avLst/>
            <a:gdLst>
              <a:gd name="connsiteX0" fmla="*/ 0 w 357187"/>
              <a:gd name="connsiteY0" fmla="*/ 247650 h 247650"/>
              <a:gd name="connsiteX1" fmla="*/ 357187 w 357187"/>
              <a:gd name="connsiteY1" fmla="*/ 247650 h 247650"/>
              <a:gd name="connsiteX2" fmla="*/ 357187 w 35718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187" h="247650">
                <a:moveTo>
                  <a:pt x="0" y="247650"/>
                </a:moveTo>
                <a:lnTo>
                  <a:pt x="357187" y="247650"/>
                </a:lnTo>
                <a:lnTo>
                  <a:pt x="357187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0" name="Organigramme : Connecteur 189"/>
          <p:cNvSpPr/>
          <p:nvPr/>
        </p:nvSpPr>
        <p:spPr>
          <a:xfrm>
            <a:off x="6715127" y="1504950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1" name="Connecteur droit 190"/>
          <p:cNvCxnSpPr/>
          <p:nvPr/>
        </p:nvCxnSpPr>
        <p:spPr>
          <a:xfrm>
            <a:off x="6867535" y="1795463"/>
            <a:ext cx="1" cy="3143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Organigramme : Connecteur 191"/>
          <p:cNvSpPr/>
          <p:nvPr/>
        </p:nvSpPr>
        <p:spPr>
          <a:xfrm>
            <a:off x="2905125" y="18097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3" name="Connecteur droit 192"/>
          <p:cNvCxnSpPr/>
          <p:nvPr/>
        </p:nvCxnSpPr>
        <p:spPr>
          <a:xfrm>
            <a:off x="3067051" y="2095501"/>
            <a:ext cx="0" cy="142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Organigramme : Connecteur 197"/>
          <p:cNvSpPr/>
          <p:nvPr/>
        </p:nvSpPr>
        <p:spPr>
          <a:xfrm>
            <a:off x="4200525" y="35623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9" name="Connecteur droit 198"/>
          <p:cNvCxnSpPr/>
          <p:nvPr/>
        </p:nvCxnSpPr>
        <p:spPr>
          <a:xfrm flipH="1" flipV="1">
            <a:off x="4114800" y="3705225"/>
            <a:ext cx="95250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Organigramme : Connecteur 199"/>
          <p:cNvSpPr/>
          <p:nvPr/>
        </p:nvSpPr>
        <p:spPr>
          <a:xfrm>
            <a:off x="4648200" y="355759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01" name="Connecteur droit 200"/>
          <p:cNvCxnSpPr>
            <a:stCxn id="200" idx="6"/>
          </p:cNvCxnSpPr>
          <p:nvPr/>
        </p:nvCxnSpPr>
        <p:spPr>
          <a:xfrm flipV="1">
            <a:off x="4948238" y="3700465"/>
            <a:ext cx="7143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Organigramme : Connecteur 201"/>
          <p:cNvSpPr/>
          <p:nvPr/>
        </p:nvSpPr>
        <p:spPr>
          <a:xfrm>
            <a:off x="5948362" y="18097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03" name="Connecteur droit 202"/>
          <p:cNvCxnSpPr/>
          <p:nvPr/>
        </p:nvCxnSpPr>
        <p:spPr>
          <a:xfrm>
            <a:off x="6110288" y="2095501"/>
            <a:ext cx="0" cy="142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Organigramme : Joindre 214"/>
          <p:cNvSpPr/>
          <p:nvPr/>
        </p:nvSpPr>
        <p:spPr>
          <a:xfrm>
            <a:off x="5579292" y="4545822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23" name="Connecteur droit 222"/>
          <p:cNvCxnSpPr/>
          <p:nvPr/>
        </p:nvCxnSpPr>
        <p:spPr>
          <a:xfrm>
            <a:off x="5629275" y="4424363"/>
            <a:ext cx="0" cy="1047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necteur droit 223"/>
          <p:cNvCxnSpPr/>
          <p:nvPr/>
        </p:nvCxnSpPr>
        <p:spPr>
          <a:xfrm>
            <a:off x="5629276" y="4638674"/>
            <a:ext cx="0" cy="1047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Organigramme : Joindre 224"/>
          <p:cNvSpPr/>
          <p:nvPr/>
        </p:nvSpPr>
        <p:spPr>
          <a:xfrm>
            <a:off x="6817541" y="1878822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27" name="Organigramme : Connecteur 226"/>
          <p:cNvSpPr/>
          <p:nvPr/>
        </p:nvSpPr>
        <p:spPr>
          <a:xfrm>
            <a:off x="2124078" y="1528762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28" name="Connecteur droit 227"/>
          <p:cNvCxnSpPr/>
          <p:nvPr/>
        </p:nvCxnSpPr>
        <p:spPr>
          <a:xfrm>
            <a:off x="2276486" y="1819275"/>
            <a:ext cx="1" cy="3143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Organigramme : Joindre 228"/>
          <p:cNvSpPr/>
          <p:nvPr/>
        </p:nvSpPr>
        <p:spPr>
          <a:xfrm>
            <a:off x="2226492" y="1902634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30" name="Organigramme : Connecteur 229"/>
          <p:cNvSpPr/>
          <p:nvPr/>
        </p:nvSpPr>
        <p:spPr>
          <a:xfrm>
            <a:off x="1633540" y="4867275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31" name="Connecteur droit 230"/>
          <p:cNvCxnSpPr/>
          <p:nvPr/>
        </p:nvCxnSpPr>
        <p:spPr>
          <a:xfrm>
            <a:off x="1785948" y="5157788"/>
            <a:ext cx="1" cy="3143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onnecteur droit 232"/>
          <p:cNvCxnSpPr/>
          <p:nvPr/>
        </p:nvCxnSpPr>
        <p:spPr>
          <a:xfrm>
            <a:off x="4467225" y="4605338"/>
            <a:ext cx="219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cteur droit 233"/>
          <p:cNvCxnSpPr/>
          <p:nvPr/>
        </p:nvCxnSpPr>
        <p:spPr>
          <a:xfrm>
            <a:off x="4576762" y="3290883"/>
            <a:ext cx="6" cy="110964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Connecteur droit avec flèche 234"/>
          <p:cNvCxnSpPr/>
          <p:nvPr/>
        </p:nvCxnSpPr>
        <p:spPr>
          <a:xfrm>
            <a:off x="4471988" y="4405312"/>
            <a:ext cx="228600" cy="2000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Connecteur droit 237"/>
          <p:cNvCxnSpPr/>
          <p:nvPr/>
        </p:nvCxnSpPr>
        <p:spPr>
          <a:xfrm>
            <a:off x="4467226" y="4405312"/>
            <a:ext cx="219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Connecteur droit avec flèche 252"/>
          <p:cNvCxnSpPr/>
          <p:nvPr/>
        </p:nvCxnSpPr>
        <p:spPr>
          <a:xfrm flipV="1">
            <a:off x="1390650" y="2305050"/>
            <a:ext cx="0" cy="542926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onnecteur droit 258"/>
          <p:cNvCxnSpPr/>
          <p:nvPr/>
        </p:nvCxnSpPr>
        <p:spPr>
          <a:xfrm>
            <a:off x="1019175" y="3409950"/>
            <a:ext cx="0" cy="5238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Rectangle 259"/>
          <p:cNvSpPr/>
          <p:nvPr/>
        </p:nvSpPr>
        <p:spPr>
          <a:xfrm>
            <a:off x="2657475" y="25241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S302A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61" name="Rectangle 260"/>
          <p:cNvSpPr/>
          <p:nvPr/>
        </p:nvSpPr>
        <p:spPr>
          <a:xfrm>
            <a:off x="5695950" y="25241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S302B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62" name="Rectangle 261"/>
          <p:cNvSpPr/>
          <p:nvPr/>
        </p:nvSpPr>
        <p:spPr>
          <a:xfrm>
            <a:off x="2143125" y="53054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Réchauffeur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3" name="Rectangle 262"/>
          <p:cNvSpPr/>
          <p:nvPr/>
        </p:nvSpPr>
        <p:spPr>
          <a:xfrm>
            <a:off x="609600" y="3933825"/>
            <a:ext cx="819150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Sortie F301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4" name="Rectangle 263"/>
          <p:cNvSpPr/>
          <p:nvPr/>
        </p:nvSpPr>
        <p:spPr>
          <a:xfrm>
            <a:off x="676275" y="1562100"/>
            <a:ext cx="695326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S302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5" name="Rectangle 264"/>
          <p:cNvSpPr/>
          <p:nvPr/>
        </p:nvSpPr>
        <p:spPr>
          <a:xfrm>
            <a:off x="4914900" y="428625"/>
            <a:ext cx="866775" cy="4095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Réseau usine 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6" name="Rectangle 265"/>
          <p:cNvSpPr/>
          <p:nvPr/>
        </p:nvSpPr>
        <p:spPr>
          <a:xfrm>
            <a:off x="4248150" y="5924550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Vapeur 25B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7" name="Rectangle 266"/>
          <p:cNvSpPr/>
          <p:nvPr/>
        </p:nvSpPr>
        <p:spPr>
          <a:xfrm>
            <a:off x="2847975" y="490537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Soufflante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8" name="Rectangle 267"/>
          <p:cNvSpPr/>
          <p:nvPr/>
        </p:nvSpPr>
        <p:spPr>
          <a:xfrm>
            <a:off x="5400675" y="4800600"/>
            <a:ext cx="4762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 smtClean="0">
                <a:solidFill>
                  <a:schemeClr val="tx1"/>
                </a:solidFill>
              </a:rPr>
              <a:t>X 302</a:t>
            </a:r>
            <a:endParaRPr lang="fr-FR" sz="1200" b="1" dirty="0">
              <a:solidFill>
                <a:schemeClr val="tx1"/>
              </a:solidFill>
            </a:endParaRPr>
          </a:p>
        </p:txBody>
      </p:sp>
      <p:sp>
        <p:nvSpPr>
          <p:cNvPr id="269" name="Rectangle 268"/>
          <p:cNvSpPr/>
          <p:nvPr/>
        </p:nvSpPr>
        <p:spPr>
          <a:xfrm>
            <a:off x="1600199" y="1162050"/>
            <a:ext cx="4953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3006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0" name="Rectangle 269"/>
          <p:cNvSpPr/>
          <p:nvPr/>
        </p:nvSpPr>
        <p:spPr>
          <a:xfrm>
            <a:off x="6981824" y="1133475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3005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71" name="Bouée 270"/>
          <p:cNvSpPr/>
          <p:nvPr/>
        </p:nvSpPr>
        <p:spPr>
          <a:xfrm>
            <a:off x="6996090" y="1085851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77" name="Rectangle 276"/>
          <p:cNvSpPr/>
          <p:nvPr/>
        </p:nvSpPr>
        <p:spPr>
          <a:xfrm>
            <a:off x="2105025" y="1514475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8" name="Rectangle 277"/>
          <p:cNvSpPr/>
          <p:nvPr/>
        </p:nvSpPr>
        <p:spPr>
          <a:xfrm>
            <a:off x="6696075" y="1485900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9" name="Rectangle 278"/>
          <p:cNvSpPr/>
          <p:nvPr/>
        </p:nvSpPr>
        <p:spPr>
          <a:xfrm>
            <a:off x="1619250" y="4848225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80" name="Rectangle 279"/>
          <p:cNvSpPr/>
          <p:nvPr/>
        </p:nvSpPr>
        <p:spPr>
          <a:xfrm>
            <a:off x="6638925" y="3867150"/>
            <a:ext cx="80962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Hygromètre AR302</a:t>
            </a:r>
          </a:p>
        </p:txBody>
      </p:sp>
      <p:sp>
        <p:nvSpPr>
          <p:cNvPr id="282" name="Forme libre 281"/>
          <p:cNvSpPr/>
          <p:nvPr/>
        </p:nvSpPr>
        <p:spPr>
          <a:xfrm>
            <a:off x="5629275" y="4200525"/>
            <a:ext cx="1457325" cy="219075"/>
          </a:xfrm>
          <a:custGeom>
            <a:avLst/>
            <a:gdLst>
              <a:gd name="connsiteX0" fmla="*/ 0 w 923925"/>
              <a:gd name="connsiteY0" fmla="*/ 457200 h 457200"/>
              <a:gd name="connsiteX1" fmla="*/ 923925 w 923925"/>
              <a:gd name="connsiteY1" fmla="*/ 457200 h 457200"/>
              <a:gd name="connsiteX2" fmla="*/ 923925 w 923925"/>
              <a:gd name="connsiteY2" fmla="*/ 0 h 457200"/>
              <a:gd name="connsiteX3" fmla="*/ 923925 w 923925"/>
              <a:gd name="connsiteY3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3925" h="457200">
                <a:moveTo>
                  <a:pt x="0" y="457200"/>
                </a:moveTo>
                <a:lnTo>
                  <a:pt x="923925" y="457200"/>
                </a:lnTo>
                <a:lnTo>
                  <a:pt x="923925" y="0"/>
                </a:lnTo>
                <a:lnTo>
                  <a:pt x="923925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9" name="Forme libre 298"/>
          <p:cNvSpPr/>
          <p:nvPr/>
        </p:nvSpPr>
        <p:spPr>
          <a:xfrm>
            <a:off x="657225" y="657224"/>
            <a:ext cx="2809875" cy="2190751"/>
          </a:xfrm>
          <a:custGeom>
            <a:avLst/>
            <a:gdLst>
              <a:gd name="connsiteX0" fmla="*/ 0 w 2514600"/>
              <a:gd name="connsiteY0" fmla="*/ 914400 h 914400"/>
              <a:gd name="connsiteX1" fmla="*/ 0 w 2514600"/>
              <a:gd name="connsiteY1" fmla="*/ 0 h 914400"/>
              <a:gd name="connsiteX2" fmla="*/ 2514600 w 25146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0" h="914400">
                <a:moveTo>
                  <a:pt x="0" y="914400"/>
                </a:moveTo>
                <a:lnTo>
                  <a:pt x="0" y="0"/>
                </a:lnTo>
                <a:lnTo>
                  <a:pt x="25146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0" name="Forme libre 299"/>
          <p:cNvSpPr/>
          <p:nvPr/>
        </p:nvSpPr>
        <p:spPr>
          <a:xfrm flipH="1">
            <a:off x="3533775" y="657225"/>
            <a:ext cx="1038225" cy="1552576"/>
          </a:xfrm>
          <a:custGeom>
            <a:avLst/>
            <a:gdLst>
              <a:gd name="connsiteX0" fmla="*/ 0 w 2514600"/>
              <a:gd name="connsiteY0" fmla="*/ 914400 h 914400"/>
              <a:gd name="connsiteX1" fmla="*/ 0 w 2514600"/>
              <a:gd name="connsiteY1" fmla="*/ 0 h 914400"/>
              <a:gd name="connsiteX2" fmla="*/ 2514600 w 25146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0" h="914400">
                <a:moveTo>
                  <a:pt x="0" y="914400"/>
                </a:moveTo>
                <a:lnTo>
                  <a:pt x="0" y="0"/>
                </a:lnTo>
                <a:lnTo>
                  <a:pt x="25146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01" name="Connecteur droit 300"/>
          <p:cNvCxnSpPr/>
          <p:nvPr/>
        </p:nvCxnSpPr>
        <p:spPr>
          <a:xfrm>
            <a:off x="3467101" y="600075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Connecteur droit 301"/>
          <p:cNvCxnSpPr/>
          <p:nvPr/>
        </p:nvCxnSpPr>
        <p:spPr>
          <a:xfrm>
            <a:off x="3524241" y="600059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Organigramme : Connecteur 304"/>
          <p:cNvSpPr/>
          <p:nvPr/>
        </p:nvSpPr>
        <p:spPr>
          <a:xfrm>
            <a:off x="3305175" y="881061"/>
            <a:ext cx="395291" cy="404813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306" name="Connecteur droit 305"/>
          <p:cNvCxnSpPr/>
          <p:nvPr/>
        </p:nvCxnSpPr>
        <p:spPr>
          <a:xfrm>
            <a:off x="3495686" y="561975"/>
            <a:ext cx="1" cy="3143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Connecteur droit 314"/>
          <p:cNvCxnSpPr/>
          <p:nvPr/>
        </p:nvCxnSpPr>
        <p:spPr>
          <a:xfrm>
            <a:off x="2686061" y="3924305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Connecteur droit 316"/>
          <p:cNvCxnSpPr/>
          <p:nvPr/>
        </p:nvCxnSpPr>
        <p:spPr>
          <a:xfrm>
            <a:off x="2747973" y="3776667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Organigramme : Joindre 317"/>
          <p:cNvSpPr/>
          <p:nvPr/>
        </p:nvSpPr>
        <p:spPr>
          <a:xfrm>
            <a:off x="2695575" y="3945747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19" name="Connecteur droit 318"/>
          <p:cNvCxnSpPr/>
          <p:nvPr/>
        </p:nvCxnSpPr>
        <p:spPr>
          <a:xfrm>
            <a:off x="6381761" y="3952880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Connecteur droit 319"/>
          <p:cNvCxnSpPr/>
          <p:nvPr/>
        </p:nvCxnSpPr>
        <p:spPr>
          <a:xfrm>
            <a:off x="6443673" y="3805242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Organigramme : Joindre 320"/>
          <p:cNvSpPr/>
          <p:nvPr/>
        </p:nvSpPr>
        <p:spPr>
          <a:xfrm>
            <a:off x="6391275" y="3974322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22" name="Rectangle 321"/>
          <p:cNvSpPr/>
          <p:nvPr/>
        </p:nvSpPr>
        <p:spPr>
          <a:xfrm>
            <a:off x="3495675" y="5305425"/>
            <a:ext cx="438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smtClean="0">
                <a:solidFill>
                  <a:schemeClr val="tx1"/>
                </a:solidFill>
              </a:rPr>
              <a:t>AIR</a:t>
            </a:r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340" name="Rectangle 339"/>
          <p:cNvSpPr/>
          <p:nvPr/>
        </p:nvSpPr>
        <p:spPr>
          <a:xfrm>
            <a:off x="2838450" y="1790700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T302 A1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5876925" y="18002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T302 B1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4133850" y="35528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T302 A2</a:t>
            </a:r>
          </a:p>
        </p:txBody>
      </p:sp>
      <p:sp>
        <p:nvSpPr>
          <p:cNvPr id="343" name="Rectangle 342"/>
          <p:cNvSpPr/>
          <p:nvPr/>
        </p:nvSpPr>
        <p:spPr>
          <a:xfrm>
            <a:off x="4581525" y="35528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T302 B2</a:t>
            </a:r>
          </a:p>
        </p:txBody>
      </p:sp>
      <p:sp>
        <p:nvSpPr>
          <p:cNvPr id="344" name="Rectangle à coins arrondis 343"/>
          <p:cNvSpPr/>
          <p:nvPr/>
        </p:nvSpPr>
        <p:spPr>
          <a:xfrm>
            <a:off x="5153024" y="5962650"/>
            <a:ext cx="3724275" cy="47625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S302 : A = service, B = attente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04" name="Organigramme : Connecteur 103"/>
          <p:cNvSpPr/>
          <p:nvPr/>
        </p:nvSpPr>
        <p:spPr>
          <a:xfrm>
            <a:off x="2205035" y="5734050"/>
            <a:ext cx="138113" cy="133350"/>
          </a:xfrm>
          <a:prstGeom prst="flowChartConnector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5" name="Rectangle 344"/>
          <p:cNvSpPr/>
          <p:nvPr/>
        </p:nvSpPr>
        <p:spPr>
          <a:xfrm>
            <a:off x="6905625" y="180975"/>
            <a:ext cx="118110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S301</a:t>
            </a:r>
          </a:p>
        </p:txBody>
      </p:sp>
      <p:sp>
        <p:nvSpPr>
          <p:cNvPr id="126" name="Organigramme : Joindre 125"/>
          <p:cNvSpPr/>
          <p:nvPr/>
        </p:nvSpPr>
        <p:spPr>
          <a:xfrm rot="5400000">
            <a:off x="5981717" y="4757758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57" name="Forme libre 356"/>
          <p:cNvSpPr/>
          <p:nvPr/>
        </p:nvSpPr>
        <p:spPr>
          <a:xfrm>
            <a:off x="8124825" y="3276600"/>
            <a:ext cx="571500" cy="409575"/>
          </a:xfrm>
          <a:custGeom>
            <a:avLst/>
            <a:gdLst>
              <a:gd name="connsiteX0" fmla="*/ 0 w 571500"/>
              <a:gd name="connsiteY0" fmla="*/ 9525 h 409575"/>
              <a:gd name="connsiteX1" fmla="*/ 0 w 571500"/>
              <a:gd name="connsiteY1" fmla="*/ 409575 h 409575"/>
              <a:gd name="connsiteX2" fmla="*/ 571500 w 571500"/>
              <a:gd name="connsiteY2" fmla="*/ 409575 h 409575"/>
              <a:gd name="connsiteX3" fmla="*/ 571500 w 571500"/>
              <a:gd name="connsiteY3" fmla="*/ 0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500" h="409575">
                <a:moveTo>
                  <a:pt x="0" y="9525"/>
                </a:moveTo>
                <a:lnTo>
                  <a:pt x="0" y="409575"/>
                </a:lnTo>
                <a:lnTo>
                  <a:pt x="571500" y="409575"/>
                </a:lnTo>
                <a:lnTo>
                  <a:pt x="5715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58" name="Triangle isocèle 357"/>
          <p:cNvSpPr/>
          <p:nvPr/>
        </p:nvSpPr>
        <p:spPr>
          <a:xfrm>
            <a:off x="8086728" y="3162302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59" name="Triangle isocèle 358"/>
          <p:cNvSpPr/>
          <p:nvPr/>
        </p:nvSpPr>
        <p:spPr>
          <a:xfrm rot="5400000" flipV="1">
            <a:off x="8154918" y="3086239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0" name="Forme libre 359"/>
          <p:cNvSpPr/>
          <p:nvPr/>
        </p:nvSpPr>
        <p:spPr>
          <a:xfrm>
            <a:off x="8067675" y="2943225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1" name="Rectangle 360"/>
          <p:cNvSpPr/>
          <p:nvPr/>
        </p:nvSpPr>
        <p:spPr>
          <a:xfrm>
            <a:off x="7877174" y="2571750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3009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362" name="Bouée 361"/>
          <p:cNvSpPr/>
          <p:nvPr/>
        </p:nvSpPr>
        <p:spPr>
          <a:xfrm>
            <a:off x="7891440" y="2524126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63" name="Triangle isocèle 362"/>
          <p:cNvSpPr/>
          <p:nvPr/>
        </p:nvSpPr>
        <p:spPr>
          <a:xfrm>
            <a:off x="8658228" y="3162302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64" name="Triangle isocèle 363"/>
          <p:cNvSpPr/>
          <p:nvPr/>
        </p:nvSpPr>
        <p:spPr>
          <a:xfrm rot="5400000" flipV="1">
            <a:off x="8726418" y="3086239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5" name="Forme libre 364"/>
          <p:cNvSpPr/>
          <p:nvPr/>
        </p:nvSpPr>
        <p:spPr>
          <a:xfrm>
            <a:off x="8639175" y="2943225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6" name="Rectangle 365"/>
          <p:cNvSpPr/>
          <p:nvPr/>
        </p:nvSpPr>
        <p:spPr>
          <a:xfrm>
            <a:off x="8448674" y="2571750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3010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367" name="Bouée 366"/>
          <p:cNvSpPr/>
          <p:nvPr/>
        </p:nvSpPr>
        <p:spPr>
          <a:xfrm>
            <a:off x="8462940" y="2524126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68" name="Organigramme : Joindre 367"/>
          <p:cNvSpPr/>
          <p:nvPr/>
        </p:nvSpPr>
        <p:spPr>
          <a:xfrm>
            <a:off x="8067675" y="3326622"/>
            <a:ext cx="111963" cy="111903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69" name="Organigramme : Joindre 368"/>
          <p:cNvSpPr/>
          <p:nvPr/>
        </p:nvSpPr>
        <p:spPr>
          <a:xfrm>
            <a:off x="8639175" y="3326622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71" name="Connecteur droit 370"/>
          <p:cNvCxnSpPr/>
          <p:nvPr/>
        </p:nvCxnSpPr>
        <p:spPr>
          <a:xfrm flipV="1">
            <a:off x="8133182" y="3381375"/>
            <a:ext cx="582193" cy="1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e 378"/>
          <p:cNvGrpSpPr/>
          <p:nvPr/>
        </p:nvGrpSpPr>
        <p:grpSpPr>
          <a:xfrm>
            <a:off x="8239125" y="3333750"/>
            <a:ext cx="361950" cy="104775"/>
            <a:chOff x="8048625" y="1771650"/>
            <a:chExt cx="361950" cy="104775"/>
          </a:xfrm>
        </p:grpSpPr>
        <p:cxnSp>
          <p:nvCxnSpPr>
            <p:cNvPr id="374" name="Connecteur droit 373"/>
            <p:cNvCxnSpPr/>
            <p:nvPr/>
          </p:nvCxnSpPr>
          <p:spPr>
            <a:xfrm flipH="1">
              <a:off x="80486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Connecteur droit 374"/>
            <p:cNvCxnSpPr/>
            <p:nvPr/>
          </p:nvCxnSpPr>
          <p:spPr>
            <a:xfrm flipH="1">
              <a:off x="81248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Connecteur droit 375"/>
            <p:cNvCxnSpPr/>
            <p:nvPr/>
          </p:nvCxnSpPr>
          <p:spPr>
            <a:xfrm flipH="1">
              <a:off x="82010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Connecteur droit 376"/>
            <p:cNvCxnSpPr/>
            <p:nvPr/>
          </p:nvCxnSpPr>
          <p:spPr>
            <a:xfrm flipH="1">
              <a:off x="82772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Connecteur droit 377"/>
            <p:cNvCxnSpPr/>
            <p:nvPr/>
          </p:nvCxnSpPr>
          <p:spPr>
            <a:xfrm flipH="1">
              <a:off x="83534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e 411"/>
          <p:cNvGrpSpPr/>
          <p:nvPr/>
        </p:nvGrpSpPr>
        <p:grpSpPr>
          <a:xfrm>
            <a:off x="8351067" y="4807760"/>
            <a:ext cx="221430" cy="102377"/>
            <a:chOff x="8351067" y="4798235"/>
            <a:chExt cx="221430" cy="102377"/>
          </a:xfrm>
        </p:grpSpPr>
        <p:sp>
          <p:nvSpPr>
            <p:cNvPr id="216" name="Organigramme : Joindre 215"/>
            <p:cNvSpPr/>
            <p:nvPr/>
          </p:nvSpPr>
          <p:spPr>
            <a:xfrm rot="10800000">
              <a:off x="8351067" y="4798235"/>
              <a:ext cx="95271" cy="100029"/>
            </a:xfrm>
            <a:prstGeom prst="flowChartCollate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sp>
          <p:nvSpPr>
            <p:cNvPr id="217" name="Rectangle à coins arrondis 216"/>
            <p:cNvSpPr/>
            <p:nvPr/>
          </p:nvSpPr>
          <p:spPr>
            <a:xfrm>
              <a:off x="8510586" y="4800600"/>
              <a:ext cx="61911" cy="100012"/>
            </a:xfrm>
            <a:prstGeom prst="roundRect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cxnSp>
          <p:nvCxnSpPr>
            <p:cNvPr id="219" name="Connecteur droit 218"/>
            <p:cNvCxnSpPr/>
            <p:nvPr/>
          </p:nvCxnSpPr>
          <p:spPr>
            <a:xfrm>
              <a:off x="8410575" y="4852988"/>
              <a:ext cx="95250" cy="0"/>
            </a:xfrm>
            <a:prstGeom prst="line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382" name="Organigramme : Joindre 381"/>
          <p:cNvSpPr/>
          <p:nvPr/>
        </p:nvSpPr>
        <p:spPr>
          <a:xfrm rot="10800000">
            <a:off x="8351067" y="4407710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83" name="Rectangle 382"/>
          <p:cNvSpPr/>
          <p:nvPr/>
        </p:nvSpPr>
        <p:spPr>
          <a:xfrm>
            <a:off x="7896226" y="962025"/>
            <a:ext cx="828674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S303</a:t>
            </a:r>
          </a:p>
        </p:txBody>
      </p:sp>
      <p:sp>
        <p:nvSpPr>
          <p:cNvPr id="387" name="Forme libre 386"/>
          <p:cNvSpPr/>
          <p:nvPr/>
        </p:nvSpPr>
        <p:spPr>
          <a:xfrm>
            <a:off x="6634146" y="342900"/>
            <a:ext cx="557229" cy="323849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3" name="Forme libre 392"/>
          <p:cNvSpPr/>
          <p:nvPr/>
        </p:nvSpPr>
        <p:spPr>
          <a:xfrm>
            <a:off x="7810500" y="1295400"/>
            <a:ext cx="504825" cy="2914650"/>
          </a:xfrm>
          <a:custGeom>
            <a:avLst/>
            <a:gdLst>
              <a:gd name="connsiteX0" fmla="*/ 0 w 504825"/>
              <a:gd name="connsiteY0" fmla="*/ 2914650 h 2914650"/>
              <a:gd name="connsiteX1" fmla="*/ 0 w 504825"/>
              <a:gd name="connsiteY1" fmla="*/ 819150 h 2914650"/>
              <a:gd name="connsiteX2" fmla="*/ 504825 w 504825"/>
              <a:gd name="connsiteY2" fmla="*/ 819150 h 2914650"/>
              <a:gd name="connsiteX3" fmla="*/ 504825 w 504825"/>
              <a:gd name="connsiteY3" fmla="*/ 0 h 2914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4825" h="2914650">
                <a:moveTo>
                  <a:pt x="0" y="2914650"/>
                </a:moveTo>
                <a:lnTo>
                  <a:pt x="0" y="819150"/>
                </a:lnTo>
                <a:lnTo>
                  <a:pt x="504825" y="819150"/>
                </a:lnTo>
                <a:lnTo>
                  <a:pt x="504825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97" name="Connecteur droit 396"/>
          <p:cNvCxnSpPr/>
          <p:nvPr/>
        </p:nvCxnSpPr>
        <p:spPr>
          <a:xfrm>
            <a:off x="2357440" y="2395538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8" name="Connecteur droit 397"/>
          <p:cNvCxnSpPr/>
          <p:nvPr/>
        </p:nvCxnSpPr>
        <p:spPr>
          <a:xfrm>
            <a:off x="6815140" y="2386013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" name="Groupe 406"/>
          <p:cNvGrpSpPr/>
          <p:nvPr/>
        </p:nvGrpSpPr>
        <p:grpSpPr>
          <a:xfrm>
            <a:off x="4169566" y="4802985"/>
            <a:ext cx="114300" cy="119063"/>
            <a:chOff x="3340891" y="4221960"/>
            <a:chExt cx="114300" cy="119063"/>
          </a:xfrm>
        </p:grpSpPr>
        <p:cxnSp>
          <p:nvCxnSpPr>
            <p:cNvPr id="401" name="Connecteur droit 400"/>
            <p:cNvCxnSpPr/>
            <p:nvPr/>
          </p:nvCxnSpPr>
          <p:spPr>
            <a:xfrm rot="5400000" flipV="1">
              <a:off x="3398041" y="4174334"/>
              <a:ext cx="0" cy="104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Connecteur droit 401"/>
            <p:cNvCxnSpPr/>
            <p:nvPr/>
          </p:nvCxnSpPr>
          <p:spPr>
            <a:xfrm rot="5400000" flipV="1">
              <a:off x="3398041" y="4288634"/>
              <a:ext cx="0" cy="104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Connecteur droit avec flèche 404"/>
            <p:cNvCxnSpPr/>
            <p:nvPr/>
          </p:nvCxnSpPr>
          <p:spPr>
            <a:xfrm rot="5400000" flipH="1">
              <a:off x="3338509" y="4224342"/>
              <a:ext cx="119063" cy="1143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6" name="Organigramme : Joindre 405"/>
          <p:cNvSpPr/>
          <p:nvPr/>
        </p:nvSpPr>
        <p:spPr>
          <a:xfrm rot="5400000">
            <a:off x="3998143" y="4174348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08" name="Forme libre 407"/>
          <p:cNvSpPr/>
          <p:nvPr/>
        </p:nvSpPr>
        <p:spPr>
          <a:xfrm>
            <a:off x="4229100" y="4914900"/>
            <a:ext cx="4171950" cy="752475"/>
          </a:xfrm>
          <a:custGeom>
            <a:avLst/>
            <a:gdLst>
              <a:gd name="connsiteX0" fmla="*/ 0 w 571500"/>
              <a:gd name="connsiteY0" fmla="*/ 9525 h 409575"/>
              <a:gd name="connsiteX1" fmla="*/ 0 w 571500"/>
              <a:gd name="connsiteY1" fmla="*/ 409575 h 409575"/>
              <a:gd name="connsiteX2" fmla="*/ 571500 w 571500"/>
              <a:gd name="connsiteY2" fmla="*/ 409575 h 409575"/>
              <a:gd name="connsiteX3" fmla="*/ 571500 w 571500"/>
              <a:gd name="connsiteY3" fmla="*/ 0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500" h="409575">
                <a:moveTo>
                  <a:pt x="0" y="9525"/>
                </a:moveTo>
                <a:lnTo>
                  <a:pt x="0" y="409575"/>
                </a:lnTo>
                <a:lnTo>
                  <a:pt x="571500" y="409575"/>
                </a:lnTo>
                <a:lnTo>
                  <a:pt x="571500" y="0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 dirty="0"/>
          </a:p>
        </p:txBody>
      </p:sp>
      <p:cxnSp>
        <p:nvCxnSpPr>
          <p:cNvPr id="413" name="Connecteur droit avec flèche 412"/>
          <p:cNvCxnSpPr>
            <a:stCxn id="393" idx="3"/>
          </p:cNvCxnSpPr>
          <p:nvPr/>
        </p:nvCxnSpPr>
        <p:spPr>
          <a:xfrm>
            <a:off x="8315325" y="1295400"/>
            <a:ext cx="0" cy="47625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Connecteur droit avec flèche 419"/>
          <p:cNvCxnSpPr/>
          <p:nvPr/>
        </p:nvCxnSpPr>
        <p:spPr>
          <a:xfrm flipH="1">
            <a:off x="6829425" y="342900"/>
            <a:ext cx="419100" cy="1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Connecteur droit 421"/>
          <p:cNvCxnSpPr/>
          <p:nvPr/>
        </p:nvCxnSpPr>
        <p:spPr>
          <a:xfrm>
            <a:off x="523875" y="3419475"/>
            <a:ext cx="981075" cy="0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Connecteur droit 422"/>
          <p:cNvCxnSpPr/>
          <p:nvPr/>
        </p:nvCxnSpPr>
        <p:spPr>
          <a:xfrm>
            <a:off x="666750" y="3000375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4" name="Organigramme : Joindre 423"/>
          <p:cNvSpPr/>
          <p:nvPr/>
        </p:nvSpPr>
        <p:spPr>
          <a:xfrm rot="10800000">
            <a:off x="552428" y="2833709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25" name="Organigramme : Joindre 424"/>
          <p:cNvSpPr/>
          <p:nvPr/>
        </p:nvSpPr>
        <p:spPr>
          <a:xfrm rot="10800000">
            <a:off x="1285853" y="2833709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26" name="Organigramme : Joindre 425"/>
          <p:cNvSpPr/>
          <p:nvPr/>
        </p:nvSpPr>
        <p:spPr>
          <a:xfrm rot="10800000">
            <a:off x="914378" y="2833709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427" name="Connecteur droit 426"/>
          <p:cNvCxnSpPr/>
          <p:nvPr/>
        </p:nvCxnSpPr>
        <p:spPr>
          <a:xfrm>
            <a:off x="1019175" y="3000375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Connecteur droit 427"/>
          <p:cNvCxnSpPr/>
          <p:nvPr/>
        </p:nvCxnSpPr>
        <p:spPr>
          <a:xfrm>
            <a:off x="1390650" y="2990850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9" name="Connecteur droit avec flèche 428"/>
          <p:cNvCxnSpPr/>
          <p:nvPr/>
        </p:nvCxnSpPr>
        <p:spPr>
          <a:xfrm flipV="1">
            <a:off x="1019175" y="1866900"/>
            <a:ext cx="0" cy="971551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Connecteur droit 429"/>
          <p:cNvCxnSpPr/>
          <p:nvPr/>
        </p:nvCxnSpPr>
        <p:spPr>
          <a:xfrm flipV="1">
            <a:off x="804864" y="2376488"/>
            <a:ext cx="209549" cy="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1" name="Connecteur droit 430"/>
          <p:cNvCxnSpPr/>
          <p:nvPr/>
        </p:nvCxnSpPr>
        <p:spPr>
          <a:xfrm flipV="1">
            <a:off x="642939" y="2376488"/>
            <a:ext cx="209549" cy="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3" name="Organigramme : Joindre 432"/>
          <p:cNvSpPr/>
          <p:nvPr/>
        </p:nvSpPr>
        <p:spPr>
          <a:xfrm rot="5400000">
            <a:off x="726281" y="2293148"/>
            <a:ext cx="204788" cy="161924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36" name="Rectangle 435"/>
          <p:cNvSpPr/>
          <p:nvPr/>
        </p:nvSpPr>
        <p:spPr>
          <a:xfrm>
            <a:off x="1038225" y="1971675"/>
            <a:ext cx="695326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S303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437" name="Organigramme : Joindre 436"/>
          <p:cNvSpPr/>
          <p:nvPr/>
        </p:nvSpPr>
        <p:spPr>
          <a:xfrm>
            <a:off x="5179242" y="5307822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40" name="Organigramme : Connecteur 439"/>
          <p:cNvSpPr/>
          <p:nvPr/>
        </p:nvSpPr>
        <p:spPr>
          <a:xfrm>
            <a:off x="5081590" y="4962525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sp>
        <p:nvSpPr>
          <p:cNvPr id="442" name="Rectangle 441"/>
          <p:cNvSpPr/>
          <p:nvPr/>
        </p:nvSpPr>
        <p:spPr>
          <a:xfrm>
            <a:off x="5076825" y="4953000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grpSp>
        <p:nvGrpSpPr>
          <p:cNvPr id="5" name="Groupe 466"/>
          <p:cNvGrpSpPr/>
          <p:nvPr/>
        </p:nvGrpSpPr>
        <p:grpSpPr>
          <a:xfrm>
            <a:off x="4250398" y="2061267"/>
            <a:ext cx="637340" cy="613521"/>
            <a:chOff x="192748" y="5356917"/>
            <a:chExt cx="637340" cy="613521"/>
          </a:xfrm>
          <a:solidFill>
            <a:schemeClr val="bg1">
              <a:lumMod val="85000"/>
            </a:schemeClr>
          </a:solidFill>
        </p:grpSpPr>
        <p:sp>
          <p:nvSpPr>
            <p:cNvPr id="451" name="Ellipse 450"/>
            <p:cNvSpPr/>
            <p:nvPr/>
          </p:nvSpPr>
          <p:spPr>
            <a:xfrm>
              <a:off x="340519" y="5495923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52" name="Arc plein 451"/>
            <p:cNvSpPr/>
            <p:nvPr/>
          </p:nvSpPr>
          <p:spPr>
            <a:xfrm rot="17940000">
              <a:off x="518794" y="5659143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453" name="Arc plein 452"/>
            <p:cNvSpPr/>
            <p:nvPr/>
          </p:nvSpPr>
          <p:spPr>
            <a:xfrm rot="6960000">
              <a:off x="193061" y="5356604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Groupe 467"/>
          <p:cNvGrpSpPr/>
          <p:nvPr/>
        </p:nvGrpSpPr>
        <p:grpSpPr>
          <a:xfrm rot="5340000">
            <a:off x="4274293" y="2427980"/>
            <a:ext cx="627649" cy="632569"/>
            <a:chOff x="192914" y="5347394"/>
            <a:chExt cx="627649" cy="632569"/>
          </a:xfrm>
          <a:solidFill>
            <a:schemeClr val="bg1">
              <a:lumMod val="85000"/>
            </a:schemeClr>
          </a:solidFill>
        </p:grpSpPr>
        <p:sp>
          <p:nvSpPr>
            <p:cNvPr id="469" name="Ellipse 468"/>
            <p:cNvSpPr/>
            <p:nvPr/>
          </p:nvSpPr>
          <p:spPr>
            <a:xfrm>
              <a:off x="340353" y="5505446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70" name="Arc plein 469"/>
            <p:cNvSpPr/>
            <p:nvPr/>
          </p:nvSpPr>
          <p:spPr>
            <a:xfrm rot="-3660000">
              <a:off x="509269" y="5668668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471" name="Arc plein 470"/>
            <p:cNvSpPr/>
            <p:nvPr/>
          </p:nvSpPr>
          <p:spPr>
            <a:xfrm rot="6960000">
              <a:off x="193227" y="5347081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Groupe 475"/>
          <p:cNvGrpSpPr/>
          <p:nvPr/>
        </p:nvGrpSpPr>
        <p:grpSpPr>
          <a:xfrm rot="-5280000">
            <a:off x="4254995" y="2818508"/>
            <a:ext cx="628147" cy="632565"/>
            <a:chOff x="202267" y="5356585"/>
            <a:chExt cx="628147" cy="632565"/>
          </a:xfrm>
          <a:solidFill>
            <a:schemeClr val="bg1">
              <a:lumMod val="85000"/>
            </a:schemeClr>
          </a:solidFill>
        </p:grpSpPr>
        <p:sp>
          <p:nvSpPr>
            <p:cNvPr id="477" name="Ellipse 476"/>
            <p:cNvSpPr/>
            <p:nvPr/>
          </p:nvSpPr>
          <p:spPr>
            <a:xfrm>
              <a:off x="340519" y="5495923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78" name="Arc plein 477"/>
            <p:cNvSpPr/>
            <p:nvPr/>
          </p:nvSpPr>
          <p:spPr>
            <a:xfrm rot="17940000">
              <a:off x="519120" y="5677855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479" name="Arc plein 478"/>
            <p:cNvSpPr/>
            <p:nvPr/>
          </p:nvSpPr>
          <p:spPr>
            <a:xfrm rot="6960000">
              <a:off x="202580" y="5356272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sp>
        <p:nvSpPr>
          <p:cNvPr id="480" name="Rectangle 479"/>
          <p:cNvSpPr/>
          <p:nvPr/>
        </p:nvSpPr>
        <p:spPr>
          <a:xfrm>
            <a:off x="5438775" y="914400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Event </a:t>
            </a:r>
            <a:endParaRPr lang="fr-FR" sz="1000" dirty="0">
              <a:solidFill>
                <a:schemeClr val="tx1"/>
              </a:solidFill>
            </a:endParaRPr>
          </a:p>
        </p:txBody>
      </p:sp>
      <p:cxnSp>
        <p:nvCxnSpPr>
          <p:cNvPr id="481" name="Connecteur droit avec flèche 480"/>
          <p:cNvCxnSpPr/>
          <p:nvPr/>
        </p:nvCxnSpPr>
        <p:spPr>
          <a:xfrm flipV="1">
            <a:off x="5286374" y="1085850"/>
            <a:ext cx="342901" cy="2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Organigramme : Connecteur 208"/>
          <p:cNvSpPr/>
          <p:nvPr/>
        </p:nvSpPr>
        <p:spPr>
          <a:xfrm>
            <a:off x="7229475" y="279559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10" name="Connecteur droit 209"/>
          <p:cNvCxnSpPr>
            <a:stCxn id="209" idx="6"/>
          </p:cNvCxnSpPr>
          <p:nvPr/>
        </p:nvCxnSpPr>
        <p:spPr>
          <a:xfrm flipV="1">
            <a:off x="7529513" y="2938465"/>
            <a:ext cx="7143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Rectangle 210"/>
          <p:cNvSpPr/>
          <p:nvPr/>
        </p:nvSpPr>
        <p:spPr>
          <a:xfrm>
            <a:off x="7153275" y="277177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TI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266700" y="6181726"/>
            <a:ext cx="1904999" cy="361950"/>
          </a:xfrm>
          <a:prstGeom prst="rect">
            <a:avLst/>
          </a:prstGeom>
          <a:solidFill>
            <a:srgbClr val="FFFF99"/>
          </a:solidFill>
          <a:ln w="6350" cmpd="dbl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 smtClean="0">
                <a:solidFill>
                  <a:schemeClr val="tx1"/>
                </a:solidFill>
              </a:rPr>
              <a:t>PCF AIR INSTRUMENT </a:t>
            </a:r>
          </a:p>
          <a:p>
            <a:pPr algn="ctr"/>
            <a:r>
              <a:rPr lang="fr-FR" sz="1100" b="1" dirty="0" smtClean="0">
                <a:solidFill>
                  <a:schemeClr val="tx1"/>
                </a:solidFill>
              </a:rPr>
              <a:t>7841 901 330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3171825" y="942975"/>
            <a:ext cx="666750" cy="257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FT 612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1" name="Connecteur droit 440"/>
          <p:cNvCxnSpPr/>
          <p:nvPr/>
        </p:nvCxnSpPr>
        <p:spPr>
          <a:xfrm>
            <a:off x="5226878" y="5250672"/>
            <a:ext cx="2347" cy="2452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Connecteur droit 409"/>
          <p:cNvCxnSpPr/>
          <p:nvPr/>
        </p:nvCxnSpPr>
        <p:spPr>
          <a:xfrm flipH="1">
            <a:off x="8401050" y="4124325"/>
            <a:ext cx="9525" cy="685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" name="Forme libre 408"/>
          <p:cNvSpPr/>
          <p:nvPr/>
        </p:nvSpPr>
        <p:spPr>
          <a:xfrm flipH="1">
            <a:off x="3933822" y="4238626"/>
            <a:ext cx="295277" cy="561974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 dirty="0"/>
          </a:p>
        </p:txBody>
      </p:sp>
      <p:sp>
        <p:nvSpPr>
          <p:cNvPr id="22" name="Rectangle à coins arrondis 21"/>
          <p:cNvSpPr/>
          <p:nvPr/>
        </p:nvSpPr>
        <p:spPr>
          <a:xfrm>
            <a:off x="5495925" y="1676401"/>
            <a:ext cx="1209675" cy="2119312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à coins arrondis 35"/>
          <p:cNvSpPr/>
          <p:nvPr/>
        </p:nvSpPr>
        <p:spPr>
          <a:xfrm>
            <a:off x="2466974" y="1676400"/>
            <a:ext cx="1209675" cy="2114550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Forme libre 40"/>
          <p:cNvSpPr/>
          <p:nvPr/>
        </p:nvSpPr>
        <p:spPr>
          <a:xfrm>
            <a:off x="3081338" y="1452563"/>
            <a:ext cx="1328737" cy="923925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Forme libre 41"/>
          <p:cNvSpPr/>
          <p:nvPr/>
        </p:nvSpPr>
        <p:spPr>
          <a:xfrm flipH="1">
            <a:off x="4724400" y="1452547"/>
            <a:ext cx="1366838" cy="923925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Forme libre 42"/>
          <p:cNvSpPr/>
          <p:nvPr/>
        </p:nvSpPr>
        <p:spPr>
          <a:xfrm flipV="1">
            <a:off x="3081322" y="3124199"/>
            <a:ext cx="1328737" cy="885825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Forme libre 43"/>
          <p:cNvSpPr/>
          <p:nvPr/>
        </p:nvSpPr>
        <p:spPr>
          <a:xfrm flipH="1" flipV="1">
            <a:off x="4729163" y="3124199"/>
            <a:ext cx="1362056" cy="885824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5" name="Forme libre 44"/>
          <p:cNvSpPr/>
          <p:nvPr/>
        </p:nvSpPr>
        <p:spPr>
          <a:xfrm>
            <a:off x="3919538" y="2752725"/>
            <a:ext cx="500062" cy="1228725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Forme libre 45"/>
          <p:cNvSpPr/>
          <p:nvPr/>
        </p:nvSpPr>
        <p:spPr>
          <a:xfrm flipH="1" flipV="1">
            <a:off x="2333624" y="4033838"/>
            <a:ext cx="1595421" cy="419100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7" name="Forme libre 46"/>
          <p:cNvSpPr/>
          <p:nvPr/>
        </p:nvSpPr>
        <p:spPr>
          <a:xfrm flipH="1" flipV="1">
            <a:off x="5191124" y="1476376"/>
            <a:ext cx="95244" cy="1281112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49" name="Connecteur droit 48"/>
          <p:cNvCxnSpPr/>
          <p:nvPr/>
        </p:nvCxnSpPr>
        <p:spPr>
          <a:xfrm>
            <a:off x="4724401" y="2752726"/>
            <a:ext cx="30003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rganigramme : Joindre 49"/>
          <p:cNvSpPr/>
          <p:nvPr/>
        </p:nvSpPr>
        <p:spPr>
          <a:xfrm rot="5400000">
            <a:off x="4993489" y="2659859"/>
            <a:ext cx="204788" cy="180974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55" name="Connecteur droit 54"/>
          <p:cNvCxnSpPr/>
          <p:nvPr/>
        </p:nvCxnSpPr>
        <p:spPr>
          <a:xfrm>
            <a:off x="5286375" y="1081088"/>
            <a:ext cx="9" cy="3381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/>
          <p:nvPr/>
        </p:nvCxnSpPr>
        <p:spPr>
          <a:xfrm>
            <a:off x="2138363" y="4348163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/>
          <p:cNvCxnSpPr/>
          <p:nvPr/>
        </p:nvCxnSpPr>
        <p:spPr>
          <a:xfrm>
            <a:off x="2333630" y="4352910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avec flèche 60"/>
          <p:cNvCxnSpPr/>
          <p:nvPr/>
        </p:nvCxnSpPr>
        <p:spPr>
          <a:xfrm flipV="1">
            <a:off x="2138363" y="4348163"/>
            <a:ext cx="195262" cy="2000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2133600" y="5295901"/>
            <a:ext cx="819150" cy="3429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64" name="Rectangle 63"/>
          <p:cNvSpPr/>
          <p:nvPr/>
        </p:nvSpPr>
        <p:spPr>
          <a:xfrm>
            <a:off x="2947989" y="5438775"/>
            <a:ext cx="576262" cy="5238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63" name="Ellipse 62"/>
          <p:cNvSpPr/>
          <p:nvPr/>
        </p:nvSpPr>
        <p:spPr>
          <a:xfrm>
            <a:off x="3047994" y="5272086"/>
            <a:ext cx="409575" cy="381000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66" name="Connecteur droit 65"/>
          <p:cNvCxnSpPr>
            <a:stCxn id="63" idx="1"/>
            <a:endCxn id="63" idx="4"/>
          </p:cNvCxnSpPr>
          <p:nvPr/>
        </p:nvCxnSpPr>
        <p:spPr>
          <a:xfrm>
            <a:off x="3107975" y="5327882"/>
            <a:ext cx="144807" cy="3252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/>
          <p:cNvCxnSpPr>
            <a:stCxn id="63" idx="7"/>
            <a:endCxn id="63" idx="4"/>
          </p:cNvCxnSpPr>
          <p:nvPr/>
        </p:nvCxnSpPr>
        <p:spPr>
          <a:xfrm flipH="1">
            <a:off x="3252782" y="5327882"/>
            <a:ext cx="144806" cy="3252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69"/>
          <p:cNvCxnSpPr/>
          <p:nvPr/>
        </p:nvCxnSpPr>
        <p:spPr>
          <a:xfrm>
            <a:off x="3252782" y="5172063"/>
            <a:ext cx="6" cy="557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/>
          <p:cNvCxnSpPr/>
          <p:nvPr/>
        </p:nvCxnSpPr>
        <p:spPr>
          <a:xfrm>
            <a:off x="3214688" y="5172075"/>
            <a:ext cx="714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72"/>
          <p:cNvCxnSpPr/>
          <p:nvPr/>
        </p:nvCxnSpPr>
        <p:spPr>
          <a:xfrm>
            <a:off x="3214672" y="5724567"/>
            <a:ext cx="714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Forme libre 73"/>
          <p:cNvSpPr/>
          <p:nvPr/>
        </p:nvSpPr>
        <p:spPr>
          <a:xfrm>
            <a:off x="1524000" y="4448176"/>
            <a:ext cx="614363" cy="1019174"/>
          </a:xfrm>
          <a:custGeom>
            <a:avLst/>
            <a:gdLst>
              <a:gd name="connsiteX0" fmla="*/ 614363 w 614363"/>
              <a:gd name="connsiteY0" fmla="*/ 0 h 923925"/>
              <a:gd name="connsiteX1" fmla="*/ 0 w 614363"/>
              <a:gd name="connsiteY1" fmla="*/ 0 h 923925"/>
              <a:gd name="connsiteX2" fmla="*/ 0 w 614363"/>
              <a:gd name="connsiteY2" fmla="*/ 923925 h 923925"/>
              <a:gd name="connsiteX3" fmla="*/ 461963 w 614363"/>
              <a:gd name="connsiteY3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4363" h="923925">
                <a:moveTo>
                  <a:pt x="614363" y="0"/>
                </a:moveTo>
                <a:lnTo>
                  <a:pt x="0" y="0"/>
                </a:lnTo>
                <a:lnTo>
                  <a:pt x="0" y="923925"/>
                </a:lnTo>
                <a:lnTo>
                  <a:pt x="461963" y="923925"/>
                </a:lnTo>
              </a:path>
            </a:pathLst>
          </a:cu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6" name="Connecteur droit 75"/>
          <p:cNvCxnSpPr>
            <a:endCxn id="62" idx="1"/>
          </p:cNvCxnSpPr>
          <p:nvPr/>
        </p:nvCxnSpPr>
        <p:spPr>
          <a:xfrm>
            <a:off x="2043113" y="5467350"/>
            <a:ext cx="90487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/>
          <p:cNvCxnSpPr/>
          <p:nvPr/>
        </p:nvCxnSpPr>
        <p:spPr>
          <a:xfrm>
            <a:off x="1990726" y="5410200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1"/>
          <p:cNvCxnSpPr/>
          <p:nvPr/>
        </p:nvCxnSpPr>
        <p:spPr>
          <a:xfrm>
            <a:off x="2047866" y="5410184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Forme libre 82"/>
          <p:cNvSpPr/>
          <p:nvPr/>
        </p:nvSpPr>
        <p:spPr>
          <a:xfrm>
            <a:off x="2814638" y="5629275"/>
            <a:ext cx="785811" cy="628650"/>
          </a:xfrm>
          <a:custGeom>
            <a:avLst/>
            <a:gdLst>
              <a:gd name="connsiteX0" fmla="*/ 0 w 628650"/>
              <a:gd name="connsiteY0" fmla="*/ 0 h 528637"/>
              <a:gd name="connsiteX1" fmla="*/ 0 w 628650"/>
              <a:gd name="connsiteY1" fmla="*/ 528637 h 528637"/>
              <a:gd name="connsiteX2" fmla="*/ 628650 w 628650"/>
              <a:gd name="connsiteY2" fmla="*/ 528637 h 528637"/>
              <a:gd name="connsiteX3" fmla="*/ 628650 w 628650"/>
              <a:gd name="connsiteY3" fmla="*/ 528637 h 528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8650" h="528637">
                <a:moveTo>
                  <a:pt x="0" y="0"/>
                </a:moveTo>
                <a:lnTo>
                  <a:pt x="0" y="528637"/>
                </a:lnTo>
                <a:lnTo>
                  <a:pt x="628650" y="528637"/>
                </a:lnTo>
                <a:lnTo>
                  <a:pt x="628650" y="528637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7" name="Organigramme : Joindre 86"/>
          <p:cNvSpPr/>
          <p:nvPr/>
        </p:nvSpPr>
        <p:spPr>
          <a:xfrm rot="5400000">
            <a:off x="3564731" y="6169823"/>
            <a:ext cx="204788" cy="161924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88" name="Organigramme : Joindre 87"/>
          <p:cNvSpPr/>
          <p:nvPr/>
        </p:nvSpPr>
        <p:spPr>
          <a:xfrm rot="5400000">
            <a:off x="3943367" y="6176966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89" name="Connecteur droit 88"/>
          <p:cNvCxnSpPr/>
          <p:nvPr/>
        </p:nvCxnSpPr>
        <p:spPr>
          <a:xfrm flipV="1">
            <a:off x="3748089" y="6253163"/>
            <a:ext cx="209549" cy="2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à coins arrondis 93"/>
          <p:cNvSpPr/>
          <p:nvPr/>
        </p:nvSpPr>
        <p:spPr>
          <a:xfrm>
            <a:off x="3581401" y="5957888"/>
            <a:ext cx="161925" cy="123825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96" name="Connecteur droit 95"/>
          <p:cNvCxnSpPr>
            <a:endCxn id="94" idx="2"/>
          </p:cNvCxnSpPr>
          <p:nvPr/>
        </p:nvCxnSpPr>
        <p:spPr>
          <a:xfrm flipH="1" flipV="1">
            <a:off x="3662364" y="6081713"/>
            <a:ext cx="2397" cy="173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eur droit 97"/>
          <p:cNvCxnSpPr/>
          <p:nvPr/>
        </p:nvCxnSpPr>
        <p:spPr>
          <a:xfrm>
            <a:off x="4133850" y="6257925"/>
            <a:ext cx="600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Forme libre 100"/>
          <p:cNvSpPr/>
          <p:nvPr/>
        </p:nvSpPr>
        <p:spPr>
          <a:xfrm>
            <a:off x="2205038" y="5895977"/>
            <a:ext cx="138112" cy="80962"/>
          </a:xfrm>
          <a:custGeom>
            <a:avLst/>
            <a:gdLst>
              <a:gd name="connsiteX0" fmla="*/ 0 w 138112"/>
              <a:gd name="connsiteY0" fmla="*/ 0 h 80962"/>
              <a:gd name="connsiteX1" fmla="*/ 61912 w 138112"/>
              <a:gd name="connsiteY1" fmla="*/ 80962 h 80962"/>
              <a:gd name="connsiteX2" fmla="*/ 138112 w 138112"/>
              <a:gd name="connsiteY2" fmla="*/ 9525 h 8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112" h="80962">
                <a:moveTo>
                  <a:pt x="0" y="0"/>
                </a:moveTo>
                <a:lnTo>
                  <a:pt x="61912" y="80962"/>
                </a:lnTo>
                <a:lnTo>
                  <a:pt x="138112" y="9525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03" name="Connecteur droit 102"/>
          <p:cNvCxnSpPr/>
          <p:nvPr/>
        </p:nvCxnSpPr>
        <p:spPr>
          <a:xfrm>
            <a:off x="2266950" y="5986464"/>
            <a:ext cx="0" cy="1381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eur droit 105"/>
          <p:cNvCxnSpPr/>
          <p:nvPr/>
        </p:nvCxnSpPr>
        <p:spPr>
          <a:xfrm flipH="1">
            <a:off x="2262188" y="5638800"/>
            <a:ext cx="4762" cy="2714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/>
          <p:cNvSpPr/>
          <p:nvPr/>
        </p:nvSpPr>
        <p:spPr>
          <a:xfrm>
            <a:off x="2395544" y="2462213"/>
            <a:ext cx="71438" cy="414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13" name="Connecteur droit 112"/>
          <p:cNvCxnSpPr/>
          <p:nvPr/>
        </p:nvCxnSpPr>
        <p:spPr>
          <a:xfrm>
            <a:off x="2395540" y="2395538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4" name="Rectangle 113"/>
          <p:cNvSpPr/>
          <p:nvPr/>
        </p:nvSpPr>
        <p:spPr>
          <a:xfrm>
            <a:off x="6705619" y="2457451"/>
            <a:ext cx="71438" cy="414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15" name="Connecteur droit 114"/>
          <p:cNvCxnSpPr/>
          <p:nvPr/>
        </p:nvCxnSpPr>
        <p:spPr>
          <a:xfrm>
            <a:off x="6777060" y="2390776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Connecteur droit 116"/>
          <p:cNvCxnSpPr/>
          <p:nvPr/>
        </p:nvCxnSpPr>
        <p:spPr>
          <a:xfrm>
            <a:off x="2676536" y="1485905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eur droit 117"/>
          <p:cNvCxnSpPr/>
          <p:nvPr/>
        </p:nvCxnSpPr>
        <p:spPr>
          <a:xfrm>
            <a:off x="2676520" y="1528756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eur droit 119"/>
          <p:cNvCxnSpPr/>
          <p:nvPr/>
        </p:nvCxnSpPr>
        <p:spPr>
          <a:xfrm>
            <a:off x="2738448" y="1528767"/>
            <a:ext cx="0" cy="1381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eur droit 120"/>
          <p:cNvCxnSpPr/>
          <p:nvPr/>
        </p:nvCxnSpPr>
        <p:spPr>
          <a:xfrm>
            <a:off x="6357948" y="1495431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eur droit 121"/>
          <p:cNvCxnSpPr/>
          <p:nvPr/>
        </p:nvCxnSpPr>
        <p:spPr>
          <a:xfrm>
            <a:off x="6367457" y="1538282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eur droit 122"/>
          <p:cNvCxnSpPr/>
          <p:nvPr/>
        </p:nvCxnSpPr>
        <p:spPr>
          <a:xfrm>
            <a:off x="6429385" y="1538293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Forme libre 127"/>
          <p:cNvSpPr/>
          <p:nvPr/>
        </p:nvSpPr>
        <p:spPr>
          <a:xfrm flipV="1">
            <a:off x="4576746" y="4619624"/>
            <a:ext cx="852504" cy="219075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9" name="Organigramme : Délai 128"/>
          <p:cNvSpPr/>
          <p:nvPr/>
        </p:nvSpPr>
        <p:spPr>
          <a:xfrm rot="5400000">
            <a:off x="5417343" y="4798240"/>
            <a:ext cx="433388" cy="390524"/>
          </a:xfrm>
          <a:prstGeom prst="flowChartDelay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31" name="Connecteur droit 130"/>
          <p:cNvCxnSpPr/>
          <p:nvPr/>
        </p:nvCxnSpPr>
        <p:spPr>
          <a:xfrm>
            <a:off x="5424488" y="4743471"/>
            <a:ext cx="414337" cy="0"/>
          </a:xfrm>
          <a:prstGeom prst="lin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0" name="Connecteur droit 139"/>
          <p:cNvCxnSpPr/>
          <p:nvPr/>
        </p:nvCxnSpPr>
        <p:spPr>
          <a:xfrm>
            <a:off x="5819775" y="4838700"/>
            <a:ext cx="2000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eur droit 148"/>
          <p:cNvCxnSpPr/>
          <p:nvPr/>
        </p:nvCxnSpPr>
        <p:spPr>
          <a:xfrm flipH="1">
            <a:off x="8410575" y="3686175"/>
            <a:ext cx="9526" cy="5143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Forme libre 149"/>
          <p:cNvSpPr/>
          <p:nvPr/>
        </p:nvSpPr>
        <p:spPr>
          <a:xfrm>
            <a:off x="6162675" y="3409951"/>
            <a:ext cx="1457326" cy="1428750"/>
          </a:xfrm>
          <a:custGeom>
            <a:avLst/>
            <a:gdLst>
              <a:gd name="connsiteX0" fmla="*/ 0 w 1462088"/>
              <a:gd name="connsiteY0" fmla="*/ 1428750 h 1428750"/>
              <a:gd name="connsiteX1" fmla="*/ 1462088 w 1462088"/>
              <a:gd name="connsiteY1" fmla="*/ 1428750 h 1428750"/>
              <a:gd name="connsiteX2" fmla="*/ 1462088 w 1462088"/>
              <a:gd name="connsiteY2" fmla="*/ 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62088" h="1428750">
                <a:moveTo>
                  <a:pt x="0" y="1428750"/>
                </a:moveTo>
                <a:lnTo>
                  <a:pt x="1462088" y="1428750"/>
                </a:lnTo>
                <a:lnTo>
                  <a:pt x="1462088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7" name="Connecteur droit 156"/>
          <p:cNvCxnSpPr/>
          <p:nvPr/>
        </p:nvCxnSpPr>
        <p:spPr>
          <a:xfrm>
            <a:off x="7620000" y="4210050"/>
            <a:ext cx="8001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Forme libre 159"/>
          <p:cNvSpPr/>
          <p:nvPr/>
        </p:nvSpPr>
        <p:spPr>
          <a:xfrm>
            <a:off x="5010150" y="5214938"/>
            <a:ext cx="623888" cy="271462"/>
          </a:xfrm>
          <a:custGeom>
            <a:avLst/>
            <a:gdLst>
              <a:gd name="connsiteX0" fmla="*/ 242888 w 242888"/>
              <a:gd name="connsiteY0" fmla="*/ 0 h 119062"/>
              <a:gd name="connsiteX1" fmla="*/ 242888 w 242888"/>
              <a:gd name="connsiteY1" fmla="*/ 119062 h 119062"/>
              <a:gd name="connsiteX2" fmla="*/ 0 w 242888"/>
              <a:gd name="connsiteY2" fmla="*/ 119062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88" h="119062">
                <a:moveTo>
                  <a:pt x="242888" y="0"/>
                </a:moveTo>
                <a:lnTo>
                  <a:pt x="242888" y="119062"/>
                </a:lnTo>
                <a:lnTo>
                  <a:pt x="0" y="119062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1" name="Organigramme : Joindre 160"/>
          <p:cNvSpPr/>
          <p:nvPr/>
        </p:nvSpPr>
        <p:spPr>
          <a:xfrm rot="5400000">
            <a:off x="4922067" y="5441173"/>
            <a:ext cx="95271" cy="100029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62" name="Organigramme : Joindre 161"/>
          <p:cNvSpPr/>
          <p:nvPr/>
        </p:nvSpPr>
        <p:spPr>
          <a:xfrm rot="10800000">
            <a:off x="7505678" y="3243284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64" name="Connecteur droit 163"/>
          <p:cNvCxnSpPr/>
          <p:nvPr/>
        </p:nvCxnSpPr>
        <p:spPr>
          <a:xfrm>
            <a:off x="7615199" y="676275"/>
            <a:ext cx="17" cy="25765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eur droit avec flèche 165"/>
          <p:cNvCxnSpPr/>
          <p:nvPr/>
        </p:nvCxnSpPr>
        <p:spPr>
          <a:xfrm flipH="1">
            <a:off x="5610227" y="666750"/>
            <a:ext cx="2009773" cy="1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à coins arrondis 172"/>
          <p:cNvSpPr/>
          <p:nvPr/>
        </p:nvSpPr>
        <p:spPr>
          <a:xfrm>
            <a:off x="5014914" y="2462213"/>
            <a:ext cx="161925" cy="123825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75" name="Connecteur droit 174"/>
          <p:cNvCxnSpPr/>
          <p:nvPr/>
        </p:nvCxnSpPr>
        <p:spPr>
          <a:xfrm>
            <a:off x="5095876" y="2586037"/>
            <a:ext cx="0" cy="16668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Forme libre 176"/>
          <p:cNvSpPr/>
          <p:nvPr/>
        </p:nvSpPr>
        <p:spPr>
          <a:xfrm>
            <a:off x="6710363" y="1857375"/>
            <a:ext cx="523875" cy="247650"/>
          </a:xfrm>
          <a:custGeom>
            <a:avLst/>
            <a:gdLst>
              <a:gd name="connsiteX0" fmla="*/ 0 w 357187"/>
              <a:gd name="connsiteY0" fmla="*/ 247650 h 247650"/>
              <a:gd name="connsiteX1" fmla="*/ 357187 w 357187"/>
              <a:gd name="connsiteY1" fmla="*/ 247650 h 247650"/>
              <a:gd name="connsiteX2" fmla="*/ 357187 w 35718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187" h="247650">
                <a:moveTo>
                  <a:pt x="0" y="247650"/>
                </a:moveTo>
                <a:lnTo>
                  <a:pt x="357187" y="247650"/>
                </a:lnTo>
                <a:lnTo>
                  <a:pt x="357187" y="0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8" name="Triangle isocèle 177"/>
          <p:cNvSpPr/>
          <p:nvPr/>
        </p:nvSpPr>
        <p:spPr>
          <a:xfrm>
            <a:off x="7191378" y="1724027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79" name="Triangle isocèle 178"/>
          <p:cNvSpPr/>
          <p:nvPr/>
        </p:nvSpPr>
        <p:spPr>
          <a:xfrm rot="5400000" flipV="1">
            <a:off x="7259568" y="1647964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0" name="Forme libre 179"/>
          <p:cNvSpPr/>
          <p:nvPr/>
        </p:nvSpPr>
        <p:spPr>
          <a:xfrm>
            <a:off x="7172325" y="1504950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2" name="Triangle isocèle 181"/>
          <p:cNvSpPr/>
          <p:nvPr/>
        </p:nvSpPr>
        <p:spPr>
          <a:xfrm>
            <a:off x="1828780" y="1771651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83" name="Triangle isocèle 182"/>
          <p:cNvSpPr/>
          <p:nvPr/>
        </p:nvSpPr>
        <p:spPr>
          <a:xfrm rot="16200000" flipH="1" flipV="1">
            <a:off x="1773145" y="1695588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4" name="Forme libre 183"/>
          <p:cNvSpPr/>
          <p:nvPr/>
        </p:nvSpPr>
        <p:spPr>
          <a:xfrm>
            <a:off x="1809727" y="1552574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5" name="Bouée 184"/>
          <p:cNvSpPr/>
          <p:nvPr/>
        </p:nvSpPr>
        <p:spPr>
          <a:xfrm>
            <a:off x="1623990" y="1123951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86" name="Forme libre 185"/>
          <p:cNvSpPr/>
          <p:nvPr/>
        </p:nvSpPr>
        <p:spPr>
          <a:xfrm flipH="1">
            <a:off x="1866901" y="1885949"/>
            <a:ext cx="590550" cy="247650"/>
          </a:xfrm>
          <a:custGeom>
            <a:avLst/>
            <a:gdLst>
              <a:gd name="connsiteX0" fmla="*/ 0 w 357187"/>
              <a:gd name="connsiteY0" fmla="*/ 247650 h 247650"/>
              <a:gd name="connsiteX1" fmla="*/ 357187 w 357187"/>
              <a:gd name="connsiteY1" fmla="*/ 247650 h 247650"/>
              <a:gd name="connsiteX2" fmla="*/ 357187 w 35718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187" h="247650">
                <a:moveTo>
                  <a:pt x="0" y="247650"/>
                </a:moveTo>
                <a:lnTo>
                  <a:pt x="357187" y="247650"/>
                </a:lnTo>
                <a:lnTo>
                  <a:pt x="357187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0" name="Organigramme : Connecteur 189"/>
          <p:cNvSpPr/>
          <p:nvPr/>
        </p:nvSpPr>
        <p:spPr>
          <a:xfrm>
            <a:off x="6715127" y="1504950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1" name="Connecteur droit 190"/>
          <p:cNvCxnSpPr/>
          <p:nvPr/>
        </p:nvCxnSpPr>
        <p:spPr>
          <a:xfrm>
            <a:off x="6867535" y="1795463"/>
            <a:ext cx="1" cy="3143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Organigramme : Connecteur 191"/>
          <p:cNvSpPr/>
          <p:nvPr/>
        </p:nvSpPr>
        <p:spPr>
          <a:xfrm>
            <a:off x="2905125" y="18097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3" name="Connecteur droit 192"/>
          <p:cNvCxnSpPr/>
          <p:nvPr/>
        </p:nvCxnSpPr>
        <p:spPr>
          <a:xfrm>
            <a:off x="3067051" y="2095501"/>
            <a:ext cx="0" cy="142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Organigramme : Connecteur 197"/>
          <p:cNvSpPr/>
          <p:nvPr/>
        </p:nvSpPr>
        <p:spPr>
          <a:xfrm>
            <a:off x="4200525" y="35623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9" name="Connecteur droit 198"/>
          <p:cNvCxnSpPr/>
          <p:nvPr/>
        </p:nvCxnSpPr>
        <p:spPr>
          <a:xfrm flipH="1" flipV="1">
            <a:off x="4114800" y="3705225"/>
            <a:ext cx="95250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Organigramme : Connecteur 199"/>
          <p:cNvSpPr/>
          <p:nvPr/>
        </p:nvSpPr>
        <p:spPr>
          <a:xfrm>
            <a:off x="4648200" y="355759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01" name="Connecteur droit 200"/>
          <p:cNvCxnSpPr>
            <a:stCxn id="200" idx="6"/>
          </p:cNvCxnSpPr>
          <p:nvPr/>
        </p:nvCxnSpPr>
        <p:spPr>
          <a:xfrm flipV="1">
            <a:off x="4948238" y="3700465"/>
            <a:ext cx="7143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Organigramme : Connecteur 201"/>
          <p:cNvSpPr/>
          <p:nvPr/>
        </p:nvSpPr>
        <p:spPr>
          <a:xfrm>
            <a:off x="5948362" y="18097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03" name="Connecteur droit 202"/>
          <p:cNvCxnSpPr/>
          <p:nvPr/>
        </p:nvCxnSpPr>
        <p:spPr>
          <a:xfrm>
            <a:off x="6110288" y="2095501"/>
            <a:ext cx="0" cy="142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Organigramme : Joindre 214"/>
          <p:cNvSpPr/>
          <p:nvPr/>
        </p:nvSpPr>
        <p:spPr>
          <a:xfrm>
            <a:off x="5579292" y="4545822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23" name="Connecteur droit 222"/>
          <p:cNvCxnSpPr/>
          <p:nvPr/>
        </p:nvCxnSpPr>
        <p:spPr>
          <a:xfrm>
            <a:off x="5629275" y="4424363"/>
            <a:ext cx="0" cy="1047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necteur droit 223"/>
          <p:cNvCxnSpPr/>
          <p:nvPr/>
        </p:nvCxnSpPr>
        <p:spPr>
          <a:xfrm>
            <a:off x="5629276" y="4638674"/>
            <a:ext cx="0" cy="1047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Organigramme : Joindre 224"/>
          <p:cNvSpPr/>
          <p:nvPr/>
        </p:nvSpPr>
        <p:spPr>
          <a:xfrm>
            <a:off x="6817541" y="1878822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27" name="Organigramme : Connecteur 226"/>
          <p:cNvSpPr/>
          <p:nvPr/>
        </p:nvSpPr>
        <p:spPr>
          <a:xfrm>
            <a:off x="2124078" y="1528762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28" name="Connecteur droit 227"/>
          <p:cNvCxnSpPr/>
          <p:nvPr/>
        </p:nvCxnSpPr>
        <p:spPr>
          <a:xfrm>
            <a:off x="2276486" y="1819275"/>
            <a:ext cx="1" cy="3143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Organigramme : Joindre 228"/>
          <p:cNvSpPr/>
          <p:nvPr/>
        </p:nvSpPr>
        <p:spPr>
          <a:xfrm>
            <a:off x="2226492" y="1902634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30" name="Organigramme : Connecteur 229"/>
          <p:cNvSpPr/>
          <p:nvPr/>
        </p:nvSpPr>
        <p:spPr>
          <a:xfrm>
            <a:off x="1633540" y="4867275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31" name="Connecteur droit 230"/>
          <p:cNvCxnSpPr/>
          <p:nvPr/>
        </p:nvCxnSpPr>
        <p:spPr>
          <a:xfrm>
            <a:off x="1785948" y="5157788"/>
            <a:ext cx="1" cy="3143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onnecteur droit 232"/>
          <p:cNvCxnSpPr/>
          <p:nvPr/>
        </p:nvCxnSpPr>
        <p:spPr>
          <a:xfrm>
            <a:off x="4467225" y="4605338"/>
            <a:ext cx="219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cteur droit 233"/>
          <p:cNvCxnSpPr/>
          <p:nvPr/>
        </p:nvCxnSpPr>
        <p:spPr>
          <a:xfrm>
            <a:off x="4576762" y="3290883"/>
            <a:ext cx="6" cy="110964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Connecteur droit avec flèche 234"/>
          <p:cNvCxnSpPr/>
          <p:nvPr/>
        </p:nvCxnSpPr>
        <p:spPr>
          <a:xfrm>
            <a:off x="4471988" y="4405312"/>
            <a:ext cx="228600" cy="2000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Connecteur droit 237"/>
          <p:cNvCxnSpPr/>
          <p:nvPr/>
        </p:nvCxnSpPr>
        <p:spPr>
          <a:xfrm>
            <a:off x="4467226" y="4405312"/>
            <a:ext cx="219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Connecteur droit avec flèche 252"/>
          <p:cNvCxnSpPr/>
          <p:nvPr/>
        </p:nvCxnSpPr>
        <p:spPr>
          <a:xfrm flipV="1">
            <a:off x="1390650" y="2305050"/>
            <a:ext cx="0" cy="542926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onnecteur droit 258"/>
          <p:cNvCxnSpPr/>
          <p:nvPr/>
        </p:nvCxnSpPr>
        <p:spPr>
          <a:xfrm>
            <a:off x="1019175" y="3409950"/>
            <a:ext cx="0" cy="5238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Rectangle 259"/>
          <p:cNvSpPr/>
          <p:nvPr/>
        </p:nvSpPr>
        <p:spPr>
          <a:xfrm>
            <a:off x="2657475" y="25241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S302A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61" name="Rectangle 260"/>
          <p:cNvSpPr/>
          <p:nvPr/>
        </p:nvSpPr>
        <p:spPr>
          <a:xfrm>
            <a:off x="5695950" y="25241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S302B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62" name="Rectangle 261"/>
          <p:cNvSpPr/>
          <p:nvPr/>
        </p:nvSpPr>
        <p:spPr>
          <a:xfrm>
            <a:off x="2143125" y="53054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Réchauffeur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3" name="Rectangle 262"/>
          <p:cNvSpPr/>
          <p:nvPr/>
        </p:nvSpPr>
        <p:spPr>
          <a:xfrm>
            <a:off x="609600" y="3933825"/>
            <a:ext cx="819150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Sortie F301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4" name="Rectangle 263"/>
          <p:cNvSpPr/>
          <p:nvPr/>
        </p:nvSpPr>
        <p:spPr>
          <a:xfrm>
            <a:off x="676275" y="1562100"/>
            <a:ext cx="695326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S302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5" name="Rectangle 264"/>
          <p:cNvSpPr/>
          <p:nvPr/>
        </p:nvSpPr>
        <p:spPr>
          <a:xfrm>
            <a:off x="4914900" y="428625"/>
            <a:ext cx="866775" cy="4095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Réseau usine 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6" name="Rectangle 265"/>
          <p:cNvSpPr/>
          <p:nvPr/>
        </p:nvSpPr>
        <p:spPr>
          <a:xfrm>
            <a:off x="4248150" y="5924550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Vapeur 25B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7" name="Rectangle 266"/>
          <p:cNvSpPr/>
          <p:nvPr/>
        </p:nvSpPr>
        <p:spPr>
          <a:xfrm>
            <a:off x="2847975" y="490537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Soufflante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8" name="Rectangle 267"/>
          <p:cNvSpPr/>
          <p:nvPr/>
        </p:nvSpPr>
        <p:spPr>
          <a:xfrm>
            <a:off x="5400675" y="4800600"/>
            <a:ext cx="4762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 smtClean="0">
                <a:solidFill>
                  <a:schemeClr val="tx1"/>
                </a:solidFill>
              </a:rPr>
              <a:t>X 302</a:t>
            </a:r>
            <a:endParaRPr lang="fr-FR" sz="1200" b="1" dirty="0">
              <a:solidFill>
                <a:schemeClr val="tx1"/>
              </a:solidFill>
            </a:endParaRPr>
          </a:p>
        </p:txBody>
      </p:sp>
      <p:sp>
        <p:nvSpPr>
          <p:cNvPr id="269" name="Rectangle 268"/>
          <p:cNvSpPr/>
          <p:nvPr/>
        </p:nvSpPr>
        <p:spPr>
          <a:xfrm>
            <a:off x="1600199" y="1162050"/>
            <a:ext cx="4953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3006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0" name="Rectangle 269"/>
          <p:cNvSpPr/>
          <p:nvPr/>
        </p:nvSpPr>
        <p:spPr>
          <a:xfrm>
            <a:off x="6981824" y="1133475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3005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71" name="Bouée 270"/>
          <p:cNvSpPr/>
          <p:nvPr/>
        </p:nvSpPr>
        <p:spPr>
          <a:xfrm>
            <a:off x="6996090" y="1085851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77" name="Rectangle 276"/>
          <p:cNvSpPr/>
          <p:nvPr/>
        </p:nvSpPr>
        <p:spPr>
          <a:xfrm>
            <a:off x="2105025" y="1514475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8" name="Rectangle 277"/>
          <p:cNvSpPr/>
          <p:nvPr/>
        </p:nvSpPr>
        <p:spPr>
          <a:xfrm>
            <a:off x="6696075" y="1485900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9" name="Rectangle 278"/>
          <p:cNvSpPr/>
          <p:nvPr/>
        </p:nvSpPr>
        <p:spPr>
          <a:xfrm>
            <a:off x="1619250" y="4848225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80" name="Rectangle 279"/>
          <p:cNvSpPr/>
          <p:nvPr/>
        </p:nvSpPr>
        <p:spPr>
          <a:xfrm>
            <a:off x="6638925" y="3867150"/>
            <a:ext cx="80962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Hygromètre AR302</a:t>
            </a:r>
          </a:p>
        </p:txBody>
      </p:sp>
      <p:sp>
        <p:nvSpPr>
          <p:cNvPr id="282" name="Forme libre 281"/>
          <p:cNvSpPr/>
          <p:nvPr/>
        </p:nvSpPr>
        <p:spPr>
          <a:xfrm>
            <a:off x="5629275" y="4200525"/>
            <a:ext cx="1457325" cy="219075"/>
          </a:xfrm>
          <a:custGeom>
            <a:avLst/>
            <a:gdLst>
              <a:gd name="connsiteX0" fmla="*/ 0 w 923925"/>
              <a:gd name="connsiteY0" fmla="*/ 457200 h 457200"/>
              <a:gd name="connsiteX1" fmla="*/ 923925 w 923925"/>
              <a:gd name="connsiteY1" fmla="*/ 457200 h 457200"/>
              <a:gd name="connsiteX2" fmla="*/ 923925 w 923925"/>
              <a:gd name="connsiteY2" fmla="*/ 0 h 457200"/>
              <a:gd name="connsiteX3" fmla="*/ 923925 w 923925"/>
              <a:gd name="connsiteY3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3925" h="457200">
                <a:moveTo>
                  <a:pt x="0" y="457200"/>
                </a:moveTo>
                <a:lnTo>
                  <a:pt x="923925" y="457200"/>
                </a:lnTo>
                <a:lnTo>
                  <a:pt x="923925" y="0"/>
                </a:lnTo>
                <a:lnTo>
                  <a:pt x="923925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9" name="Forme libre 298"/>
          <p:cNvSpPr/>
          <p:nvPr/>
        </p:nvSpPr>
        <p:spPr>
          <a:xfrm>
            <a:off x="657225" y="657224"/>
            <a:ext cx="2809875" cy="2190751"/>
          </a:xfrm>
          <a:custGeom>
            <a:avLst/>
            <a:gdLst>
              <a:gd name="connsiteX0" fmla="*/ 0 w 2514600"/>
              <a:gd name="connsiteY0" fmla="*/ 914400 h 914400"/>
              <a:gd name="connsiteX1" fmla="*/ 0 w 2514600"/>
              <a:gd name="connsiteY1" fmla="*/ 0 h 914400"/>
              <a:gd name="connsiteX2" fmla="*/ 2514600 w 25146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0" h="914400">
                <a:moveTo>
                  <a:pt x="0" y="914400"/>
                </a:moveTo>
                <a:lnTo>
                  <a:pt x="0" y="0"/>
                </a:lnTo>
                <a:lnTo>
                  <a:pt x="25146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0" name="Forme libre 299"/>
          <p:cNvSpPr/>
          <p:nvPr/>
        </p:nvSpPr>
        <p:spPr>
          <a:xfrm flipH="1">
            <a:off x="3533775" y="657225"/>
            <a:ext cx="1038225" cy="1552576"/>
          </a:xfrm>
          <a:custGeom>
            <a:avLst/>
            <a:gdLst>
              <a:gd name="connsiteX0" fmla="*/ 0 w 2514600"/>
              <a:gd name="connsiteY0" fmla="*/ 914400 h 914400"/>
              <a:gd name="connsiteX1" fmla="*/ 0 w 2514600"/>
              <a:gd name="connsiteY1" fmla="*/ 0 h 914400"/>
              <a:gd name="connsiteX2" fmla="*/ 2514600 w 25146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0" h="914400">
                <a:moveTo>
                  <a:pt x="0" y="914400"/>
                </a:moveTo>
                <a:lnTo>
                  <a:pt x="0" y="0"/>
                </a:lnTo>
                <a:lnTo>
                  <a:pt x="25146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01" name="Connecteur droit 300"/>
          <p:cNvCxnSpPr/>
          <p:nvPr/>
        </p:nvCxnSpPr>
        <p:spPr>
          <a:xfrm>
            <a:off x="3467101" y="600075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Connecteur droit 301"/>
          <p:cNvCxnSpPr/>
          <p:nvPr/>
        </p:nvCxnSpPr>
        <p:spPr>
          <a:xfrm>
            <a:off x="3524241" y="600059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Organigramme : Connecteur 304"/>
          <p:cNvSpPr/>
          <p:nvPr/>
        </p:nvSpPr>
        <p:spPr>
          <a:xfrm>
            <a:off x="3305175" y="881061"/>
            <a:ext cx="395291" cy="404813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306" name="Connecteur droit 305"/>
          <p:cNvCxnSpPr/>
          <p:nvPr/>
        </p:nvCxnSpPr>
        <p:spPr>
          <a:xfrm>
            <a:off x="3495686" y="561975"/>
            <a:ext cx="1" cy="3143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Connecteur droit 314"/>
          <p:cNvCxnSpPr/>
          <p:nvPr/>
        </p:nvCxnSpPr>
        <p:spPr>
          <a:xfrm>
            <a:off x="2686061" y="3924305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Connecteur droit 316"/>
          <p:cNvCxnSpPr/>
          <p:nvPr/>
        </p:nvCxnSpPr>
        <p:spPr>
          <a:xfrm>
            <a:off x="2747973" y="3776667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Organigramme : Joindre 317"/>
          <p:cNvSpPr/>
          <p:nvPr/>
        </p:nvSpPr>
        <p:spPr>
          <a:xfrm>
            <a:off x="2695575" y="3945747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19" name="Connecteur droit 318"/>
          <p:cNvCxnSpPr/>
          <p:nvPr/>
        </p:nvCxnSpPr>
        <p:spPr>
          <a:xfrm>
            <a:off x="6381761" y="3952880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Connecteur droit 319"/>
          <p:cNvCxnSpPr/>
          <p:nvPr/>
        </p:nvCxnSpPr>
        <p:spPr>
          <a:xfrm>
            <a:off x="6443673" y="3805242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Organigramme : Joindre 320"/>
          <p:cNvSpPr/>
          <p:nvPr/>
        </p:nvSpPr>
        <p:spPr>
          <a:xfrm>
            <a:off x="6391275" y="3974322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22" name="Rectangle 321"/>
          <p:cNvSpPr/>
          <p:nvPr/>
        </p:nvSpPr>
        <p:spPr>
          <a:xfrm>
            <a:off x="3495675" y="5305425"/>
            <a:ext cx="438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smtClean="0">
                <a:solidFill>
                  <a:schemeClr val="tx1"/>
                </a:solidFill>
              </a:rPr>
              <a:t>AIR</a:t>
            </a:r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340" name="Rectangle 339"/>
          <p:cNvSpPr/>
          <p:nvPr/>
        </p:nvSpPr>
        <p:spPr>
          <a:xfrm>
            <a:off x="2838450" y="1790700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T302 A1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5876925" y="18002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T302 B1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4133850" y="35528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T302 A2</a:t>
            </a:r>
          </a:p>
        </p:txBody>
      </p:sp>
      <p:sp>
        <p:nvSpPr>
          <p:cNvPr id="343" name="Rectangle 342"/>
          <p:cNvSpPr/>
          <p:nvPr/>
        </p:nvSpPr>
        <p:spPr>
          <a:xfrm>
            <a:off x="4581525" y="35528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T302 B2</a:t>
            </a:r>
          </a:p>
        </p:txBody>
      </p:sp>
      <p:sp>
        <p:nvSpPr>
          <p:cNvPr id="344" name="Rectangle à coins arrondis 343"/>
          <p:cNvSpPr/>
          <p:nvPr/>
        </p:nvSpPr>
        <p:spPr>
          <a:xfrm>
            <a:off x="5153024" y="5962650"/>
            <a:ext cx="3724275" cy="47625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S302 : A =&gt; B = changement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04" name="Organigramme : Connecteur 103"/>
          <p:cNvSpPr/>
          <p:nvPr/>
        </p:nvSpPr>
        <p:spPr>
          <a:xfrm>
            <a:off x="2205035" y="5734050"/>
            <a:ext cx="138113" cy="133350"/>
          </a:xfrm>
          <a:prstGeom prst="flowChartConnector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5" name="Rectangle 344"/>
          <p:cNvSpPr/>
          <p:nvPr/>
        </p:nvSpPr>
        <p:spPr>
          <a:xfrm>
            <a:off x="6905625" y="180975"/>
            <a:ext cx="118110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S301</a:t>
            </a:r>
          </a:p>
        </p:txBody>
      </p:sp>
      <p:sp>
        <p:nvSpPr>
          <p:cNvPr id="126" name="Organigramme : Joindre 125"/>
          <p:cNvSpPr/>
          <p:nvPr/>
        </p:nvSpPr>
        <p:spPr>
          <a:xfrm rot="5400000">
            <a:off x="5981717" y="4757758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57" name="Forme libre 356"/>
          <p:cNvSpPr/>
          <p:nvPr/>
        </p:nvSpPr>
        <p:spPr>
          <a:xfrm>
            <a:off x="8124825" y="3276600"/>
            <a:ext cx="571500" cy="409575"/>
          </a:xfrm>
          <a:custGeom>
            <a:avLst/>
            <a:gdLst>
              <a:gd name="connsiteX0" fmla="*/ 0 w 571500"/>
              <a:gd name="connsiteY0" fmla="*/ 9525 h 409575"/>
              <a:gd name="connsiteX1" fmla="*/ 0 w 571500"/>
              <a:gd name="connsiteY1" fmla="*/ 409575 h 409575"/>
              <a:gd name="connsiteX2" fmla="*/ 571500 w 571500"/>
              <a:gd name="connsiteY2" fmla="*/ 409575 h 409575"/>
              <a:gd name="connsiteX3" fmla="*/ 571500 w 571500"/>
              <a:gd name="connsiteY3" fmla="*/ 0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500" h="409575">
                <a:moveTo>
                  <a:pt x="0" y="9525"/>
                </a:moveTo>
                <a:lnTo>
                  <a:pt x="0" y="409575"/>
                </a:lnTo>
                <a:lnTo>
                  <a:pt x="571500" y="409575"/>
                </a:lnTo>
                <a:lnTo>
                  <a:pt x="5715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58" name="Triangle isocèle 357"/>
          <p:cNvSpPr/>
          <p:nvPr/>
        </p:nvSpPr>
        <p:spPr>
          <a:xfrm>
            <a:off x="8086728" y="3162302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59" name="Triangle isocèle 358"/>
          <p:cNvSpPr/>
          <p:nvPr/>
        </p:nvSpPr>
        <p:spPr>
          <a:xfrm rot="5400000" flipV="1">
            <a:off x="8154918" y="3086239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0" name="Forme libre 359"/>
          <p:cNvSpPr/>
          <p:nvPr/>
        </p:nvSpPr>
        <p:spPr>
          <a:xfrm>
            <a:off x="8067675" y="2943225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1" name="Rectangle 360"/>
          <p:cNvSpPr/>
          <p:nvPr/>
        </p:nvSpPr>
        <p:spPr>
          <a:xfrm>
            <a:off x="7877174" y="2571750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3009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362" name="Bouée 361"/>
          <p:cNvSpPr/>
          <p:nvPr/>
        </p:nvSpPr>
        <p:spPr>
          <a:xfrm>
            <a:off x="7891440" y="2524126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63" name="Triangle isocèle 362"/>
          <p:cNvSpPr/>
          <p:nvPr/>
        </p:nvSpPr>
        <p:spPr>
          <a:xfrm>
            <a:off x="8658228" y="3162302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64" name="Triangle isocèle 363"/>
          <p:cNvSpPr/>
          <p:nvPr/>
        </p:nvSpPr>
        <p:spPr>
          <a:xfrm rot="5400000" flipV="1">
            <a:off x="8726418" y="3086239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5" name="Forme libre 364"/>
          <p:cNvSpPr/>
          <p:nvPr/>
        </p:nvSpPr>
        <p:spPr>
          <a:xfrm>
            <a:off x="8639175" y="2943225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6" name="Rectangle 365"/>
          <p:cNvSpPr/>
          <p:nvPr/>
        </p:nvSpPr>
        <p:spPr>
          <a:xfrm>
            <a:off x="8448674" y="2571750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3010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367" name="Bouée 366"/>
          <p:cNvSpPr/>
          <p:nvPr/>
        </p:nvSpPr>
        <p:spPr>
          <a:xfrm>
            <a:off x="8462940" y="2524126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68" name="Organigramme : Joindre 367"/>
          <p:cNvSpPr/>
          <p:nvPr/>
        </p:nvSpPr>
        <p:spPr>
          <a:xfrm>
            <a:off x="8067675" y="3326622"/>
            <a:ext cx="111963" cy="111903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69" name="Organigramme : Joindre 368"/>
          <p:cNvSpPr/>
          <p:nvPr/>
        </p:nvSpPr>
        <p:spPr>
          <a:xfrm>
            <a:off x="8639175" y="3326622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71" name="Connecteur droit 370"/>
          <p:cNvCxnSpPr/>
          <p:nvPr/>
        </p:nvCxnSpPr>
        <p:spPr>
          <a:xfrm flipV="1">
            <a:off x="8133182" y="3381375"/>
            <a:ext cx="582193" cy="1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e 378"/>
          <p:cNvGrpSpPr/>
          <p:nvPr/>
        </p:nvGrpSpPr>
        <p:grpSpPr>
          <a:xfrm>
            <a:off x="8239125" y="3333750"/>
            <a:ext cx="361950" cy="104775"/>
            <a:chOff x="8048625" y="1771650"/>
            <a:chExt cx="361950" cy="104775"/>
          </a:xfrm>
        </p:grpSpPr>
        <p:cxnSp>
          <p:nvCxnSpPr>
            <p:cNvPr id="374" name="Connecteur droit 373"/>
            <p:cNvCxnSpPr/>
            <p:nvPr/>
          </p:nvCxnSpPr>
          <p:spPr>
            <a:xfrm flipH="1">
              <a:off x="80486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Connecteur droit 374"/>
            <p:cNvCxnSpPr/>
            <p:nvPr/>
          </p:nvCxnSpPr>
          <p:spPr>
            <a:xfrm flipH="1">
              <a:off x="81248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Connecteur droit 375"/>
            <p:cNvCxnSpPr/>
            <p:nvPr/>
          </p:nvCxnSpPr>
          <p:spPr>
            <a:xfrm flipH="1">
              <a:off x="82010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Connecteur droit 376"/>
            <p:cNvCxnSpPr/>
            <p:nvPr/>
          </p:nvCxnSpPr>
          <p:spPr>
            <a:xfrm flipH="1">
              <a:off x="82772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Connecteur droit 377"/>
            <p:cNvCxnSpPr/>
            <p:nvPr/>
          </p:nvCxnSpPr>
          <p:spPr>
            <a:xfrm flipH="1">
              <a:off x="83534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e 411"/>
          <p:cNvGrpSpPr/>
          <p:nvPr/>
        </p:nvGrpSpPr>
        <p:grpSpPr>
          <a:xfrm>
            <a:off x="8351067" y="4807760"/>
            <a:ext cx="221430" cy="102377"/>
            <a:chOff x="8351067" y="4798235"/>
            <a:chExt cx="221430" cy="102377"/>
          </a:xfrm>
        </p:grpSpPr>
        <p:sp>
          <p:nvSpPr>
            <p:cNvPr id="216" name="Organigramme : Joindre 215"/>
            <p:cNvSpPr/>
            <p:nvPr/>
          </p:nvSpPr>
          <p:spPr>
            <a:xfrm rot="10800000">
              <a:off x="8351067" y="4798235"/>
              <a:ext cx="95271" cy="100029"/>
            </a:xfrm>
            <a:prstGeom prst="flowChartCollat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sp>
          <p:nvSpPr>
            <p:cNvPr id="217" name="Rectangle à coins arrondis 216"/>
            <p:cNvSpPr/>
            <p:nvPr/>
          </p:nvSpPr>
          <p:spPr>
            <a:xfrm>
              <a:off x="8510586" y="4800600"/>
              <a:ext cx="61911" cy="100012"/>
            </a:xfrm>
            <a:prstGeom prst="roundRect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cxnSp>
          <p:nvCxnSpPr>
            <p:cNvPr id="219" name="Connecteur droit 218"/>
            <p:cNvCxnSpPr/>
            <p:nvPr/>
          </p:nvCxnSpPr>
          <p:spPr>
            <a:xfrm>
              <a:off x="8410575" y="4852988"/>
              <a:ext cx="95250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382" name="Organigramme : Joindre 381"/>
          <p:cNvSpPr/>
          <p:nvPr/>
        </p:nvSpPr>
        <p:spPr>
          <a:xfrm rot="10800000">
            <a:off x="8351067" y="4407710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83" name="Rectangle 382"/>
          <p:cNvSpPr/>
          <p:nvPr/>
        </p:nvSpPr>
        <p:spPr>
          <a:xfrm>
            <a:off x="7896226" y="962025"/>
            <a:ext cx="828674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S303</a:t>
            </a:r>
          </a:p>
        </p:txBody>
      </p:sp>
      <p:sp>
        <p:nvSpPr>
          <p:cNvPr id="387" name="Forme libre 386"/>
          <p:cNvSpPr/>
          <p:nvPr/>
        </p:nvSpPr>
        <p:spPr>
          <a:xfrm>
            <a:off x="6634146" y="342900"/>
            <a:ext cx="557229" cy="323849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3" name="Forme libre 392"/>
          <p:cNvSpPr/>
          <p:nvPr/>
        </p:nvSpPr>
        <p:spPr>
          <a:xfrm>
            <a:off x="7810500" y="1295400"/>
            <a:ext cx="504825" cy="2914650"/>
          </a:xfrm>
          <a:custGeom>
            <a:avLst/>
            <a:gdLst>
              <a:gd name="connsiteX0" fmla="*/ 0 w 504825"/>
              <a:gd name="connsiteY0" fmla="*/ 2914650 h 2914650"/>
              <a:gd name="connsiteX1" fmla="*/ 0 w 504825"/>
              <a:gd name="connsiteY1" fmla="*/ 819150 h 2914650"/>
              <a:gd name="connsiteX2" fmla="*/ 504825 w 504825"/>
              <a:gd name="connsiteY2" fmla="*/ 819150 h 2914650"/>
              <a:gd name="connsiteX3" fmla="*/ 504825 w 504825"/>
              <a:gd name="connsiteY3" fmla="*/ 0 h 2914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4825" h="2914650">
                <a:moveTo>
                  <a:pt x="0" y="2914650"/>
                </a:moveTo>
                <a:lnTo>
                  <a:pt x="0" y="819150"/>
                </a:lnTo>
                <a:lnTo>
                  <a:pt x="504825" y="819150"/>
                </a:lnTo>
                <a:lnTo>
                  <a:pt x="504825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97" name="Connecteur droit 396"/>
          <p:cNvCxnSpPr/>
          <p:nvPr/>
        </p:nvCxnSpPr>
        <p:spPr>
          <a:xfrm>
            <a:off x="2357440" y="2395538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8" name="Connecteur droit 397"/>
          <p:cNvCxnSpPr/>
          <p:nvPr/>
        </p:nvCxnSpPr>
        <p:spPr>
          <a:xfrm>
            <a:off x="6815140" y="2386013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" name="Groupe 406"/>
          <p:cNvGrpSpPr/>
          <p:nvPr/>
        </p:nvGrpSpPr>
        <p:grpSpPr>
          <a:xfrm>
            <a:off x="4169566" y="4802985"/>
            <a:ext cx="114300" cy="119063"/>
            <a:chOff x="3340891" y="4221960"/>
            <a:chExt cx="114300" cy="119063"/>
          </a:xfrm>
        </p:grpSpPr>
        <p:cxnSp>
          <p:nvCxnSpPr>
            <p:cNvPr id="401" name="Connecteur droit 400"/>
            <p:cNvCxnSpPr/>
            <p:nvPr/>
          </p:nvCxnSpPr>
          <p:spPr>
            <a:xfrm rot="5400000" flipV="1">
              <a:off x="3398041" y="4174334"/>
              <a:ext cx="0" cy="104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Connecteur droit 401"/>
            <p:cNvCxnSpPr/>
            <p:nvPr/>
          </p:nvCxnSpPr>
          <p:spPr>
            <a:xfrm rot="5400000" flipV="1">
              <a:off x="3398041" y="4288634"/>
              <a:ext cx="0" cy="104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Connecteur droit avec flèche 404"/>
            <p:cNvCxnSpPr/>
            <p:nvPr/>
          </p:nvCxnSpPr>
          <p:spPr>
            <a:xfrm rot="5400000" flipH="1">
              <a:off x="3338509" y="4224342"/>
              <a:ext cx="119063" cy="1143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6" name="Organigramme : Joindre 405"/>
          <p:cNvSpPr/>
          <p:nvPr/>
        </p:nvSpPr>
        <p:spPr>
          <a:xfrm rot="5400000">
            <a:off x="3998143" y="4174348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08" name="Forme libre 407"/>
          <p:cNvSpPr/>
          <p:nvPr/>
        </p:nvSpPr>
        <p:spPr>
          <a:xfrm>
            <a:off x="4229100" y="4914900"/>
            <a:ext cx="4171950" cy="752475"/>
          </a:xfrm>
          <a:custGeom>
            <a:avLst/>
            <a:gdLst>
              <a:gd name="connsiteX0" fmla="*/ 0 w 571500"/>
              <a:gd name="connsiteY0" fmla="*/ 9525 h 409575"/>
              <a:gd name="connsiteX1" fmla="*/ 0 w 571500"/>
              <a:gd name="connsiteY1" fmla="*/ 409575 h 409575"/>
              <a:gd name="connsiteX2" fmla="*/ 571500 w 571500"/>
              <a:gd name="connsiteY2" fmla="*/ 409575 h 409575"/>
              <a:gd name="connsiteX3" fmla="*/ 571500 w 571500"/>
              <a:gd name="connsiteY3" fmla="*/ 0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500" h="409575">
                <a:moveTo>
                  <a:pt x="0" y="9525"/>
                </a:moveTo>
                <a:lnTo>
                  <a:pt x="0" y="409575"/>
                </a:lnTo>
                <a:lnTo>
                  <a:pt x="571500" y="409575"/>
                </a:lnTo>
                <a:lnTo>
                  <a:pt x="571500" y="0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 dirty="0"/>
          </a:p>
        </p:txBody>
      </p:sp>
      <p:cxnSp>
        <p:nvCxnSpPr>
          <p:cNvPr id="413" name="Connecteur droit avec flèche 412"/>
          <p:cNvCxnSpPr>
            <a:stCxn id="393" idx="3"/>
          </p:cNvCxnSpPr>
          <p:nvPr/>
        </p:nvCxnSpPr>
        <p:spPr>
          <a:xfrm>
            <a:off x="8315325" y="1295400"/>
            <a:ext cx="0" cy="47625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Connecteur droit avec flèche 419"/>
          <p:cNvCxnSpPr/>
          <p:nvPr/>
        </p:nvCxnSpPr>
        <p:spPr>
          <a:xfrm flipH="1">
            <a:off x="6829425" y="342900"/>
            <a:ext cx="419100" cy="1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Connecteur droit 421"/>
          <p:cNvCxnSpPr/>
          <p:nvPr/>
        </p:nvCxnSpPr>
        <p:spPr>
          <a:xfrm>
            <a:off x="523875" y="3419475"/>
            <a:ext cx="981075" cy="0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Connecteur droit 422"/>
          <p:cNvCxnSpPr/>
          <p:nvPr/>
        </p:nvCxnSpPr>
        <p:spPr>
          <a:xfrm>
            <a:off x="666750" y="3000375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4" name="Organigramme : Joindre 423"/>
          <p:cNvSpPr/>
          <p:nvPr/>
        </p:nvSpPr>
        <p:spPr>
          <a:xfrm rot="10800000">
            <a:off x="552428" y="2833709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25" name="Organigramme : Joindre 424"/>
          <p:cNvSpPr/>
          <p:nvPr/>
        </p:nvSpPr>
        <p:spPr>
          <a:xfrm rot="10800000">
            <a:off x="1285853" y="2833709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26" name="Organigramme : Joindre 425"/>
          <p:cNvSpPr/>
          <p:nvPr/>
        </p:nvSpPr>
        <p:spPr>
          <a:xfrm rot="10800000">
            <a:off x="914378" y="2833709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427" name="Connecteur droit 426"/>
          <p:cNvCxnSpPr/>
          <p:nvPr/>
        </p:nvCxnSpPr>
        <p:spPr>
          <a:xfrm>
            <a:off x="1019175" y="3000375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Connecteur droit 427"/>
          <p:cNvCxnSpPr/>
          <p:nvPr/>
        </p:nvCxnSpPr>
        <p:spPr>
          <a:xfrm>
            <a:off x="1390650" y="2990850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9" name="Connecteur droit avec flèche 428"/>
          <p:cNvCxnSpPr/>
          <p:nvPr/>
        </p:nvCxnSpPr>
        <p:spPr>
          <a:xfrm flipV="1">
            <a:off x="1019175" y="1866900"/>
            <a:ext cx="0" cy="971551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Connecteur droit 429"/>
          <p:cNvCxnSpPr/>
          <p:nvPr/>
        </p:nvCxnSpPr>
        <p:spPr>
          <a:xfrm flipV="1">
            <a:off x="804864" y="2376488"/>
            <a:ext cx="209549" cy="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1" name="Connecteur droit 430"/>
          <p:cNvCxnSpPr/>
          <p:nvPr/>
        </p:nvCxnSpPr>
        <p:spPr>
          <a:xfrm flipV="1">
            <a:off x="642939" y="2376488"/>
            <a:ext cx="209549" cy="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3" name="Organigramme : Joindre 432"/>
          <p:cNvSpPr/>
          <p:nvPr/>
        </p:nvSpPr>
        <p:spPr>
          <a:xfrm rot="5400000">
            <a:off x="726281" y="2293148"/>
            <a:ext cx="204788" cy="161924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36" name="Rectangle 435"/>
          <p:cNvSpPr/>
          <p:nvPr/>
        </p:nvSpPr>
        <p:spPr>
          <a:xfrm>
            <a:off x="1038225" y="1971675"/>
            <a:ext cx="695326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S303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437" name="Organigramme : Joindre 436"/>
          <p:cNvSpPr/>
          <p:nvPr/>
        </p:nvSpPr>
        <p:spPr>
          <a:xfrm>
            <a:off x="5179242" y="5307822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40" name="Organigramme : Connecteur 439"/>
          <p:cNvSpPr/>
          <p:nvPr/>
        </p:nvSpPr>
        <p:spPr>
          <a:xfrm>
            <a:off x="5081590" y="4962525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sp>
        <p:nvSpPr>
          <p:cNvPr id="442" name="Rectangle 441"/>
          <p:cNvSpPr/>
          <p:nvPr/>
        </p:nvSpPr>
        <p:spPr>
          <a:xfrm>
            <a:off x="5076825" y="4953000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grpSp>
        <p:nvGrpSpPr>
          <p:cNvPr id="5" name="Groupe 466"/>
          <p:cNvGrpSpPr/>
          <p:nvPr/>
        </p:nvGrpSpPr>
        <p:grpSpPr>
          <a:xfrm rot="2845457">
            <a:off x="4250398" y="2061267"/>
            <a:ext cx="637340" cy="613521"/>
            <a:chOff x="192748" y="5356917"/>
            <a:chExt cx="637340" cy="613521"/>
          </a:xfrm>
          <a:solidFill>
            <a:schemeClr val="bg1">
              <a:lumMod val="85000"/>
            </a:schemeClr>
          </a:solidFill>
        </p:grpSpPr>
        <p:sp>
          <p:nvSpPr>
            <p:cNvPr id="451" name="Ellipse 450"/>
            <p:cNvSpPr/>
            <p:nvPr/>
          </p:nvSpPr>
          <p:spPr>
            <a:xfrm>
              <a:off x="340519" y="5495923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52" name="Arc plein 451"/>
            <p:cNvSpPr/>
            <p:nvPr/>
          </p:nvSpPr>
          <p:spPr>
            <a:xfrm rot="17940000">
              <a:off x="518794" y="5659143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453" name="Arc plein 452"/>
            <p:cNvSpPr/>
            <p:nvPr/>
          </p:nvSpPr>
          <p:spPr>
            <a:xfrm rot="6960000">
              <a:off x="193061" y="5356604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Groupe 467"/>
          <p:cNvGrpSpPr/>
          <p:nvPr/>
        </p:nvGrpSpPr>
        <p:grpSpPr>
          <a:xfrm rot="5340000">
            <a:off x="4274293" y="2427980"/>
            <a:ext cx="627649" cy="632569"/>
            <a:chOff x="192914" y="5347394"/>
            <a:chExt cx="627649" cy="632569"/>
          </a:xfrm>
          <a:solidFill>
            <a:schemeClr val="bg1">
              <a:lumMod val="85000"/>
            </a:schemeClr>
          </a:solidFill>
        </p:grpSpPr>
        <p:sp>
          <p:nvSpPr>
            <p:cNvPr id="469" name="Ellipse 468"/>
            <p:cNvSpPr/>
            <p:nvPr/>
          </p:nvSpPr>
          <p:spPr>
            <a:xfrm>
              <a:off x="340353" y="5505446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70" name="Arc plein 469"/>
            <p:cNvSpPr/>
            <p:nvPr/>
          </p:nvSpPr>
          <p:spPr>
            <a:xfrm rot="-3660000">
              <a:off x="509269" y="5668668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471" name="Arc plein 470"/>
            <p:cNvSpPr/>
            <p:nvPr/>
          </p:nvSpPr>
          <p:spPr>
            <a:xfrm rot="6960000">
              <a:off x="193227" y="5347081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Groupe 475"/>
          <p:cNvGrpSpPr/>
          <p:nvPr/>
        </p:nvGrpSpPr>
        <p:grpSpPr>
          <a:xfrm rot="13428654">
            <a:off x="4254995" y="2818508"/>
            <a:ext cx="628147" cy="632565"/>
            <a:chOff x="202267" y="5356585"/>
            <a:chExt cx="628147" cy="632565"/>
          </a:xfrm>
          <a:solidFill>
            <a:schemeClr val="bg1">
              <a:lumMod val="85000"/>
            </a:schemeClr>
          </a:solidFill>
        </p:grpSpPr>
        <p:sp>
          <p:nvSpPr>
            <p:cNvPr id="477" name="Ellipse 476"/>
            <p:cNvSpPr/>
            <p:nvPr/>
          </p:nvSpPr>
          <p:spPr>
            <a:xfrm>
              <a:off x="340519" y="5495923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78" name="Arc plein 477"/>
            <p:cNvSpPr/>
            <p:nvPr/>
          </p:nvSpPr>
          <p:spPr>
            <a:xfrm rot="17940000">
              <a:off x="519120" y="5677855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479" name="Arc plein 478"/>
            <p:cNvSpPr/>
            <p:nvPr/>
          </p:nvSpPr>
          <p:spPr>
            <a:xfrm rot="6960000">
              <a:off x="202580" y="5356272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sp>
        <p:nvSpPr>
          <p:cNvPr id="480" name="Rectangle 479"/>
          <p:cNvSpPr/>
          <p:nvPr/>
        </p:nvSpPr>
        <p:spPr>
          <a:xfrm>
            <a:off x="5438775" y="914400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Event </a:t>
            </a:r>
            <a:endParaRPr lang="fr-FR" sz="1000" dirty="0">
              <a:solidFill>
                <a:schemeClr val="tx1"/>
              </a:solidFill>
            </a:endParaRPr>
          </a:p>
        </p:txBody>
      </p:sp>
      <p:cxnSp>
        <p:nvCxnSpPr>
          <p:cNvPr id="481" name="Connecteur droit avec flèche 480"/>
          <p:cNvCxnSpPr/>
          <p:nvPr/>
        </p:nvCxnSpPr>
        <p:spPr>
          <a:xfrm flipV="1">
            <a:off x="5286374" y="1085850"/>
            <a:ext cx="342901" cy="2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Organigramme : Connecteur 208"/>
          <p:cNvSpPr/>
          <p:nvPr/>
        </p:nvSpPr>
        <p:spPr>
          <a:xfrm>
            <a:off x="7229475" y="279559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10" name="Connecteur droit 209"/>
          <p:cNvCxnSpPr>
            <a:stCxn id="209" idx="6"/>
          </p:cNvCxnSpPr>
          <p:nvPr/>
        </p:nvCxnSpPr>
        <p:spPr>
          <a:xfrm flipV="1">
            <a:off x="7529513" y="2938465"/>
            <a:ext cx="7143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Rectangle 210"/>
          <p:cNvSpPr/>
          <p:nvPr/>
        </p:nvSpPr>
        <p:spPr>
          <a:xfrm>
            <a:off x="7153275" y="277177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TI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266700" y="6181726"/>
            <a:ext cx="1904999" cy="361950"/>
          </a:xfrm>
          <a:prstGeom prst="rect">
            <a:avLst/>
          </a:prstGeom>
          <a:solidFill>
            <a:srgbClr val="FFFF99"/>
          </a:solidFill>
          <a:ln w="6350" cmpd="dbl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 smtClean="0">
                <a:solidFill>
                  <a:schemeClr val="tx1"/>
                </a:solidFill>
              </a:rPr>
              <a:t>PCF AIR INSTRUMENT </a:t>
            </a:r>
          </a:p>
          <a:p>
            <a:pPr algn="ctr"/>
            <a:r>
              <a:rPr lang="fr-FR" sz="1100" b="1" dirty="0" smtClean="0">
                <a:solidFill>
                  <a:schemeClr val="tx1"/>
                </a:solidFill>
              </a:rPr>
              <a:t>7841 901 330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3171825" y="942975"/>
            <a:ext cx="666750" cy="257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FT 612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1" name="Connecteur droit 440"/>
          <p:cNvCxnSpPr/>
          <p:nvPr/>
        </p:nvCxnSpPr>
        <p:spPr>
          <a:xfrm>
            <a:off x="5226878" y="5250672"/>
            <a:ext cx="2347" cy="2452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Connecteur droit 409"/>
          <p:cNvCxnSpPr/>
          <p:nvPr/>
        </p:nvCxnSpPr>
        <p:spPr>
          <a:xfrm flipH="1">
            <a:off x="8401050" y="4124325"/>
            <a:ext cx="9525" cy="685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" name="Forme libre 408"/>
          <p:cNvSpPr/>
          <p:nvPr/>
        </p:nvSpPr>
        <p:spPr>
          <a:xfrm flipH="1">
            <a:off x="3933822" y="4238626"/>
            <a:ext cx="295277" cy="561974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 dirty="0"/>
          </a:p>
        </p:txBody>
      </p:sp>
      <p:sp>
        <p:nvSpPr>
          <p:cNvPr id="22" name="Rectangle à coins arrondis 21"/>
          <p:cNvSpPr/>
          <p:nvPr/>
        </p:nvSpPr>
        <p:spPr>
          <a:xfrm>
            <a:off x="5495925" y="1676401"/>
            <a:ext cx="1209675" cy="2119312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à coins arrondis 35"/>
          <p:cNvSpPr/>
          <p:nvPr/>
        </p:nvSpPr>
        <p:spPr>
          <a:xfrm>
            <a:off x="2466974" y="1676400"/>
            <a:ext cx="1209675" cy="2114550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Forme libre 40"/>
          <p:cNvSpPr/>
          <p:nvPr/>
        </p:nvSpPr>
        <p:spPr>
          <a:xfrm>
            <a:off x="3081338" y="1452563"/>
            <a:ext cx="1328737" cy="923925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2" name="Forme libre 41"/>
          <p:cNvSpPr/>
          <p:nvPr/>
        </p:nvSpPr>
        <p:spPr>
          <a:xfrm flipH="1">
            <a:off x="4724400" y="1452547"/>
            <a:ext cx="1366838" cy="923925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3" name="Forme libre 42"/>
          <p:cNvSpPr/>
          <p:nvPr/>
        </p:nvSpPr>
        <p:spPr>
          <a:xfrm flipV="1">
            <a:off x="3081322" y="3124199"/>
            <a:ext cx="1328737" cy="885825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4" name="Forme libre 43"/>
          <p:cNvSpPr/>
          <p:nvPr/>
        </p:nvSpPr>
        <p:spPr>
          <a:xfrm flipH="1" flipV="1">
            <a:off x="4729163" y="3124199"/>
            <a:ext cx="1362056" cy="885824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5" name="Forme libre 44"/>
          <p:cNvSpPr/>
          <p:nvPr/>
        </p:nvSpPr>
        <p:spPr>
          <a:xfrm>
            <a:off x="3919538" y="2752725"/>
            <a:ext cx="500062" cy="1228725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Forme libre 45"/>
          <p:cNvSpPr/>
          <p:nvPr/>
        </p:nvSpPr>
        <p:spPr>
          <a:xfrm flipH="1" flipV="1">
            <a:off x="2333624" y="4033838"/>
            <a:ext cx="1595421" cy="419100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Forme libre 46"/>
          <p:cNvSpPr/>
          <p:nvPr/>
        </p:nvSpPr>
        <p:spPr>
          <a:xfrm flipH="1" flipV="1">
            <a:off x="5191124" y="1476376"/>
            <a:ext cx="95244" cy="1281112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9" name="Connecteur droit 48"/>
          <p:cNvCxnSpPr/>
          <p:nvPr/>
        </p:nvCxnSpPr>
        <p:spPr>
          <a:xfrm>
            <a:off x="4724401" y="2752726"/>
            <a:ext cx="300037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rganigramme : Joindre 49"/>
          <p:cNvSpPr/>
          <p:nvPr/>
        </p:nvSpPr>
        <p:spPr>
          <a:xfrm rot="5400000">
            <a:off x="4993489" y="2659859"/>
            <a:ext cx="204788" cy="180974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55" name="Connecteur droit 54"/>
          <p:cNvCxnSpPr/>
          <p:nvPr/>
        </p:nvCxnSpPr>
        <p:spPr>
          <a:xfrm>
            <a:off x="5286375" y="1081088"/>
            <a:ext cx="9" cy="338138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/>
          <p:nvPr/>
        </p:nvCxnSpPr>
        <p:spPr>
          <a:xfrm>
            <a:off x="2138363" y="4348163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/>
          <p:cNvCxnSpPr/>
          <p:nvPr/>
        </p:nvCxnSpPr>
        <p:spPr>
          <a:xfrm>
            <a:off x="2333630" y="4352910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avec flèche 60"/>
          <p:cNvCxnSpPr/>
          <p:nvPr/>
        </p:nvCxnSpPr>
        <p:spPr>
          <a:xfrm flipV="1">
            <a:off x="2138363" y="4348163"/>
            <a:ext cx="195262" cy="2000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2133600" y="5295901"/>
            <a:ext cx="819150" cy="3429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64" name="Rectangle 63"/>
          <p:cNvSpPr/>
          <p:nvPr/>
        </p:nvSpPr>
        <p:spPr>
          <a:xfrm>
            <a:off x="2947989" y="5438775"/>
            <a:ext cx="576262" cy="5238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63" name="Ellipse 62"/>
          <p:cNvSpPr/>
          <p:nvPr/>
        </p:nvSpPr>
        <p:spPr>
          <a:xfrm>
            <a:off x="3047994" y="5272086"/>
            <a:ext cx="409575" cy="381000"/>
          </a:xfrm>
          <a:prstGeom prst="ellips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66" name="Connecteur droit 65"/>
          <p:cNvCxnSpPr>
            <a:stCxn id="63" idx="1"/>
            <a:endCxn id="63" idx="4"/>
          </p:cNvCxnSpPr>
          <p:nvPr/>
        </p:nvCxnSpPr>
        <p:spPr>
          <a:xfrm>
            <a:off x="3107975" y="5327882"/>
            <a:ext cx="144807" cy="3252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/>
          <p:cNvCxnSpPr>
            <a:stCxn id="63" idx="7"/>
            <a:endCxn id="63" idx="4"/>
          </p:cNvCxnSpPr>
          <p:nvPr/>
        </p:nvCxnSpPr>
        <p:spPr>
          <a:xfrm flipH="1">
            <a:off x="3252782" y="5327882"/>
            <a:ext cx="144806" cy="3252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69"/>
          <p:cNvCxnSpPr/>
          <p:nvPr/>
        </p:nvCxnSpPr>
        <p:spPr>
          <a:xfrm>
            <a:off x="3252782" y="5172063"/>
            <a:ext cx="6" cy="557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/>
          <p:cNvCxnSpPr/>
          <p:nvPr/>
        </p:nvCxnSpPr>
        <p:spPr>
          <a:xfrm>
            <a:off x="3214688" y="5172075"/>
            <a:ext cx="714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72"/>
          <p:cNvCxnSpPr/>
          <p:nvPr/>
        </p:nvCxnSpPr>
        <p:spPr>
          <a:xfrm>
            <a:off x="3214672" y="5724567"/>
            <a:ext cx="714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Forme libre 73"/>
          <p:cNvSpPr/>
          <p:nvPr/>
        </p:nvSpPr>
        <p:spPr>
          <a:xfrm>
            <a:off x="1524000" y="4448176"/>
            <a:ext cx="614363" cy="1019174"/>
          </a:xfrm>
          <a:custGeom>
            <a:avLst/>
            <a:gdLst>
              <a:gd name="connsiteX0" fmla="*/ 614363 w 614363"/>
              <a:gd name="connsiteY0" fmla="*/ 0 h 923925"/>
              <a:gd name="connsiteX1" fmla="*/ 0 w 614363"/>
              <a:gd name="connsiteY1" fmla="*/ 0 h 923925"/>
              <a:gd name="connsiteX2" fmla="*/ 0 w 614363"/>
              <a:gd name="connsiteY2" fmla="*/ 923925 h 923925"/>
              <a:gd name="connsiteX3" fmla="*/ 461963 w 614363"/>
              <a:gd name="connsiteY3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4363" h="923925">
                <a:moveTo>
                  <a:pt x="614363" y="0"/>
                </a:moveTo>
                <a:lnTo>
                  <a:pt x="0" y="0"/>
                </a:lnTo>
                <a:lnTo>
                  <a:pt x="0" y="923925"/>
                </a:lnTo>
                <a:lnTo>
                  <a:pt x="461963" y="9239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6" name="Connecteur droit 75"/>
          <p:cNvCxnSpPr>
            <a:endCxn id="62" idx="1"/>
          </p:cNvCxnSpPr>
          <p:nvPr/>
        </p:nvCxnSpPr>
        <p:spPr>
          <a:xfrm>
            <a:off x="2043113" y="5467350"/>
            <a:ext cx="90487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/>
          <p:cNvCxnSpPr/>
          <p:nvPr/>
        </p:nvCxnSpPr>
        <p:spPr>
          <a:xfrm>
            <a:off x="1990726" y="5410200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1"/>
          <p:cNvCxnSpPr/>
          <p:nvPr/>
        </p:nvCxnSpPr>
        <p:spPr>
          <a:xfrm>
            <a:off x="2047866" y="5410184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Forme libre 82"/>
          <p:cNvSpPr/>
          <p:nvPr/>
        </p:nvSpPr>
        <p:spPr>
          <a:xfrm>
            <a:off x="2814638" y="5629275"/>
            <a:ext cx="785811" cy="628650"/>
          </a:xfrm>
          <a:custGeom>
            <a:avLst/>
            <a:gdLst>
              <a:gd name="connsiteX0" fmla="*/ 0 w 628650"/>
              <a:gd name="connsiteY0" fmla="*/ 0 h 528637"/>
              <a:gd name="connsiteX1" fmla="*/ 0 w 628650"/>
              <a:gd name="connsiteY1" fmla="*/ 528637 h 528637"/>
              <a:gd name="connsiteX2" fmla="*/ 628650 w 628650"/>
              <a:gd name="connsiteY2" fmla="*/ 528637 h 528637"/>
              <a:gd name="connsiteX3" fmla="*/ 628650 w 628650"/>
              <a:gd name="connsiteY3" fmla="*/ 528637 h 528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8650" h="528637">
                <a:moveTo>
                  <a:pt x="0" y="0"/>
                </a:moveTo>
                <a:lnTo>
                  <a:pt x="0" y="528637"/>
                </a:lnTo>
                <a:lnTo>
                  <a:pt x="628650" y="528637"/>
                </a:lnTo>
                <a:lnTo>
                  <a:pt x="628650" y="528637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7" name="Organigramme : Joindre 86"/>
          <p:cNvSpPr/>
          <p:nvPr/>
        </p:nvSpPr>
        <p:spPr>
          <a:xfrm rot="5400000">
            <a:off x="3564731" y="6169823"/>
            <a:ext cx="204788" cy="161924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88" name="Organigramme : Joindre 87"/>
          <p:cNvSpPr/>
          <p:nvPr/>
        </p:nvSpPr>
        <p:spPr>
          <a:xfrm rot="5400000">
            <a:off x="3943367" y="6176966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89" name="Connecteur droit 88"/>
          <p:cNvCxnSpPr/>
          <p:nvPr/>
        </p:nvCxnSpPr>
        <p:spPr>
          <a:xfrm flipV="1">
            <a:off x="3748089" y="6253163"/>
            <a:ext cx="209549" cy="2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à coins arrondis 93"/>
          <p:cNvSpPr/>
          <p:nvPr/>
        </p:nvSpPr>
        <p:spPr>
          <a:xfrm>
            <a:off x="3581401" y="5957888"/>
            <a:ext cx="161925" cy="123825"/>
          </a:xfrm>
          <a:prstGeom prst="round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96" name="Connecteur droit 95"/>
          <p:cNvCxnSpPr>
            <a:endCxn id="94" idx="2"/>
          </p:cNvCxnSpPr>
          <p:nvPr/>
        </p:nvCxnSpPr>
        <p:spPr>
          <a:xfrm flipH="1" flipV="1">
            <a:off x="3662364" y="6081713"/>
            <a:ext cx="2397" cy="173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eur droit 97"/>
          <p:cNvCxnSpPr/>
          <p:nvPr/>
        </p:nvCxnSpPr>
        <p:spPr>
          <a:xfrm>
            <a:off x="4133850" y="6257925"/>
            <a:ext cx="600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Forme libre 100"/>
          <p:cNvSpPr/>
          <p:nvPr/>
        </p:nvSpPr>
        <p:spPr>
          <a:xfrm>
            <a:off x="2205038" y="5895977"/>
            <a:ext cx="138112" cy="80962"/>
          </a:xfrm>
          <a:custGeom>
            <a:avLst/>
            <a:gdLst>
              <a:gd name="connsiteX0" fmla="*/ 0 w 138112"/>
              <a:gd name="connsiteY0" fmla="*/ 0 h 80962"/>
              <a:gd name="connsiteX1" fmla="*/ 61912 w 138112"/>
              <a:gd name="connsiteY1" fmla="*/ 80962 h 80962"/>
              <a:gd name="connsiteX2" fmla="*/ 138112 w 138112"/>
              <a:gd name="connsiteY2" fmla="*/ 9525 h 8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112" h="80962">
                <a:moveTo>
                  <a:pt x="0" y="0"/>
                </a:moveTo>
                <a:lnTo>
                  <a:pt x="61912" y="80962"/>
                </a:lnTo>
                <a:lnTo>
                  <a:pt x="138112" y="9525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03" name="Connecteur droit 102"/>
          <p:cNvCxnSpPr/>
          <p:nvPr/>
        </p:nvCxnSpPr>
        <p:spPr>
          <a:xfrm>
            <a:off x="2266950" y="5986464"/>
            <a:ext cx="0" cy="1381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eur droit 105"/>
          <p:cNvCxnSpPr/>
          <p:nvPr/>
        </p:nvCxnSpPr>
        <p:spPr>
          <a:xfrm flipH="1">
            <a:off x="2262188" y="5638800"/>
            <a:ext cx="4762" cy="2714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/>
          <p:cNvSpPr/>
          <p:nvPr/>
        </p:nvSpPr>
        <p:spPr>
          <a:xfrm>
            <a:off x="2395544" y="2462213"/>
            <a:ext cx="71438" cy="414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13" name="Connecteur droit 112"/>
          <p:cNvCxnSpPr/>
          <p:nvPr/>
        </p:nvCxnSpPr>
        <p:spPr>
          <a:xfrm>
            <a:off x="2395540" y="2395538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4" name="Rectangle 113"/>
          <p:cNvSpPr/>
          <p:nvPr/>
        </p:nvSpPr>
        <p:spPr>
          <a:xfrm>
            <a:off x="6705619" y="2457451"/>
            <a:ext cx="71438" cy="414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15" name="Connecteur droit 114"/>
          <p:cNvCxnSpPr/>
          <p:nvPr/>
        </p:nvCxnSpPr>
        <p:spPr>
          <a:xfrm>
            <a:off x="6777060" y="2390776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Connecteur droit 116"/>
          <p:cNvCxnSpPr/>
          <p:nvPr/>
        </p:nvCxnSpPr>
        <p:spPr>
          <a:xfrm>
            <a:off x="2676536" y="1485905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eur droit 117"/>
          <p:cNvCxnSpPr/>
          <p:nvPr/>
        </p:nvCxnSpPr>
        <p:spPr>
          <a:xfrm>
            <a:off x="2676520" y="1528756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eur droit 119"/>
          <p:cNvCxnSpPr/>
          <p:nvPr/>
        </p:nvCxnSpPr>
        <p:spPr>
          <a:xfrm>
            <a:off x="2738448" y="1528767"/>
            <a:ext cx="0" cy="1381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eur droit 120"/>
          <p:cNvCxnSpPr/>
          <p:nvPr/>
        </p:nvCxnSpPr>
        <p:spPr>
          <a:xfrm>
            <a:off x="6357948" y="1495431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eur droit 121"/>
          <p:cNvCxnSpPr/>
          <p:nvPr/>
        </p:nvCxnSpPr>
        <p:spPr>
          <a:xfrm>
            <a:off x="6367457" y="1538282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eur droit 122"/>
          <p:cNvCxnSpPr/>
          <p:nvPr/>
        </p:nvCxnSpPr>
        <p:spPr>
          <a:xfrm>
            <a:off x="6429385" y="1538293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Forme libre 127"/>
          <p:cNvSpPr/>
          <p:nvPr/>
        </p:nvSpPr>
        <p:spPr>
          <a:xfrm flipV="1">
            <a:off x="4576746" y="4619624"/>
            <a:ext cx="852504" cy="219075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9" name="Organigramme : Délai 128"/>
          <p:cNvSpPr/>
          <p:nvPr/>
        </p:nvSpPr>
        <p:spPr>
          <a:xfrm rot="5400000">
            <a:off x="5417343" y="4798240"/>
            <a:ext cx="433388" cy="390524"/>
          </a:xfrm>
          <a:prstGeom prst="flowChartDelay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31" name="Connecteur droit 130"/>
          <p:cNvCxnSpPr/>
          <p:nvPr/>
        </p:nvCxnSpPr>
        <p:spPr>
          <a:xfrm>
            <a:off x="5424488" y="4743471"/>
            <a:ext cx="414337" cy="0"/>
          </a:xfrm>
          <a:prstGeom prst="lin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0" name="Connecteur droit 139"/>
          <p:cNvCxnSpPr/>
          <p:nvPr/>
        </p:nvCxnSpPr>
        <p:spPr>
          <a:xfrm>
            <a:off x="5819775" y="4838700"/>
            <a:ext cx="2000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eur droit 148"/>
          <p:cNvCxnSpPr/>
          <p:nvPr/>
        </p:nvCxnSpPr>
        <p:spPr>
          <a:xfrm flipH="1">
            <a:off x="8410575" y="3686175"/>
            <a:ext cx="9526" cy="5143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Forme libre 149"/>
          <p:cNvSpPr/>
          <p:nvPr/>
        </p:nvSpPr>
        <p:spPr>
          <a:xfrm>
            <a:off x="6162675" y="3409951"/>
            <a:ext cx="1457326" cy="1428750"/>
          </a:xfrm>
          <a:custGeom>
            <a:avLst/>
            <a:gdLst>
              <a:gd name="connsiteX0" fmla="*/ 0 w 1462088"/>
              <a:gd name="connsiteY0" fmla="*/ 1428750 h 1428750"/>
              <a:gd name="connsiteX1" fmla="*/ 1462088 w 1462088"/>
              <a:gd name="connsiteY1" fmla="*/ 1428750 h 1428750"/>
              <a:gd name="connsiteX2" fmla="*/ 1462088 w 1462088"/>
              <a:gd name="connsiteY2" fmla="*/ 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62088" h="1428750">
                <a:moveTo>
                  <a:pt x="0" y="1428750"/>
                </a:moveTo>
                <a:lnTo>
                  <a:pt x="1462088" y="1428750"/>
                </a:lnTo>
                <a:lnTo>
                  <a:pt x="1462088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7" name="Connecteur droit 156"/>
          <p:cNvCxnSpPr/>
          <p:nvPr/>
        </p:nvCxnSpPr>
        <p:spPr>
          <a:xfrm>
            <a:off x="7620000" y="4210050"/>
            <a:ext cx="8001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Forme libre 159"/>
          <p:cNvSpPr/>
          <p:nvPr/>
        </p:nvSpPr>
        <p:spPr>
          <a:xfrm>
            <a:off x="5010150" y="5214938"/>
            <a:ext cx="623888" cy="271462"/>
          </a:xfrm>
          <a:custGeom>
            <a:avLst/>
            <a:gdLst>
              <a:gd name="connsiteX0" fmla="*/ 242888 w 242888"/>
              <a:gd name="connsiteY0" fmla="*/ 0 h 119062"/>
              <a:gd name="connsiteX1" fmla="*/ 242888 w 242888"/>
              <a:gd name="connsiteY1" fmla="*/ 119062 h 119062"/>
              <a:gd name="connsiteX2" fmla="*/ 0 w 242888"/>
              <a:gd name="connsiteY2" fmla="*/ 119062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88" h="119062">
                <a:moveTo>
                  <a:pt x="242888" y="0"/>
                </a:moveTo>
                <a:lnTo>
                  <a:pt x="242888" y="119062"/>
                </a:lnTo>
                <a:lnTo>
                  <a:pt x="0" y="119062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1" name="Organigramme : Joindre 160"/>
          <p:cNvSpPr/>
          <p:nvPr/>
        </p:nvSpPr>
        <p:spPr>
          <a:xfrm rot="5400000">
            <a:off x="4922067" y="5441173"/>
            <a:ext cx="95271" cy="100029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62" name="Organigramme : Joindre 161"/>
          <p:cNvSpPr/>
          <p:nvPr/>
        </p:nvSpPr>
        <p:spPr>
          <a:xfrm rot="10800000">
            <a:off x="7505678" y="3243284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64" name="Connecteur droit 163"/>
          <p:cNvCxnSpPr/>
          <p:nvPr/>
        </p:nvCxnSpPr>
        <p:spPr>
          <a:xfrm>
            <a:off x="7615199" y="676275"/>
            <a:ext cx="17" cy="25765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eur droit avec flèche 165"/>
          <p:cNvCxnSpPr/>
          <p:nvPr/>
        </p:nvCxnSpPr>
        <p:spPr>
          <a:xfrm flipH="1">
            <a:off x="5610227" y="666750"/>
            <a:ext cx="2009773" cy="1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à coins arrondis 172"/>
          <p:cNvSpPr/>
          <p:nvPr/>
        </p:nvSpPr>
        <p:spPr>
          <a:xfrm>
            <a:off x="5014914" y="2462213"/>
            <a:ext cx="161925" cy="123825"/>
          </a:xfrm>
          <a:prstGeom prst="round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75" name="Connecteur droit 174"/>
          <p:cNvCxnSpPr/>
          <p:nvPr/>
        </p:nvCxnSpPr>
        <p:spPr>
          <a:xfrm>
            <a:off x="5095876" y="2586037"/>
            <a:ext cx="0" cy="16668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Forme libre 176"/>
          <p:cNvSpPr/>
          <p:nvPr/>
        </p:nvSpPr>
        <p:spPr>
          <a:xfrm>
            <a:off x="6710363" y="1857375"/>
            <a:ext cx="523875" cy="247650"/>
          </a:xfrm>
          <a:custGeom>
            <a:avLst/>
            <a:gdLst>
              <a:gd name="connsiteX0" fmla="*/ 0 w 357187"/>
              <a:gd name="connsiteY0" fmla="*/ 247650 h 247650"/>
              <a:gd name="connsiteX1" fmla="*/ 357187 w 357187"/>
              <a:gd name="connsiteY1" fmla="*/ 247650 h 247650"/>
              <a:gd name="connsiteX2" fmla="*/ 357187 w 35718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187" h="247650">
                <a:moveTo>
                  <a:pt x="0" y="247650"/>
                </a:moveTo>
                <a:lnTo>
                  <a:pt x="357187" y="247650"/>
                </a:lnTo>
                <a:lnTo>
                  <a:pt x="357187" y="0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8" name="Triangle isocèle 177"/>
          <p:cNvSpPr/>
          <p:nvPr/>
        </p:nvSpPr>
        <p:spPr>
          <a:xfrm>
            <a:off x="7191378" y="1724027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79" name="Triangle isocèle 178"/>
          <p:cNvSpPr/>
          <p:nvPr/>
        </p:nvSpPr>
        <p:spPr>
          <a:xfrm rot="5400000" flipV="1">
            <a:off x="7259568" y="1647964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0" name="Forme libre 179"/>
          <p:cNvSpPr/>
          <p:nvPr/>
        </p:nvSpPr>
        <p:spPr>
          <a:xfrm>
            <a:off x="7172325" y="1504950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2" name="Triangle isocèle 181"/>
          <p:cNvSpPr/>
          <p:nvPr/>
        </p:nvSpPr>
        <p:spPr>
          <a:xfrm>
            <a:off x="1828780" y="1771651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83" name="Triangle isocèle 182"/>
          <p:cNvSpPr/>
          <p:nvPr/>
        </p:nvSpPr>
        <p:spPr>
          <a:xfrm rot="16200000" flipH="1" flipV="1">
            <a:off x="1773145" y="1695588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4" name="Forme libre 183"/>
          <p:cNvSpPr/>
          <p:nvPr/>
        </p:nvSpPr>
        <p:spPr>
          <a:xfrm>
            <a:off x="1809727" y="1552574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5" name="Bouée 184"/>
          <p:cNvSpPr/>
          <p:nvPr/>
        </p:nvSpPr>
        <p:spPr>
          <a:xfrm>
            <a:off x="1623990" y="1123951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86" name="Forme libre 185"/>
          <p:cNvSpPr/>
          <p:nvPr/>
        </p:nvSpPr>
        <p:spPr>
          <a:xfrm flipH="1">
            <a:off x="1866901" y="1885949"/>
            <a:ext cx="590550" cy="247650"/>
          </a:xfrm>
          <a:custGeom>
            <a:avLst/>
            <a:gdLst>
              <a:gd name="connsiteX0" fmla="*/ 0 w 357187"/>
              <a:gd name="connsiteY0" fmla="*/ 247650 h 247650"/>
              <a:gd name="connsiteX1" fmla="*/ 357187 w 357187"/>
              <a:gd name="connsiteY1" fmla="*/ 247650 h 247650"/>
              <a:gd name="connsiteX2" fmla="*/ 357187 w 35718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187" h="247650">
                <a:moveTo>
                  <a:pt x="0" y="247650"/>
                </a:moveTo>
                <a:lnTo>
                  <a:pt x="357187" y="247650"/>
                </a:lnTo>
                <a:lnTo>
                  <a:pt x="357187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0" name="Organigramme : Connecteur 189"/>
          <p:cNvSpPr/>
          <p:nvPr/>
        </p:nvSpPr>
        <p:spPr>
          <a:xfrm>
            <a:off x="6715127" y="1504950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1" name="Connecteur droit 190"/>
          <p:cNvCxnSpPr/>
          <p:nvPr/>
        </p:nvCxnSpPr>
        <p:spPr>
          <a:xfrm>
            <a:off x="6867535" y="1795463"/>
            <a:ext cx="1" cy="3143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Organigramme : Connecteur 191"/>
          <p:cNvSpPr/>
          <p:nvPr/>
        </p:nvSpPr>
        <p:spPr>
          <a:xfrm>
            <a:off x="2905125" y="18097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3" name="Connecteur droit 192"/>
          <p:cNvCxnSpPr/>
          <p:nvPr/>
        </p:nvCxnSpPr>
        <p:spPr>
          <a:xfrm>
            <a:off x="3067051" y="2095501"/>
            <a:ext cx="0" cy="142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Organigramme : Connecteur 197"/>
          <p:cNvSpPr/>
          <p:nvPr/>
        </p:nvSpPr>
        <p:spPr>
          <a:xfrm>
            <a:off x="4200525" y="35623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9" name="Connecteur droit 198"/>
          <p:cNvCxnSpPr/>
          <p:nvPr/>
        </p:nvCxnSpPr>
        <p:spPr>
          <a:xfrm flipH="1" flipV="1">
            <a:off x="4114800" y="3705225"/>
            <a:ext cx="95250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Organigramme : Connecteur 199"/>
          <p:cNvSpPr/>
          <p:nvPr/>
        </p:nvSpPr>
        <p:spPr>
          <a:xfrm>
            <a:off x="4648200" y="355759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01" name="Connecteur droit 200"/>
          <p:cNvCxnSpPr>
            <a:stCxn id="200" idx="6"/>
          </p:cNvCxnSpPr>
          <p:nvPr/>
        </p:nvCxnSpPr>
        <p:spPr>
          <a:xfrm flipV="1">
            <a:off x="4948238" y="3700465"/>
            <a:ext cx="7143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Organigramme : Connecteur 201"/>
          <p:cNvSpPr/>
          <p:nvPr/>
        </p:nvSpPr>
        <p:spPr>
          <a:xfrm>
            <a:off x="5948362" y="18097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03" name="Connecteur droit 202"/>
          <p:cNvCxnSpPr/>
          <p:nvPr/>
        </p:nvCxnSpPr>
        <p:spPr>
          <a:xfrm>
            <a:off x="6110288" y="2095501"/>
            <a:ext cx="0" cy="142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Organigramme : Joindre 214"/>
          <p:cNvSpPr/>
          <p:nvPr/>
        </p:nvSpPr>
        <p:spPr>
          <a:xfrm>
            <a:off x="5579292" y="4545822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23" name="Connecteur droit 222"/>
          <p:cNvCxnSpPr/>
          <p:nvPr/>
        </p:nvCxnSpPr>
        <p:spPr>
          <a:xfrm>
            <a:off x="5629275" y="4424363"/>
            <a:ext cx="0" cy="1047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necteur droit 223"/>
          <p:cNvCxnSpPr/>
          <p:nvPr/>
        </p:nvCxnSpPr>
        <p:spPr>
          <a:xfrm>
            <a:off x="5629276" y="4638674"/>
            <a:ext cx="0" cy="1047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Organigramme : Joindre 224"/>
          <p:cNvSpPr/>
          <p:nvPr/>
        </p:nvSpPr>
        <p:spPr>
          <a:xfrm>
            <a:off x="6817541" y="1878822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27" name="Organigramme : Connecteur 226"/>
          <p:cNvSpPr/>
          <p:nvPr/>
        </p:nvSpPr>
        <p:spPr>
          <a:xfrm>
            <a:off x="2124078" y="1528762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28" name="Connecteur droit 227"/>
          <p:cNvCxnSpPr/>
          <p:nvPr/>
        </p:nvCxnSpPr>
        <p:spPr>
          <a:xfrm>
            <a:off x="2276486" y="1819275"/>
            <a:ext cx="1" cy="3143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Organigramme : Joindre 228"/>
          <p:cNvSpPr/>
          <p:nvPr/>
        </p:nvSpPr>
        <p:spPr>
          <a:xfrm>
            <a:off x="2226492" y="1902634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30" name="Organigramme : Connecteur 229"/>
          <p:cNvSpPr/>
          <p:nvPr/>
        </p:nvSpPr>
        <p:spPr>
          <a:xfrm>
            <a:off x="1633540" y="4867275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31" name="Connecteur droit 230"/>
          <p:cNvCxnSpPr/>
          <p:nvPr/>
        </p:nvCxnSpPr>
        <p:spPr>
          <a:xfrm>
            <a:off x="1785948" y="5157788"/>
            <a:ext cx="1" cy="3143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onnecteur droit 232"/>
          <p:cNvCxnSpPr/>
          <p:nvPr/>
        </p:nvCxnSpPr>
        <p:spPr>
          <a:xfrm>
            <a:off x="4467225" y="4605338"/>
            <a:ext cx="219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cteur droit 233"/>
          <p:cNvCxnSpPr/>
          <p:nvPr/>
        </p:nvCxnSpPr>
        <p:spPr>
          <a:xfrm>
            <a:off x="4576762" y="3290883"/>
            <a:ext cx="6" cy="110964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Connecteur droit avec flèche 234"/>
          <p:cNvCxnSpPr/>
          <p:nvPr/>
        </p:nvCxnSpPr>
        <p:spPr>
          <a:xfrm>
            <a:off x="4471988" y="4405312"/>
            <a:ext cx="228600" cy="2000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Connecteur droit 237"/>
          <p:cNvCxnSpPr/>
          <p:nvPr/>
        </p:nvCxnSpPr>
        <p:spPr>
          <a:xfrm>
            <a:off x="4467226" y="4405312"/>
            <a:ext cx="219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Connecteur droit avec flèche 252"/>
          <p:cNvCxnSpPr/>
          <p:nvPr/>
        </p:nvCxnSpPr>
        <p:spPr>
          <a:xfrm flipV="1">
            <a:off x="1390650" y="2305050"/>
            <a:ext cx="0" cy="542926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onnecteur droit 258"/>
          <p:cNvCxnSpPr/>
          <p:nvPr/>
        </p:nvCxnSpPr>
        <p:spPr>
          <a:xfrm>
            <a:off x="1019175" y="3409950"/>
            <a:ext cx="0" cy="5238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Rectangle 259"/>
          <p:cNvSpPr/>
          <p:nvPr/>
        </p:nvSpPr>
        <p:spPr>
          <a:xfrm>
            <a:off x="2657475" y="25241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S302A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61" name="Rectangle 260"/>
          <p:cNvSpPr/>
          <p:nvPr/>
        </p:nvSpPr>
        <p:spPr>
          <a:xfrm>
            <a:off x="5695950" y="25241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S302B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62" name="Rectangle 261"/>
          <p:cNvSpPr/>
          <p:nvPr/>
        </p:nvSpPr>
        <p:spPr>
          <a:xfrm>
            <a:off x="2143125" y="53054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Réchauffeur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3" name="Rectangle 262"/>
          <p:cNvSpPr/>
          <p:nvPr/>
        </p:nvSpPr>
        <p:spPr>
          <a:xfrm>
            <a:off x="609600" y="3933825"/>
            <a:ext cx="819150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Sortie F301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4" name="Rectangle 263"/>
          <p:cNvSpPr/>
          <p:nvPr/>
        </p:nvSpPr>
        <p:spPr>
          <a:xfrm>
            <a:off x="676275" y="1562100"/>
            <a:ext cx="695326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S302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5" name="Rectangle 264"/>
          <p:cNvSpPr/>
          <p:nvPr/>
        </p:nvSpPr>
        <p:spPr>
          <a:xfrm>
            <a:off x="4914900" y="428625"/>
            <a:ext cx="866775" cy="4095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Réseau usine 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6" name="Rectangle 265"/>
          <p:cNvSpPr/>
          <p:nvPr/>
        </p:nvSpPr>
        <p:spPr>
          <a:xfrm>
            <a:off x="4248150" y="5924550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Vapeur 25B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7" name="Rectangle 266"/>
          <p:cNvSpPr/>
          <p:nvPr/>
        </p:nvSpPr>
        <p:spPr>
          <a:xfrm>
            <a:off x="2847975" y="490537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Soufflante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8" name="Rectangle 267"/>
          <p:cNvSpPr/>
          <p:nvPr/>
        </p:nvSpPr>
        <p:spPr>
          <a:xfrm>
            <a:off x="5400675" y="4800600"/>
            <a:ext cx="4762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 smtClean="0">
                <a:solidFill>
                  <a:schemeClr val="tx1"/>
                </a:solidFill>
              </a:rPr>
              <a:t>X 302</a:t>
            </a:r>
            <a:endParaRPr lang="fr-FR" sz="1200" b="1" dirty="0">
              <a:solidFill>
                <a:schemeClr val="tx1"/>
              </a:solidFill>
            </a:endParaRPr>
          </a:p>
        </p:txBody>
      </p:sp>
      <p:sp>
        <p:nvSpPr>
          <p:cNvPr id="269" name="Rectangle 268"/>
          <p:cNvSpPr/>
          <p:nvPr/>
        </p:nvSpPr>
        <p:spPr>
          <a:xfrm>
            <a:off x="1600199" y="1162050"/>
            <a:ext cx="4953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3006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0" name="Rectangle 269"/>
          <p:cNvSpPr/>
          <p:nvPr/>
        </p:nvSpPr>
        <p:spPr>
          <a:xfrm>
            <a:off x="6981824" y="1133475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3005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71" name="Bouée 270"/>
          <p:cNvSpPr/>
          <p:nvPr/>
        </p:nvSpPr>
        <p:spPr>
          <a:xfrm>
            <a:off x="6996090" y="1085851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77" name="Rectangle 276"/>
          <p:cNvSpPr/>
          <p:nvPr/>
        </p:nvSpPr>
        <p:spPr>
          <a:xfrm>
            <a:off x="2105025" y="1514475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8" name="Rectangle 277"/>
          <p:cNvSpPr/>
          <p:nvPr/>
        </p:nvSpPr>
        <p:spPr>
          <a:xfrm>
            <a:off x="6696075" y="1485900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9" name="Rectangle 278"/>
          <p:cNvSpPr/>
          <p:nvPr/>
        </p:nvSpPr>
        <p:spPr>
          <a:xfrm>
            <a:off x="1619250" y="4848225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80" name="Rectangle 279"/>
          <p:cNvSpPr/>
          <p:nvPr/>
        </p:nvSpPr>
        <p:spPr>
          <a:xfrm>
            <a:off x="6638925" y="3867150"/>
            <a:ext cx="80962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Hygromètre AR302</a:t>
            </a:r>
          </a:p>
        </p:txBody>
      </p:sp>
      <p:sp>
        <p:nvSpPr>
          <p:cNvPr id="282" name="Forme libre 281"/>
          <p:cNvSpPr/>
          <p:nvPr/>
        </p:nvSpPr>
        <p:spPr>
          <a:xfrm>
            <a:off x="5629275" y="4200525"/>
            <a:ext cx="1457325" cy="219075"/>
          </a:xfrm>
          <a:custGeom>
            <a:avLst/>
            <a:gdLst>
              <a:gd name="connsiteX0" fmla="*/ 0 w 923925"/>
              <a:gd name="connsiteY0" fmla="*/ 457200 h 457200"/>
              <a:gd name="connsiteX1" fmla="*/ 923925 w 923925"/>
              <a:gd name="connsiteY1" fmla="*/ 457200 h 457200"/>
              <a:gd name="connsiteX2" fmla="*/ 923925 w 923925"/>
              <a:gd name="connsiteY2" fmla="*/ 0 h 457200"/>
              <a:gd name="connsiteX3" fmla="*/ 923925 w 923925"/>
              <a:gd name="connsiteY3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3925" h="457200">
                <a:moveTo>
                  <a:pt x="0" y="457200"/>
                </a:moveTo>
                <a:lnTo>
                  <a:pt x="923925" y="457200"/>
                </a:lnTo>
                <a:lnTo>
                  <a:pt x="923925" y="0"/>
                </a:lnTo>
                <a:lnTo>
                  <a:pt x="923925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9" name="Forme libre 298"/>
          <p:cNvSpPr/>
          <p:nvPr/>
        </p:nvSpPr>
        <p:spPr>
          <a:xfrm>
            <a:off x="657225" y="657224"/>
            <a:ext cx="2809875" cy="2190751"/>
          </a:xfrm>
          <a:custGeom>
            <a:avLst/>
            <a:gdLst>
              <a:gd name="connsiteX0" fmla="*/ 0 w 2514600"/>
              <a:gd name="connsiteY0" fmla="*/ 914400 h 914400"/>
              <a:gd name="connsiteX1" fmla="*/ 0 w 2514600"/>
              <a:gd name="connsiteY1" fmla="*/ 0 h 914400"/>
              <a:gd name="connsiteX2" fmla="*/ 2514600 w 25146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0" h="914400">
                <a:moveTo>
                  <a:pt x="0" y="914400"/>
                </a:moveTo>
                <a:lnTo>
                  <a:pt x="0" y="0"/>
                </a:lnTo>
                <a:lnTo>
                  <a:pt x="25146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0" name="Forme libre 299"/>
          <p:cNvSpPr/>
          <p:nvPr/>
        </p:nvSpPr>
        <p:spPr>
          <a:xfrm flipH="1">
            <a:off x="3533775" y="657225"/>
            <a:ext cx="1038225" cy="1552576"/>
          </a:xfrm>
          <a:custGeom>
            <a:avLst/>
            <a:gdLst>
              <a:gd name="connsiteX0" fmla="*/ 0 w 2514600"/>
              <a:gd name="connsiteY0" fmla="*/ 914400 h 914400"/>
              <a:gd name="connsiteX1" fmla="*/ 0 w 2514600"/>
              <a:gd name="connsiteY1" fmla="*/ 0 h 914400"/>
              <a:gd name="connsiteX2" fmla="*/ 2514600 w 25146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0" h="914400">
                <a:moveTo>
                  <a:pt x="0" y="914400"/>
                </a:moveTo>
                <a:lnTo>
                  <a:pt x="0" y="0"/>
                </a:lnTo>
                <a:lnTo>
                  <a:pt x="25146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01" name="Connecteur droit 300"/>
          <p:cNvCxnSpPr/>
          <p:nvPr/>
        </p:nvCxnSpPr>
        <p:spPr>
          <a:xfrm>
            <a:off x="3467101" y="600075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Connecteur droit 301"/>
          <p:cNvCxnSpPr/>
          <p:nvPr/>
        </p:nvCxnSpPr>
        <p:spPr>
          <a:xfrm>
            <a:off x="3524241" y="600059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Organigramme : Connecteur 304"/>
          <p:cNvSpPr/>
          <p:nvPr/>
        </p:nvSpPr>
        <p:spPr>
          <a:xfrm>
            <a:off x="3305175" y="881061"/>
            <a:ext cx="395291" cy="404813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306" name="Connecteur droit 305"/>
          <p:cNvCxnSpPr/>
          <p:nvPr/>
        </p:nvCxnSpPr>
        <p:spPr>
          <a:xfrm>
            <a:off x="3495686" y="561975"/>
            <a:ext cx="1" cy="3143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Connecteur droit 314"/>
          <p:cNvCxnSpPr/>
          <p:nvPr/>
        </p:nvCxnSpPr>
        <p:spPr>
          <a:xfrm>
            <a:off x="2686061" y="3924305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Connecteur droit 316"/>
          <p:cNvCxnSpPr/>
          <p:nvPr/>
        </p:nvCxnSpPr>
        <p:spPr>
          <a:xfrm>
            <a:off x="2747973" y="3776667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Organigramme : Joindre 317"/>
          <p:cNvSpPr/>
          <p:nvPr/>
        </p:nvSpPr>
        <p:spPr>
          <a:xfrm>
            <a:off x="2695575" y="3945747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19" name="Connecteur droit 318"/>
          <p:cNvCxnSpPr/>
          <p:nvPr/>
        </p:nvCxnSpPr>
        <p:spPr>
          <a:xfrm>
            <a:off x="6381761" y="3952880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Connecteur droit 319"/>
          <p:cNvCxnSpPr/>
          <p:nvPr/>
        </p:nvCxnSpPr>
        <p:spPr>
          <a:xfrm>
            <a:off x="6443673" y="3805242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Organigramme : Joindre 320"/>
          <p:cNvSpPr/>
          <p:nvPr/>
        </p:nvSpPr>
        <p:spPr>
          <a:xfrm>
            <a:off x="6391275" y="3974322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22" name="Rectangle 321"/>
          <p:cNvSpPr/>
          <p:nvPr/>
        </p:nvSpPr>
        <p:spPr>
          <a:xfrm>
            <a:off x="3495675" y="5305425"/>
            <a:ext cx="438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smtClean="0">
                <a:solidFill>
                  <a:schemeClr val="tx1"/>
                </a:solidFill>
              </a:rPr>
              <a:t>AIR</a:t>
            </a:r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340" name="Rectangle 339"/>
          <p:cNvSpPr/>
          <p:nvPr/>
        </p:nvSpPr>
        <p:spPr>
          <a:xfrm>
            <a:off x="2838450" y="1790700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T302 A1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5876925" y="18002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T302 B1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4133850" y="35528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T302 A2</a:t>
            </a:r>
          </a:p>
        </p:txBody>
      </p:sp>
      <p:sp>
        <p:nvSpPr>
          <p:cNvPr id="343" name="Rectangle 342"/>
          <p:cNvSpPr/>
          <p:nvPr/>
        </p:nvSpPr>
        <p:spPr>
          <a:xfrm>
            <a:off x="4581525" y="35528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T302 B2</a:t>
            </a:r>
          </a:p>
        </p:txBody>
      </p:sp>
      <p:sp>
        <p:nvSpPr>
          <p:cNvPr id="344" name="Rectangle à coins arrondis 343"/>
          <p:cNvSpPr/>
          <p:nvPr/>
        </p:nvSpPr>
        <p:spPr>
          <a:xfrm>
            <a:off x="5162550" y="5962650"/>
            <a:ext cx="3714750" cy="47625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S302 : A = chauffage, B = service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04" name="Organigramme : Connecteur 103"/>
          <p:cNvSpPr/>
          <p:nvPr/>
        </p:nvSpPr>
        <p:spPr>
          <a:xfrm>
            <a:off x="2205035" y="5734050"/>
            <a:ext cx="138113" cy="133350"/>
          </a:xfrm>
          <a:prstGeom prst="flowChartConnector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5" name="Rectangle 344"/>
          <p:cNvSpPr/>
          <p:nvPr/>
        </p:nvSpPr>
        <p:spPr>
          <a:xfrm>
            <a:off x="6905625" y="180975"/>
            <a:ext cx="118110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S301</a:t>
            </a:r>
          </a:p>
        </p:txBody>
      </p:sp>
      <p:sp>
        <p:nvSpPr>
          <p:cNvPr id="126" name="Organigramme : Joindre 125"/>
          <p:cNvSpPr/>
          <p:nvPr/>
        </p:nvSpPr>
        <p:spPr>
          <a:xfrm rot="5400000">
            <a:off x="5981717" y="4757758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57" name="Forme libre 356"/>
          <p:cNvSpPr/>
          <p:nvPr/>
        </p:nvSpPr>
        <p:spPr>
          <a:xfrm>
            <a:off x="8124825" y="3276600"/>
            <a:ext cx="571500" cy="409575"/>
          </a:xfrm>
          <a:custGeom>
            <a:avLst/>
            <a:gdLst>
              <a:gd name="connsiteX0" fmla="*/ 0 w 571500"/>
              <a:gd name="connsiteY0" fmla="*/ 9525 h 409575"/>
              <a:gd name="connsiteX1" fmla="*/ 0 w 571500"/>
              <a:gd name="connsiteY1" fmla="*/ 409575 h 409575"/>
              <a:gd name="connsiteX2" fmla="*/ 571500 w 571500"/>
              <a:gd name="connsiteY2" fmla="*/ 409575 h 409575"/>
              <a:gd name="connsiteX3" fmla="*/ 571500 w 571500"/>
              <a:gd name="connsiteY3" fmla="*/ 0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500" h="409575">
                <a:moveTo>
                  <a:pt x="0" y="9525"/>
                </a:moveTo>
                <a:lnTo>
                  <a:pt x="0" y="409575"/>
                </a:lnTo>
                <a:lnTo>
                  <a:pt x="571500" y="409575"/>
                </a:lnTo>
                <a:lnTo>
                  <a:pt x="5715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58" name="Triangle isocèle 357"/>
          <p:cNvSpPr/>
          <p:nvPr/>
        </p:nvSpPr>
        <p:spPr>
          <a:xfrm>
            <a:off x="8086728" y="3162302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59" name="Triangle isocèle 358"/>
          <p:cNvSpPr/>
          <p:nvPr/>
        </p:nvSpPr>
        <p:spPr>
          <a:xfrm rot="5400000" flipV="1">
            <a:off x="8154918" y="3086239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0" name="Forme libre 359"/>
          <p:cNvSpPr/>
          <p:nvPr/>
        </p:nvSpPr>
        <p:spPr>
          <a:xfrm>
            <a:off x="8067675" y="2943225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1" name="Rectangle 360"/>
          <p:cNvSpPr/>
          <p:nvPr/>
        </p:nvSpPr>
        <p:spPr>
          <a:xfrm>
            <a:off x="7877174" y="2571750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3009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362" name="Bouée 361"/>
          <p:cNvSpPr/>
          <p:nvPr/>
        </p:nvSpPr>
        <p:spPr>
          <a:xfrm>
            <a:off x="7891440" y="2524126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63" name="Triangle isocèle 362"/>
          <p:cNvSpPr/>
          <p:nvPr/>
        </p:nvSpPr>
        <p:spPr>
          <a:xfrm>
            <a:off x="8658228" y="3162302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64" name="Triangle isocèle 363"/>
          <p:cNvSpPr/>
          <p:nvPr/>
        </p:nvSpPr>
        <p:spPr>
          <a:xfrm rot="5400000" flipV="1">
            <a:off x="8726418" y="3086239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5" name="Forme libre 364"/>
          <p:cNvSpPr/>
          <p:nvPr/>
        </p:nvSpPr>
        <p:spPr>
          <a:xfrm>
            <a:off x="8639175" y="2943225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6" name="Rectangle 365"/>
          <p:cNvSpPr/>
          <p:nvPr/>
        </p:nvSpPr>
        <p:spPr>
          <a:xfrm>
            <a:off x="8448674" y="2571750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3010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367" name="Bouée 366"/>
          <p:cNvSpPr/>
          <p:nvPr/>
        </p:nvSpPr>
        <p:spPr>
          <a:xfrm>
            <a:off x="8462940" y="2524126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68" name="Organigramme : Joindre 367"/>
          <p:cNvSpPr/>
          <p:nvPr/>
        </p:nvSpPr>
        <p:spPr>
          <a:xfrm>
            <a:off x="8067675" y="3326622"/>
            <a:ext cx="111963" cy="111903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69" name="Organigramme : Joindre 368"/>
          <p:cNvSpPr/>
          <p:nvPr/>
        </p:nvSpPr>
        <p:spPr>
          <a:xfrm>
            <a:off x="8639175" y="3326622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71" name="Connecteur droit 370"/>
          <p:cNvCxnSpPr/>
          <p:nvPr/>
        </p:nvCxnSpPr>
        <p:spPr>
          <a:xfrm flipV="1">
            <a:off x="8133182" y="3381375"/>
            <a:ext cx="582193" cy="1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e 378"/>
          <p:cNvGrpSpPr/>
          <p:nvPr/>
        </p:nvGrpSpPr>
        <p:grpSpPr>
          <a:xfrm>
            <a:off x="8239125" y="3333750"/>
            <a:ext cx="361950" cy="104775"/>
            <a:chOff x="8048625" y="1771650"/>
            <a:chExt cx="361950" cy="104775"/>
          </a:xfrm>
        </p:grpSpPr>
        <p:cxnSp>
          <p:nvCxnSpPr>
            <p:cNvPr id="374" name="Connecteur droit 373"/>
            <p:cNvCxnSpPr/>
            <p:nvPr/>
          </p:nvCxnSpPr>
          <p:spPr>
            <a:xfrm flipH="1">
              <a:off x="80486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Connecteur droit 374"/>
            <p:cNvCxnSpPr/>
            <p:nvPr/>
          </p:nvCxnSpPr>
          <p:spPr>
            <a:xfrm flipH="1">
              <a:off x="81248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Connecteur droit 375"/>
            <p:cNvCxnSpPr/>
            <p:nvPr/>
          </p:nvCxnSpPr>
          <p:spPr>
            <a:xfrm flipH="1">
              <a:off x="82010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Connecteur droit 376"/>
            <p:cNvCxnSpPr/>
            <p:nvPr/>
          </p:nvCxnSpPr>
          <p:spPr>
            <a:xfrm flipH="1">
              <a:off x="82772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Connecteur droit 377"/>
            <p:cNvCxnSpPr/>
            <p:nvPr/>
          </p:nvCxnSpPr>
          <p:spPr>
            <a:xfrm flipH="1">
              <a:off x="83534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e 411"/>
          <p:cNvGrpSpPr/>
          <p:nvPr/>
        </p:nvGrpSpPr>
        <p:grpSpPr>
          <a:xfrm>
            <a:off x="8351067" y="4807760"/>
            <a:ext cx="221430" cy="102377"/>
            <a:chOff x="8351067" y="4798235"/>
            <a:chExt cx="221430" cy="102377"/>
          </a:xfrm>
        </p:grpSpPr>
        <p:sp>
          <p:nvSpPr>
            <p:cNvPr id="216" name="Organigramme : Joindre 215"/>
            <p:cNvSpPr/>
            <p:nvPr/>
          </p:nvSpPr>
          <p:spPr>
            <a:xfrm rot="10800000">
              <a:off x="8351067" y="4798235"/>
              <a:ext cx="95271" cy="100029"/>
            </a:xfrm>
            <a:prstGeom prst="flowChartCollat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sp>
          <p:nvSpPr>
            <p:cNvPr id="217" name="Rectangle à coins arrondis 216"/>
            <p:cNvSpPr/>
            <p:nvPr/>
          </p:nvSpPr>
          <p:spPr>
            <a:xfrm>
              <a:off x="8510586" y="4800600"/>
              <a:ext cx="61911" cy="100012"/>
            </a:xfrm>
            <a:prstGeom prst="roundRect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cxnSp>
          <p:nvCxnSpPr>
            <p:cNvPr id="219" name="Connecteur droit 218"/>
            <p:cNvCxnSpPr/>
            <p:nvPr/>
          </p:nvCxnSpPr>
          <p:spPr>
            <a:xfrm>
              <a:off x="8410575" y="4852988"/>
              <a:ext cx="95250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382" name="Organigramme : Joindre 381"/>
          <p:cNvSpPr/>
          <p:nvPr/>
        </p:nvSpPr>
        <p:spPr>
          <a:xfrm rot="10800000">
            <a:off x="8351067" y="4407710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83" name="Rectangle 382"/>
          <p:cNvSpPr/>
          <p:nvPr/>
        </p:nvSpPr>
        <p:spPr>
          <a:xfrm>
            <a:off x="7896226" y="962025"/>
            <a:ext cx="828674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S303</a:t>
            </a:r>
          </a:p>
        </p:txBody>
      </p:sp>
      <p:sp>
        <p:nvSpPr>
          <p:cNvPr id="387" name="Forme libre 386"/>
          <p:cNvSpPr/>
          <p:nvPr/>
        </p:nvSpPr>
        <p:spPr>
          <a:xfrm>
            <a:off x="6634146" y="342900"/>
            <a:ext cx="557229" cy="323849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3" name="Forme libre 392"/>
          <p:cNvSpPr/>
          <p:nvPr/>
        </p:nvSpPr>
        <p:spPr>
          <a:xfrm>
            <a:off x="7810500" y="1295400"/>
            <a:ext cx="504825" cy="2914650"/>
          </a:xfrm>
          <a:custGeom>
            <a:avLst/>
            <a:gdLst>
              <a:gd name="connsiteX0" fmla="*/ 0 w 504825"/>
              <a:gd name="connsiteY0" fmla="*/ 2914650 h 2914650"/>
              <a:gd name="connsiteX1" fmla="*/ 0 w 504825"/>
              <a:gd name="connsiteY1" fmla="*/ 819150 h 2914650"/>
              <a:gd name="connsiteX2" fmla="*/ 504825 w 504825"/>
              <a:gd name="connsiteY2" fmla="*/ 819150 h 2914650"/>
              <a:gd name="connsiteX3" fmla="*/ 504825 w 504825"/>
              <a:gd name="connsiteY3" fmla="*/ 0 h 2914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4825" h="2914650">
                <a:moveTo>
                  <a:pt x="0" y="2914650"/>
                </a:moveTo>
                <a:lnTo>
                  <a:pt x="0" y="819150"/>
                </a:lnTo>
                <a:lnTo>
                  <a:pt x="504825" y="819150"/>
                </a:lnTo>
                <a:lnTo>
                  <a:pt x="504825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97" name="Connecteur droit 396"/>
          <p:cNvCxnSpPr/>
          <p:nvPr/>
        </p:nvCxnSpPr>
        <p:spPr>
          <a:xfrm>
            <a:off x="2357440" y="2395538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8" name="Connecteur droit 397"/>
          <p:cNvCxnSpPr/>
          <p:nvPr/>
        </p:nvCxnSpPr>
        <p:spPr>
          <a:xfrm>
            <a:off x="6815140" y="2386013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" name="Groupe 406"/>
          <p:cNvGrpSpPr/>
          <p:nvPr/>
        </p:nvGrpSpPr>
        <p:grpSpPr>
          <a:xfrm>
            <a:off x="4169566" y="4802985"/>
            <a:ext cx="114300" cy="119063"/>
            <a:chOff x="3340891" y="4221960"/>
            <a:chExt cx="114300" cy="119063"/>
          </a:xfrm>
        </p:grpSpPr>
        <p:cxnSp>
          <p:nvCxnSpPr>
            <p:cNvPr id="401" name="Connecteur droit 400"/>
            <p:cNvCxnSpPr/>
            <p:nvPr/>
          </p:nvCxnSpPr>
          <p:spPr>
            <a:xfrm rot="5400000" flipV="1">
              <a:off x="3398041" y="4174334"/>
              <a:ext cx="0" cy="104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Connecteur droit 401"/>
            <p:cNvCxnSpPr/>
            <p:nvPr/>
          </p:nvCxnSpPr>
          <p:spPr>
            <a:xfrm rot="5400000" flipV="1">
              <a:off x="3398041" y="4288634"/>
              <a:ext cx="0" cy="104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Connecteur droit avec flèche 404"/>
            <p:cNvCxnSpPr/>
            <p:nvPr/>
          </p:nvCxnSpPr>
          <p:spPr>
            <a:xfrm rot="5400000" flipH="1">
              <a:off x="3338509" y="4224342"/>
              <a:ext cx="119063" cy="1143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6" name="Organigramme : Joindre 405"/>
          <p:cNvSpPr/>
          <p:nvPr/>
        </p:nvSpPr>
        <p:spPr>
          <a:xfrm rot="5400000">
            <a:off x="3998143" y="4174348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08" name="Forme libre 407"/>
          <p:cNvSpPr/>
          <p:nvPr/>
        </p:nvSpPr>
        <p:spPr>
          <a:xfrm>
            <a:off x="4229100" y="4914900"/>
            <a:ext cx="4171950" cy="752475"/>
          </a:xfrm>
          <a:custGeom>
            <a:avLst/>
            <a:gdLst>
              <a:gd name="connsiteX0" fmla="*/ 0 w 571500"/>
              <a:gd name="connsiteY0" fmla="*/ 9525 h 409575"/>
              <a:gd name="connsiteX1" fmla="*/ 0 w 571500"/>
              <a:gd name="connsiteY1" fmla="*/ 409575 h 409575"/>
              <a:gd name="connsiteX2" fmla="*/ 571500 w 571500"/>
              <a:gd name="connsiteY2" fmla="*/ 409575 h 409575"/>
              <a:gd name="connsiteX3" fmla="*/ 571500 w 571500"/>
              <a:gd name="connsiteY3" fmla="*/ 0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500" h="409575">
                <a:moveTo>
                  <a:pt x="0" y="9525"/>
                </a:moveTo>
                <a:lnTo>
                  <a:pt x="0" y="409575"/>
                </a:lnTo>
                <a:lnTo>
                  <a:pt x="571500" y="409575"/>
                </a:lnTo>
                <a:lnTo>
                  <a:pt x="571500" y="0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 dirty="0"/>
          </a:p>
        </p:txBody>
      </p:sp>
      <p:cxnSp>
        <p:nvCxnSpPr>
          <p:cNvPr id="413" name="Connecteur droit avec flèche 412"/>
          <p:cNvCxnSpPr>
            <a:stCxn id="393" idx="3"/>
          </p:cNvCxnSpPr>
          <p:nvPr/>
        </p:nvCxnSpPr>
        <p:spPr>
          <a:xfrm>
            <a:off x="8315325" y="1295400"/>
            <a:ext cx="0" cy="47625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Connecteur droit avec flèche 419"/>
          <p:cNvCxnSpPr/>
          <p:nvPr/>
        </p:nvCxnSpPr>
        <p:spPr>
          <a:xfrm flipH="1">
            <a:off x="6829425" y="342900"/>
            <a:ext cx="419100" cy="1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Connecteur droit 421"/>
          <p:cNvCxnSpPr/>
          <p:nvPr/>
        </p:nvCxnSpPr>
        <p:spPr>
          <a:xfrm>
            <a:off x="523875" y="3419475"/>
            <a:ext cx="981075" cy="0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Connecteur droit 422"/>
          <p:cNvCxnSpPr/>
          <p:nvPr/>
        </p:nvCxnSpPr>
        <p:spPr>
          <a:xfrm>
            <a:off x="666750" y="3000375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4" name="Organigramme : Joindre 423"/>
          <p:cNvSpPr/>
          <p:nvPr/>
        </p:nvSpPr>
        <p:spPr>
          <a:xfrm rot="10800000">
            <a:off x="552428" y="2833709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25" name="Organigramme : Joindre 424"/>
          <p:cNvSpPr/>
          <p:nvPr/>
        </p:nvSpPr>
        <p:spPr>
          <a:xfrm rot="10800000">
            <a:off x="1285853" y="2833709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26" name="Organigramme : Joindre 425"/>
          <p:cNvSpPr/>
          <p:nvPr/>
        </p:nvSpPr>
        <p:spPr>
          <a:xfrm rot="10800000">
            <a:off x="914378" y="2833709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427" name="Connecteur droit 426"/>
          <p:cNvCxnSpPr/>
          <p:nvPr/>
        </p:nvCxnSpPr>
        <p:spPr>
          <a:xfrm>
            <a:off x="1019175" y="3000375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Connecteur droit 427"/>
          <p:cNvCxnSpPr/>
          <p:nvPr/>
        </p:nvCxnSpPr>
        <p:spPr>
          <a:xfrm>
            <a:off x="1390650" y="2990850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9" name="Connecteur droit avec flèche 428"/>
          <p:cNvCxnSpPr/>
          <p:nvPr/>
        </p:nvCxnSpPr>
        <p:spPr>
          <a:xfrm flipV="1">
            <a:off x="1019175" y="1866900"/>
            <a:ext cx="0" cy="971551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Connecteur droit 429"/>
          <p:cNvCxnSpPr/>
          <p:nvPr/>
        </p:nvCxnSpPr>
        <p:spPr>
          <a:xfrm flipV="1">
            <a:off x="804864" y="2376488"/>
            <a:ext cx="209549" cy="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1" name="Connecteur droit 430"/>
          <p:cNvCxnSpPr/>
          <p:nvPr/>
        </p:nvCxnSpPr>
        <p:spPr>
          <a:xfrm flipV="1">
            <a:off x="642939" y="2376488"/>
            <a:ext cx="209549" cy="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3" name="Organigramme : Joindre 432"/>
          <p:cNvSpPr/>
          <p:nvPr/>
        </p:nvSpPr>
        <p:spPr>
          <a:xfrm rot="5400000">
            <a:off x="726281" y="2293148"/>
            <a:ext cx="204788" cy="161924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36" name="Rectangle 435"/>
          <p:cNvSpPr/>
          <p:nvPr/>
        </p:nvSpPr>
        <p:spPr>
          <a:xfrm>
            <a:off x="1038225" y="1971675"/>
            <a:ext cx="695326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S303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437" name="Organigramme : Joindre 436"/>
          <p:cNvSpPr/>
          <p:nvPr/>
        </p:nvSpPr>
        <p:spPr>
          <a:xfrm>
            <a:off x="5179242" y="5307822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40" name="Organigramme : Connecteur 439"/>
          <p:cNvSpPr/>
          <p:nvPr/>
        </p:nvSpPr>
        <p:spPr>
          <a:xfrm>
            <a:off x="5081590" y="4962525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sp>
        <p:nvSpPr>
          <p:cNvPr id="442" name="Rectangle 441"/>
          <p:cNvSpPr/>
          <p:nvPr/>
        </p:nvSpPr>
        <p:spPr>
          <a:xfrm>
            <a:off x="5076825" y="4953000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grpSp>
        <p:nvGrpSpPr>
          <p:cNvPr id="5" name="Groupe 466"/>
          <p:cNvGrpSpPr/>
          <p:nvPr/>
        </p:nvGrpSpPr>
        <p:grpSpPr>
          <a:xfrm>
            <a:off x="4250398" y="2804217"/>
            <a:ext cx="637340" cy="623046"/>
            <a:chOff x="192748" y="5356917"/>
            <a:chExt cx="637340" cy="623046"/>
          </a:xfrm>
          <a:solidFill>
            <a:schemeClr val="bg1">
              <a:lumMod val="85000"/>
            </a:schemeClr>
          </a:solidFill>
        </p:grpSpPr>
        <p:sp>
          <p:nvSpPr>
            <p:cNvPr id="451" name="Ellipse 450"/>
            <p:cNvSpPr/>
            <p:nvPr/>
          </p:nvSpPr>
          <p:spPr>
            <a:xfrm>
              <a:off x="340519" y="5495923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52" name="Arc plein 451"/>
            <p:cNvSpPr/>
            <p:nvPr/>
          </p:nvSpPr>
          <p:spPr>
            <a:xfrm rot="17940000">
              <a:off x="518794" y="5668668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453" name="Arc plein 452"/>
            <p:cNvSpPr/>
            <p:nvPr/>
          </p:nvSpPr>
          <p:spPr>
            <a:xfrm rot="6960000">
              <a:off x="193061" y="5356604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Groupe 467"/>
          <p:cNvGrpSpPr/>
          <p:nvPr/>
        </p:nvGrpSpPr>
        <p:grpSpPr>
          <a:xfrm rot="5340000">
            <a:off x="4264768" y="2427980"/>
            <a:ext cx="627649" cy="632570"/>
            <a:chOff x="192748" y="5356917"/>
            <a:chExt cx="627649" cy="632570"/>
          </a:xfrm>
          <a:solidFill>
            <a:schemeClr val="bg1">
              <a:lumMod val="85000"/>
            </a:schemeClr>
          </a:solidFill>
        </p:grpSpPr>
        <p:sp>
          <p:nvSpPr>
            <p:cNvPr id="469" name="Ellipse 468"/>
            <p:cNvSpPr/>
            <p:nvPr/>
          </p:nvSpPr>
          <p:spPr>
            <a:xfrm>
              <a:off x="340519" y="5495923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70" name="Arc plein 469"/>
            <p:cNvSpPr/>
            <p:nvPr/>
          </p:nvSpPr>
          <p:spPr>
            <a:xfrm rot="17940000">
              <a:off x="509103" y="5678192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471" name="Arc plein 470"/>
            <p:cNvSpPr/>
            <p:nvPr/>
          </p:nvSpPr>
          <p:spPr>
            <a:xfrm rot="6960000">
              <a:off x="193061" y="5356604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Groupe 475"/>
          <p:cNvGrpSpPr/>
          <p:nvPr/>
        </p:nvGrpSpPr>
        <p:grpSpPr>
          <a:xfrm rot="-5400000">
            <a:off x="4245636" y="2075555"/>
            <a:ext cx="637340" cy="623046"/>
            <a:chOff x="192748" y="5356917"/>
            <a:chExt cx="637340" cy="623046"/>
          </a:xfrm>
          <a:solidFill>
            <a:schemeClr val="bg1">
              <a:lumMod val="85000"/>
            </a:schemeClr>
          </a:solidFill>
        </p:grpSpPr>
        <p:sp>
          <p:nvSpPr>
            <p:cNvPr id="477" name="Ellipse 476"/>
            <p:cNvSpPr/>
            <p:nvPr/>
          </p:nvSpPr>
          <p:spPr>
            <a:xfrm>
              <a:off x="340519" y="5495924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78" name="Arc plein 477"/>
            <p:cNvSpPr/>
            <p:nvPr/>
          </p:nvSpPr>
          <p:spPr>
            <a:xfrm rot="17940000">
              <a:off x="518794" y="5668668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479" name="Arc plein 478"/>
            <p:cNvSpPr/>
            <p:nvPr/>
          </p:nvSpPr>
          <p:spPr>
            <a:xfrm rot="6960000">
              <a:off x="193061" y="5356604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sp>
        <p:nvSpPr>
          <p:cNvPr id="480" name="Rectangle 479"/>
          <p:cNvSpPr/>
          <p:nvPr/>
        </p:nvSpPr>
        <p:spPr>
          <a:xfrm>
            <a:off x="5438775" y="914400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Event </a:t>
            </a:r>
            <a:endParaRPr lang="fr-FR" sz="1000" dirty="0">
              <a:solidFill>
                <a:schemeClr val="tx1"/>
              </a:solidFill>
            </a:endParaRPr>
          </a:p>
        </p:txBody>
      </p:sp>
      <p:cxnSp>
        <p:nvCxnSpPr>
          <p:cNvPr id="481" name="Connecteur droit avec flèche 480"/>
          <p:cNvCxnSpPr/>
          <p:nvPr/>
        </p:nvCxnSpPr>
        <p:spPr>
          <a:xfrm flipV="1">
            <a:off x="5286374" y="1085850"/>
            <a:ext cx="342901" cy="28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Organigramme : Connecteur 208"/>
          <p:cNvSpPr/>
          <p:nvPr/>
        </p:nvSpPr>
        <p:spPr>
          <a:xfrm>
            <a:off x="7229475" y="279559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10" name="Connecteur droit 209"/>
          <p:cNvCxnSpPr>
            <a:stCxn id="209" idx="6"/>
          </p:cNvCxnSpPr>
          <p:nvPr/>
        </p:nvCxnSpPr>
        <p:spPr>
          <a:xfrm flipV="1">
            <a:off x="7529513" y="2938465"/>
            <a:ext cx="7143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Rectangle 210"/>
          <p:cNvSpPr/>
          <p:nvPr/>
        </p:nvSpPr>
        <p:spPr>
          <a:xfrm>
            <a:off x="7153275" y="277177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TI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266700" y="6181726"/>
            <a:ext cx="1904999" cy="361950"/>
          </a:xfrm>
          <a:prstGeom prst="rect">
            <a:avLst/>
          </a:prstGeom>
          <a:solidFill>
            <a:srgbClr val="FFFF99"/>
          </a:solidFill>
          <a:ln w="6350" cmpd="dbl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 smtClean="0">
                <a:solidFill>
                  <a:schemeClr val="tx1"/>
                </a:solidFill>
              </a:rPr>
              <a:t>PCF AIR INSTRUMENT </a:t>
            </a:r>
          </a:p>
          <a:p>
            <a:pPr algn="ctr"/>
            <a:r>
              <a:rPr lang="fr-FR" sz="1100" b="1" dirty="0" smtClean="0">
                <a:solidFill>
                  <a:schemeClr val="tx1"/>
                </a:solidFill>
              </a:rPr>
              <a:t>7841 901 330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3171825" y="942975"/>
            <a:ext cx="666750" cy="257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FT 612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1" name="Connecteur droit 440"/>
          <p:cNvCxnSpPr/>
          <p:nvPr/>
        </p:nvCxnSpPr>
        <p:spPr>
          <a:xfrm>
            <a:off x="5226878" y="5250672"/>
            <a:ext cx="2347" cy="2452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Connecteur droit 409"/>
          <p:cNvCxnSpPr/>
          <p:nvPr/>
        </p:nvCxnSpPr>
        <p:spPr>
          <a:xfrm flipH="1">
            <a:off x="8401050" y="4124325"/>
            <a:ext cx="9525" cy="685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" name="Forme libre 408"/>
          <p:cNvSpPr/>
          <p:nvPr/>
        </p:nvSpPr>
        <p:spPr>
          <a:xfrm flipH="1">
            <a:off x="3933822" y="4238626"/>
            <a:ext cx="295277" cy="561974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 dirty="0"/>
          </a:p>
        </p:txBody>
      </p:sp>
      <p:sp>
        <p:nvSpPr>
          <p:cNvPr id="22" name="Rectangle à coins arrondis 21"/>
          <p:cNvSpPr/>
          <p:nvPr/>
        </p:nvSpPr>
        <p:spPr>
          <a:xfrm>
            <a:off x="5495925" y="1676401"/>
            <a:ext cx="1209675" cy="2119312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à coins arrondis 35"/>
          <p:cNvSpPr/>
          <p:nvPr/>
        </p:nvSpPr>
        <p:spPr>
          <a:xfrm>
            <a:off x="2466974" y="1676400"/>
            <a:ext cx="1209675" cy="2114550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Forme libre 40"/>
          <p:cNvSpPr/>
          <p:nvPr/>
        </p:nvSpPr>
        <p:spPr>
          <a:xfrm>
            <a:off x="3081338" y="1452563"/>
            <a:ext cx="1328737" cy="923925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2" name="Forme libre 41"/>
          <p:cNvSpPr/>
          <p:nvPr/>
        </p:nvSpPr>
        <p:spPr>
          <a:xfrm flipH="1">
            <a:off x="4724400" y="1452547"/>
            <a:ext cx="1366838" cy="923925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3" name="Forme libre 42"/>
          <p:cNvSpPr/>
          <p:nvPr/>
        </p:nvSpPr>
        <p:spPr>
          <a:xfrm flipV="1">
            <a:off x="3081322" y="3124199"/>
            <a:ext cx="1328737" cy="885825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4" name="Forme libre 43"/>
          <p:cNvSpPr/>
          <p:nvPr/>
        </p:nvSpPr>
        <p:spPr>
          <a:xfrm flipH="1" flipV="1">
            <a:off x="4729163" y="3124199"/>
            <a:ext cx="1362056" cy="885824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5" name="Forme libre 44"/>
          <p:cNvSpPr/>
          <p:nvPr/>
        </p:nvSpPr>
        <p:spPr>
          <a:xfrm>
            <a:off x="3919538" y="2752725"/>
            <a:ext cx="500062" cy="1228725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Forme libre 45"/>
          <p:cNvSpPr/>
          <p:nvPr/>
        </p:nvSpPr>
        <p:spPr>
          <a:xfrm flipH="1" flipV="1">
            <a:off x="2333624" y="4033838"/>
            <a:ext cx="1595421" cy="419100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Forme libre 46"/>
          <p:cNvSpPr/>
          <p:nvPr/>
        </p:nvSpPr>
        <p:spPr>
          <a:xfrm flipH="1" flipV="1">
            <a:off x="5191124" y="1476376"/>
            <a:ext cx="95244" cy="1281112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9" name="Connecteur droit 48"/>
          <p:cNvCxnSpPr/>
          <p:nvPr/>
        </p:nvCxnSpPr>
        <p:spPr>
          <a:xfrm>
            <a:off x="4724401" y="2752726"/>
            <a:ext cx="300037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rganigramme : Joindre 49"/>
          <p:cNvSpPr/>
          <p:nvPr/>
        </p:nvSpPr>
        <p:spPr>
          <a:xfrm rot="5400000">
            <a:off x="4993489" y="2659859"/>
            <a:ext cx="204788" cy="180974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55" name="Connecteur droit 54"/>
          <p:cNvCxnSpPr/>
          <p:nvPr/>
        </p:nvCxnSpPr>
        <p:spPr>
          <a:xfrm>
            <a:off x="5286375" y="1081088"/>
            <a:ext cx="9" cy="338138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/>
          <p:nvPr/>
        </p:nvCxnSpPr>
        <p:spPr>
          <a:xfrm>
            <a:off x="2138363" y="4348163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/>
          <p:cNvCxnSpPr/>
          <p:nvPr/>
        </p:nvCxnSpPr>
        <p:spPr>
          <a:xfrm>
            <a:off x="2333630" y="4352910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avec flèche 60"/>
          <p:cNvCxnSpPr/>
          <p:nvPr/>
        </p:nvCxnSpPr>
        <p:spPr>
          <a:xfrm flipV="1">
            <a:off x="2138363" y="4348163"/>
            <a:ext cx="195262" cy="2000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2133600" y="5295901"/>
            <a:ext cx="819150" cy="3429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64" name="Rectangle 63"/>
          <p:cNvSpPr/>
          <p:nvPr/>
        </p:nvSpPr>
        <p:spPr>
          <a:xfrm>
            <a:off x="2947989" y="5438775"/>
            <a:ext cx="576262" cy="5238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63" name="Ellipse 62"/>
          <p:cNvSpPr/>
          <p:nvPr/>
        </p:nvSpPr>
        <p:spPr>
          <a:xfrm>
            <a:off x="3047994" y="5272086"/>
            <a:ext cx="409575" cy="381000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66" name="Connecteur droit 65"/>
          <p:cNvCxnSpPr>
            <a:stCxn id="63" idx="1"/>
            <a:endCxn id="63" idx="4"/>
          </p:cNvCxnSpPr>
          <p:nvPr/>
        </p:nvCxnSpPr>
        <p:spPr>
          <a:xfrm>
            <a:off x="3107975" y="5327882"/>
            <a:ext cx="144807" cy="3252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/>
          <p:cNvCxnSpPr>
            <a:stCxn id="63" idx="7"/>
            <a:endCxn id="63" idx="4"/>
          </p:cNvCxnSpPr>
          <p:nvPr/>
        </p:nvCxnSpPr>
        <p:spPr>
          <a:xfrm flipH="1">
            <a:off x="3252782" y="5327882"/>
            <a:ext cx="144806" cy="3252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69"/>
          <p:cNvCxnSpPr/>
          <p:nvPr/>
        </p:nvCxnSpPr>
        <p:spPr>
          <a:xfrm>
            <a:off x="3252782" y="5172063"/>
            <a:ext cx="6" cy="557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/>
          <p:cNvCxnSpPr/>
          <p:nvPr/>
        </p:nvCxnSpPr>
        <p:spPr>
          <a:xfrm>
            <a:off x="3214688" y="5172075"/>
            <a:ext cx="714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72"/>
          <p:cNvCxnSpPr/>
          <p:nvPr/>
        </p:nvCxnSpPr>
        <p:spPr>
          <a:xfrm>
            <a:off x="3214672" y="5724567"/>
            <a:ext cx="714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Forme libre 73"/>
          <p:cNvSpPr/>
          <p:nvPr/>
        </p:nvSpPr>
        <p:spPr>
          <a:xfrm>
            <a:off x="1524000" y="4448176"/>
            <a:ext cx="614363" cy="1019174"/>
          </a:xfrm>
          <a:custGeom>
            <a:avLst/>
            <a:gdLst>
              <a:gd name="connsiteX0" fmla="*/ 614363 w 614363"/>
              <a:gd name="connsiteY0" fmla="*/ 0 h 923925"/>
              <a:gd name="connsiteX1" fmla="*/ 0 w 614363"/>
              <a:gd name="connsiteY1" fmla="*/ 0 h 923925"/>
              <a:gd name="connsiteX2" fmla="*/ 0 w 614363"/>
              <a:gd name="connsiteY2" fmla="*/ 923925 h 923925"/>
              <a:gd name="connsiteX3" fmla="*/ 461963 w 614363"/>
              <a:gd name="connsiteY3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4363" h="923925">
                <a:moveTo>
                  <a:pt x="614363" y="0"/>
                </a:moveTo>
                <a:lnTo>
                  <a:pt x="0" y="0"/>
                </a:lnTo>
                <a:lnTo>
                  <a:pt x="0" y="923925"/>
                </a:lnTo>
                <a:lnTo>
                  <a:pt x="461963" y="923925"/>
                </a:lnTo>
              </a:path>
            </a:pathLst>
          </a:cu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6" name="Connecteur droit 75"/>
          <p:cNvCxnSpPr>
            <a:endCxn id="62" idx="1"/>
          </p:cNvCxnSpPr>
          <p:nvPr/>
        </p:nvCxnSpPr>
        <p:spPr>
          <a:xfrm>
            <a:off x="2043113" y="5467350"/>
            <a:ext cx="90487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/>
          <p:cNvCxnSpPr/>
          <p:nvPr/>
        </p:nvCxnSpPr>
        <p:spPr>
          <a:xfrm>
            <a:off x="1990726" y="5410200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1"/>
          <p:cNvCxnSpPr/>
          <p:nvPr/>
        </p:nvCxnSpPr>
        <p:spPr>
          <a:xfrm>
            <a:off x="2047866" y="5410184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Forme libre 82"/>
          <p:cNvSpPr/>
          <p:nvPr/>
        </p:nvSpPr>
        <p:spPr>
          <a:xfrm>
            <a:off x="2814638" y="5629275"/>
            <a:ext cx="785811" cy="628650"/>
          </a:xfrm>
          <a:custGeom>
            <a:avLst/>
            <a:gdLst>
              <a:gd name="connsiteX0" fmla="*/ 0 w 628650"/>
              <a:gd name="connsiteY0" fmla="*/ 0 h 528637"/>
              <a:gd name="connsiteX1" fmla="*/ 0 w 628650"/>
              <a:gd name="connsiteY1" fmla="*/ 528637 h 528637"/>
              <a:gd name="connsiteX2" fmla="*/ 628650 w 628650"/>
              <a:gd name="connsiteY2" fmla="*/ 528637 h 528637"/>
              <a:gd name="connsiteX3" fmla="*/ 628650 w 628650"/>
              <a:gd name="connsiteY3" fmla="*/ 528637 h 528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8650" h="528637">
                <a:moveTo>
                  <a:pt x="0" y="0"/>
                </a:moveTo>
                <a:lnTo>
                  <a:pt x="0" y="528637"/>
                </a:lnTo>
                <a:lnTo>
                  <a:pt x="628650" y="528637"/>
                </a:lnTo>
                <a:lnTo>
                  <a:pt x="628650" y="528637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7" name="Organigramme : Joindre 86"/>
          <p:cNvSpPr/>
          <p:nvPr/>
        </p:nvSpPr>
        <p:spPr>
          <a:xfrm rot="5400000">
            <a:off x="3564731" y="6169823"/>
            <a:ext cx="204788" cy="161924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88" name="Organigramme : Joindre 87"/>
          <p:cNvSpPr/>
          <p:nvPr/>
        </p:nvSpPr>
        <p:spPr>
          <a:xfrm rot="5400000">
            <a:off x="3943367" y="6176966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89" name="Connecteur droit 88"/>
          <p:cNvCxnSpPr/>
          <p:nvPr/>
        </p:nvCxnSpPr>
        <p:spPr>
          <a:xfrm flipV="1">
            <a:off x="3748089" y="6253163"/>
            <a:ext cx="209549" cy="2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à coins arrondis 93"/>
          <p:cNvSpPr/>
          <p:nvPr/>
        </p:nvSpPr>
        <p:spPr>
          <a:xfrm>
            <a:off x="3581401" y="5957888"/>
            <a:ext cx="161925" cy="123825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96" name="Connecteur droit 95"/>
          <p:cNvCxnSpPr>
            <a:endCxn id="94" idx="2"/>
          </p:cNvCxnSpPr>
          <p:nvPr/>
        </p:nvCxnSpPr>
        <p:spPr>
          <a:xfrm flipH="1" flipV="1">
            <a:off x="3662364" y="6081713"/>
            <a:ext cx="2397" cy="173834"/>
          </a:xfrm>
          <a:prstGeom prst="lin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8" name="Connecteur droit 97"/>
          <p:cNvCxnSpPr/>
          <p:nvPr/>
        </p:nvCxnSpPr>
        <p:spPr>
          <a:xfrm>
            <a:off x="4133850" y="6257925"/>
            <a:ext cx="600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Forme libre 100"/>
          <p:cNvSpPr/>
          <p:nvPr/>
        </p:nvSpPr>
        <p:spPr>
          <a:xfrm>
            <a:off x="2205038" y="5895977"/>
            <a:ext cx="138112" cy="80962"/>
          </a:xfrm>
          <a:custGeom>
            <a:avLst/>
            <a:gdLst>
              <a:gd name="connsiteX0" fmla="*/ 0 w 138112"/>
              <a:gd name="connsiteY0" fmla="*/ 0 h 80962"/>
              <a:gd name="connsiteX1" fmla="*/ 61912 w 138112"/>
              <a:gd name="connsiteY1" fmla="*/ 80962 h 80962"/>
              <a:gd name="connsiteX2" fmla="*/ 138112 w 138112"/>
              <a:gd name="connsiteY2" fmla="*/ 9525 h 8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112" h="80962">
                <a:moveTo>
                  <a:pt x="0" y="0"/>
                </a:moveTo>
                <a:lnTo>
                  <a:pt x="61912" y="80962"/>
                </a:lnTo>
                <a:lnTo>
                  <a:pt x="138112" y="9525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03" name="Connecteur droit 102"/>
          <p:cNvCxnSpPr/>
          <p:nvPr/>
        </p:nvCxnSpPr>
        <p:spPr>
          <a:xfrm>
            <a:off x="2266950" y="5986464"/>
            <a:ext cx="0" cy="1381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eur droit 105"/>
          <p:cNvCxnSpPr/>
          <p:nvPr/>
        </p:nvCxnSpPr>
        <p:spPr>
          <a:xfrm flipH="1">
            <a:off x="2262188" y="5638800"/>
            <a:ext cx="4762" cy="2714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/>
          <p:cNvSpPr/>
          <p:nvPr/>
        </p:nvSpPr>
        <p:spPr>
          <a:xfrm>
            <a:off x="2395544" y="2462213"/>
            <a:ext cx="71438" cy="414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13" name="Connecteur droit 112"/>
          <p:cNvCxnSpPr/>
          <p:nvPr/>
        </p:nvCxnSpPr>
        <p:spPr>
          <a:xfrm>
            <a:off x="2395540" y="2395538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4" name="Rectangle 113"/>
          <p:cNvSpPr/>
          <p:nvPr/>
        </p:nvSpPr>
        <p:spPr>
          <a:xfrm>
            <a:off x="6705619" y="2457451"/>
            <a:ext cx="71438" cy="414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15" name="Connecteur droit 114"/>
          <p:cNvCxnSpPr/>
          <p:nvPr/>
        </p:nvCxnSpPr>
        <p:spPr>
          <a:xfrm>
            <a:off x="6777060" y="2390776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Connecteur droit 116"/>
          <p:cNvCxnSpPr/>
          <p:nvPr/>
        </p:nvCxnSpPr>
        <p:spPr>
          <a:xfrm>
            <a:off x="2676536" y="1485905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eur droit 117"/>
          <p:cNvCxnSpPr/>
          <p:nvPr/>
        </p:nvCxnSpPr>
        <p:spPr>
          <a:xfrm>
            <a:off x="2676520" y="1528756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eur droit 119"/>
          <p:cNvCxnSpPr/>
          <p:nvPr/>
        </p:nvCxnSpPr>
        <p:spPr>
          <a:xfrm>
            <a:off x="2738448" y="1528767"/>
            <a:ext cx="0" cy="1381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eur droit 120"/>
          <p:cNvCxnSpPr/>
          <p:nvPr/>
        </p:nvCxnSpPr>
        <p:spPr>
          <a:xfrm>
            <a:off x="6357948" y="1495431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eur droit 121"/>
          <p:cNvCxnSpPr/>
          <p:nvPr/>
        </p:nvCxnSpPr>
        <p:spPr>
          <a:xfrm>
            <a:off x="6367457" y="1538282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eur droit 122"/>
          <p:cNvCxnSpPr/>
          <p:nvPr/>
        </p:nvCxnSpPr>
        <p:spPr>
          <a:xfrm>
            <a:off x="6429385" y="1538293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Forme libre 127"/>
          <p:cNvSpPr/>
          <p:nvPr/>
        </p:nvSpPr>
        <p:spPr>
          <a:xfrm flipV="1">
            <a:off x="4576746" y="4619624"/>
            <a:ext cx="852504" cy="219075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9" name="Organigramme : Délai 128"/>
          <p:cNvSpPr/>
          <p:nvPr/>
        </p:nvSpPr>
        <p:spPr>
          <a:xfrm rot="5400000">
            <a:off x="5417343" y="4798240"/>
            <a:ext cx="433388" cy="390524"/>
          </a:xfrm>
          <a:prstGeom prst="flowChartDelay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31" name="Connecteur droit 130"/>
          <p:cNvCxnSpPr/>
          <p:nvPr/>
        </p:nvCxnSpPr>
        <p:spPr>
          <a:xfrm>
            <a:off x="5424488" y="4743471"/>
            <a:ext cx="414337" cy="0"/>
          </a:xfrm>
          <a:prstGeom prst="lin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0" name="Connecteur droit 139"/>
          <p:cNvCxnSpPr/>
          <p:nvPr/>
        </p:nvCxnSpPr>
        <p:spPr>
          <a:xfrm>
            <a:off x="5819775" y="4838700"/>
            <a:ext cx="2000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eur droit 148"/>
          <p:cNvCxnSpPr/>
          <p:nvPr/>
        </p:nvCxnSpPr>
        <p:spPr>
          <a:xfrm flipH="1">
            <a:off x="8410575" y="3686175"/>
            <a:ext cx="9526" cy="5143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Forme libre 149"/>
          <p:cNvSpPr/>
          <p:nvPr/>
        </p:nvSpPr>
        <p:spPr>
          <a:xfrm>
            <a:off x="6162675" y="3409951"/>
            <a:ext cx="1457326" cy="1428750"/>
          </a:xfrm>
          <a:custGeom>
            <a:avLst/>
            <a:gdLst>
              <a:gd name="connsiteX0" fmla="*/ 0 w 1462088"/>
              <a:gd name="connsiteY0" fmla="*/ 1428750 h 1428750"/>
              <a:gd name="connsiteX1" fmla="*/ 1462088 w 1462088"/>
              <a:gd name="connsiteY1" fmla="*/ 1428750 h 1428750"/>
              <a:gd name="connsiteX2" fmla="*/ 1462088 w 1462088"/>
              <a:gd name="connsiteY2" fmla="*/ 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62088" h="1428750">
                <a:moveTo>
                  <a:pt x="0" y="1428750"/>
                </a:moveTo>
                <a:lnTo>
                  <a:pt x="1462088" y="1428750"/>
                </a:lnTo>
                <a:lnTo>
                  <a:pt x="1462088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7" name="Connecteur droit 156"/>
          <p:cNvCxnSpPr/>
          <p:nvPr/>
        </p:nvCxnSpPr>
        <p:spPr>
          <a:xfrm>
            <a:off x="7620000" y="4210050"/>
            <a:ext cx="8001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Forme libre 159"/>
          <p:cNvSpPr/>
          <p:nvPr/>
        </p:nvSpPr>
        <p:spPr>
          <a:xfrm>
            <a:off x="5010150" y="5214938"/>
            <a:ext cx="623888" cy="271462"/>
          </a:xfrm>
          <a:custGeom>
            <a:avLst/>
            <a:gdLst>
              <a:gd name="connsiteX0" fmla="*/ 242888 w 242888"/>
              <a:gd name="connsiteY0" fmla="*/ 0 h 119062"/>
              <a:gd name="connsiteX1" fmla="*/ 242888 w 242888"/>
              <a:gd name="connsiteY1" fmla="*/ 119062 h 119062"/>
              <a:gd name="connsiteX2" fmla="*/ 0 w 242888"/>
              <a:gd name="connsiteY2" fmla="*/ 119062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88" h="119062">
                <a:moveTo>
                  <a:pt x="242888" y="0"/>
                </a:moveTo>
                <a:lnTo>
                  <a:pt x="242888" y="119062"/>
                </a:lnTo>
                <a:lnTo>
                  <a:pt x="0" y="119062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1" name="Organigramme : Joindre 160"/>
          <p:cNvSpPr/>
          <p:nvPr/>
        </p:nvSpPr>
        <p:spPr>
          <a:xfrm rot="5400000">
            <a:off x="4922067" y="5441173"/>
            <a:ext cx="95271" cy="100029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62" name="Organigramme : Joindre 161"/>
          <p:cNvSpPr/>
          <p:nvPr/>
        </p:nvSpPr>
        <p:spPr>
          <a:xfrm rot="10800000">
            <a:off x="7505678" y="3243284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64" name="Connecteur droit 163"/>
          <p:cNvCxnSpPr/>
          <p:nvPr/>
        </p:nvCxnSpPr>
        <p:spPr>
          <a:xfrm>
            <a:off x="7615199" y="676275"/>
            <a:ext cx="17" cy="25765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eur droit avec flèche 165"/>
          <p:cNvCxnSpPr/>
          <p:nvPr/>
        </p:nvCxnSpPr>
        <p:spPr>
          <a:xfrm flipH="1">
            <a:off x="5610227" y="666750"/>
            <a:ext cx="2009773" cy="1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à coins arrondis 172"/>
          <p:cNvSpPr/>
          <p:nvPr/>
        </p:nvSpPr>
        <p:spPr>
          <a:xfrm>
            <a:off x="5014914" y="2462213"/>
            <a:ext cx="161925" cy="123825"/>
          </a:xfrm>
          <a:prstGeom prst="round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75" name="Connecteur droit 174"/>
          <p:cNvCxnSpPr/>
          <p:nvPr/>
        </p:nvCxnSpPr>
        <p:spPr>
          <a:xfrm>
            <a:off x="5095876" y="2586037"/>
            <a:ext cx="0" cy="16668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Forme libre 176"/>
          <p:cNvSpPr/>
          <p:nvPr/>
        </p:nvSpPr>
        <p:spPr>
          <a:xfrm>
            <a:off x="6710363" y="1857375"/>
            <a:ext cx="523875" cy="247650"/>
          </a:xfrm>
          <a:custGeom>
            <a:avLst/>
            <a:gdLst>
              <a:gd name="connsiteX0" fmla="*/ 0 w 357187"/>
              <a:gd name="connsiteY0" fmla="*/ 247650 h 247650"/>
              <a:gd name="connsiteX1" fmla="*/ 357187 w 357187"/>
              <a:gd name="connsiteY1" fmla="*/ 247650 h 247650"/>
              <a:gd name="connsiteX2" fmla="*/ 357187 w 35718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187" h="247650">
                <a:moveTo>
                  <a:pt x="0" y="247650"/>
                </a:moveTo>
                <a:lnTo>
                  <a:pt x="357187" y="247650"/>
                </a:lnTo>
                <a:lnTo>
                  <a:pt x="357187" y="0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8" name="Triangle isocèle 177"/>
          <p:cNvSpPr/>
          <p:nvPr/>
        </p:nvSpPr>
        <p:spPr>
          <a:xfrm>
            <a:off x="7191378" y="1724027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79" name="Triangle isocèle 178"/>
          <p:cNvSpPr/>
          <p:nvPr/>
        </p:nvSpPr>
        <p:spPr>
          <a:xfrm rot="5400000" flipV="1">
            <a:off x="7259568" y="1647964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0" name="Forme libre 179"/>
          <p:cNvSpPr/>
          <p:nvPr/>
        </p:nvSpPr>
        <p:spPr>
          <a:xfrm>
            <a:off x="7172325" y="1504950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2" name="Triangle isocèle 181"/>
          <p:cNvSpPr/>
          <p:nvPr/>
        </p:nvSpPr>
        <p:spPr>
          <a:xfrm>
            <a:off x="1828780" y="1771651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83" name="Triangle isocèle 182"/>
          <p:cNvSpPr/>
          <p:nvPr/>
        </p:nvSpPr>
        <p:spPr>
          <a:xfrm rot="16200000" flipH="1" flipV="1">
            <a:off x="1773145" y="1695588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4" name="Forme libre 183"/>
          <p:cNvSpPr/>
          <p:nvPr/>
        </p:nvSpPr>
        <p:spPr>
          <a:xfrm>
            <a:off x="1809727" y="1552574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5" name="Bouée 184"/>
          <p:cNvSpPr/>
          <p:nvPr/>
        </p:nvSpPr>
        <p:spPr>
          <a:xfrm>
            <a:off x="1623990" y="1123951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86" name="Forme libre 185"/>
          <p:cNvSpPr/>
          <p:nvPr/>
        </p:nvSpPr>
        <p:spPr>
          <a:xfrm flipH="1">
            <a:off x="1866901" y="1885949"/>
            <a:ext cx="590550" cy="247650"/>
          </a:xfrm>
          <a:custGeom>
            <a:avLst/>
            <a:gdLst>
              <a:gd name="connsiteX0" fmla="*/ 0 w 357187"/>
              <a:gd name="connsiteY0" fmla="*/ 247650 h 247650"/>
              <a:gd name="connsiteX1" fmla="*/ 357187 w 357187"/>
              <a:gd name="connsiteY1" fmla="*/ 247650 h 247650"/>
              <a:gd name="connsiteX2" fmla="*/ 357187 w 35718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187" h="247650">
                <a:moveTo>
                  <a:pt x="0" y="247650"/>
                </a:moveTo>
                <a:lnTo>
                  <a:pt x="357187" y="247650"/>
                </a:lnTo>
                <a:lnTo>
                  <a:pt x="357187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0" name="Organigramme : Connecteur 189"/>
          <p:cNvSpPr/>
          <p:nvPr/>
        </p:nvSpPr>
        <p:spPr>
          <a:xfrm>
            <a:off x="6715127" y="1504950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1" name="Connecteur droit 190"/>
          <p:cNvCxnSpPr/>
          <p:nvPr/>
        </p:nvCxnSpPr>
        <p:spPr>
          <a:xfrm>
            <a:off x="6867535" y="1795463"/>
            <a:ext cx="1" cy="3143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Organigramme : Connecteur 191"/>
          <p:cNvSpPr/>
          <p:nvPr/>
        </p:nvSpPr>
        <p:spPr>
          <a:xfrm>
            <a:off x="2905125" y="18097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3" name="Connecteur droit 192"/>
          <p:cNvCxnSpPr/>
          <p:nvPr/>
        </p:nvCxnSpPr>
        <p:spPr>
          <a:xfrm>
            <a:off x="3067051" y="2095501"/>
            <a:ext cx="0" cy="142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Organigramme : Connecteur 197"/>
          <p:cNvSpPr/>
          <p:nvPr/>
        </p:nvSpPr>
        <p:spPr>
          <a:xfrm>
            <a:off x="4200525" y="35623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9" name="Connecteur droit 198"/>
          <p:cNvCxnSpPr/>
          <p:nvPr/>
        </p:nvCxnSpPr>
        <p:spPr>
          <a:xfrm flipH="1" flipV="1">
            <a:off x="4114800" y="3705225"/>
            <a:ext cx="95250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Organigramme : Connecteur 199"/>
          <p:cNvSpPr/>
          <p:nvPr/>
        </p:nvSpPr>
        <p:spPr>
          <a:xfrm>
            <a:off x="4648200" y="355759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01" name="Connecteur droit 200"/>
          <p:cNvCxnSpPr>
            <a:stCxn id="200" idx="6"/>
          </p:cNvCxnSpPr>
          <p:nvPr/>
        </p:nvCxnSpPr>
        <p:spPr>
          <a:xfrm flipV="1">
            <a:off x="4948238" y="3700465"/>
            <a:ext cx="7143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Organigramme : Connecteur 201"/>
          <p:cNvSpPr/>
          <p:nvPr/>
        </p:nvSpPr>
        <p:spPr>
          <a:xfrm>
            <a:off x="5948362" y="18097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03" name="Connecteur droit 202"/>
          <p:cNvCxnSpPr/>
          <p:nvPr/>
        </p:nvCxnSpPr>
        <p:spPr>
          <a:xfrm>
            <a:off x="6110288" y="2095501"/>
            <a:ext cx="0" cy="142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Organigramme : Joindre 214"/>
          <p:cNvSpPr/>
          <p:nvPr/>
        </p:nvSpPr>
        <p:spPr>
          <a:xfrm>
            <a:off x="5579292" y="4545822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23" name="Connecteur droit 222"/>
          <p:cNvCxnSpPr/>
          <p:nvPr/>
        </p:nvCxnSpPr>
        <p:spPr>
          <a:xfrm>
            <a:off x="5629275" y="4424363"/>
            <a:ext cx="0" cy="1047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necteur droit 223"/>
          <p:cNvCxnSpPr/>
          <p:nvPr/>
        </p:nvCxnSpPr>
        <p:spPr>
          <a:xfrm>
            <a:off x="5629276" y="4638674"/>
            <a:ext cx="0" cy="1047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Organigramme : Joindre 224"/>
          <p:cNvSpPr/>
          <p:nvPr/>
        </p:nvSpPr>
        <p:spPr>
          <a:xfrm>
            <a:off x="6817541" y="1878822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27" name="Organigramme : Connecteur 226"/>
          <p:cNvSpPr/>
          <p:nvPr/>
        </p:nvSpPr>
        <p:spPr>
          <a:xfrm>
            <a:off x="2124078" y="1528762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28" name="Connecteur droit 227"/>
          <p:cNvCxnSpPr/>
          <p:nvPr/>
        </p:nvCxnSpPr>
        <p:spPr>
          <a:xfrm>
            <a:off x="2276486" y="1819275"/>
            <a:ext cx="1" cy="3143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Organigramme : Joindre 228"/>
          <p:cNvSpPr/>
          <p:nvPr/>
        </p:nvSpPr>
        <p:spPr>
          <a:xfrm>
            <a:off x="2226492" y="1902634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30" name="Organigramme : Connecteur 229"/>
          <p:cNvSpPr/>
          <p:nvPr/>
        </p:nvSpPr>
        <p:spPr>
          <a:xfrm>
            <a:off x="1633540" y="4867275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31" name="Connecteur droit 230"/>
          <p:cNvCxnSpPr/>
          <p:nvPr/>
        </p:nvCxnSpPr>
        <p:spPr>
          <a:xfrm>
            <a:off x="1785948" y="5157788"/>
            <a:ext cx="1" cy="3143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onnecteur droit 232"/>
          <p:cNvCxnSpPr/>
          <p:nvPr/>
        </p:nvCxnSpPr>
        <p:spPr>
          <a:xfrm>
            <a:off x="4467225" y="4605338"/>
            <a:ext cx="219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cteur droit 233"/>
          <p:cNvCxnSpPr/>
          <p:nvPr/>
        </p:nvCxnSpPr>
        <p:spPr>
          <a:xfrm>
            <a:off x="4576762" y="3290883"/>
            <a:ext cx="6" cy="110964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Connecteur droit avec flèche 234"/>
          <p:cNvCxnSpPr/>
          <p:nvPr/>
        </p:nvCxnSpPr>
        <p:spPr>
          <a:xfrm>
            <a:off x="4471988" y="4405312"/>
            <a:ext cx="228600" cy="2000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Connecteur droit 237"/>
          <p:cNvCxnSpPr/>
          <p:nvPr/>
        </p:nvCxnSpPr>
        <p:spPr>
          <a:xfrm>
            <a:off x="4467226" y="4405312"/>
            <a:ext cx="219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Connecteur droit avec flèche 252"/>
          <p:cNvCxnSpPr/>
          <p:nvPr/>
        </p:nvCxnSpPr>
        <p:spPr>
          <a:xfrm flipV="1">
            <a:off x="1390650" y="2305050"/>
            <a:ext cx="0" cy="542926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onnecteur droit 258"/>
          <p:cNvCxnSpPr/>
          <p:nvPr/>
        </p:nvCxnSpPr>
        <p:spPr>
          <a:xfrm>
            <a:off x="1019175" y="3409950"/>
            <a:ext cx="0" cy="5238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Rectangle 259"/>
          <p:cNvSpPr/>
          <p:nvPr/>
        </p:nvSpPr>
        <p:spPr>
          <a:xfrm>
            <a:off x="2657475" y="25241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S302A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61" name="Rectangle 260"/>
          <p:cNvSpPr/>
          <p:nvPr/>
        </p:nvSpPr>
        <p:spPr>
          <a:xfrm>
            <a:off x="5695950" y="25241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S302B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62" name="Rectangle 261"/>
          <p:cNvSpPr/>
          <p:nvPr/>
        </p:nvSpPr>
        <p:spPr>
          <a:xfrm>
            <a:off x="2143125" y="53054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Réchauffeur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3" name="Rectangle 262"/>
          <p:cNvSpPr/>
          <p:nvPr/>
        </p:nvSpPr>
        <p:spPr>
          <a:xfrm>
            <a:off x="609600" y="3933825"/>
            <a:ext cx="819150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Sortie F301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4" name="Rectangle 263"/>
          <p:cNvSpPr/>
          <p:nvPr/>
        </p:nvSpPr>
        <p:spPr>
          <a:xfrm>
            <a:off x="676275" y="1562100"/>
            <a:ext cx="695326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S302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5" name="Rectangle 264"/>
          <p:cNvSpPr/>
          <p:nvPr/>
        </p:nvSpPr>
        <p:spPr>
          <a:xfrm>
            <a:off x="4914900" y="428625"/>
            <a:ext cx="866775" cy="4095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Réseau usine 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6" name="Rectangle 265"/>
          <p:cNvSpPr/>
          <p:nvPr/>
        </p:nvSpPr>
        <p:spPr>
          <a:xfrm>
            <a:off x="4248150" y="5924550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Vapeur 25B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7" name="Rectangle 266"/>
          <p:cNvSpPr/>
          <p:nvPr/>
        </p:nvSpPr>
        <p:spPr>
          <a:xfrm>
            <a:off x="2847975" y="490537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Soufflante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8" name="Rectangle 267"/>
          <p:cNvSpPr/>
          <p:nvPr/>
        </p:nvSpPr>
        <p:spPr>
          <a:xfrm>
            <a:off x="5400675" y="4800600"/>
            <a:ext cx="4762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 smtClean="0">
                <a:solidFill>
                  <a:schemeClr val="tx1"/>
                </a:solidFill>
              </a:rPr>
              <a:t>X 302</a:t>
            </a:r>
            <a:endParaRPr lang="fr-FR" sz="1200" b="1" dirty="0">
              <a:solidFill>
                <a:schemeClr val="tx1"/>
              </a:solidFill>
            </a:endParaRPr>
          </a:p>
        </p:txBody>
      </p:sp>
      <p:sp>
        <p:nvSpPr>
          <p:cNvPr id="269" name="Rectangle 268"/>
          <p:cNvSpPr/>
          <p:nvPr/>
        </p:nvSpPr>
        <p:spPr>
          <a:xfrm>
            <a:off x="1600199" y="1162050"/>
            <a:ext cx="4953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3006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0" name="Rectangle 269"/>
          <p:cNvSpPr/>
          <p:nvPr/>
        </p:nvSpPr>
        <p:spPr>
          <a:xfrm>
            <a:off x="6981824" y="1133475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3005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71" name="Bouée 270"/>
          <p:cNvSpPr/>
          <p:nvPr/>
        </p:nvSpPr>
        <p:spPr>
          <a:xfrm>
            <a:off x="6996090" y="1085851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77" name="Rectangle 276"/>
          <p:cNvSpPr/>
          <p:nvPr/>
        </p:nvSpPr>
        <p:spPr>
          <a:xfrm>
            <a:off x="2105025" y="1514475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8" name="Rectangle 277"/>
          <p:cNvSpPr/>
          <p:nvPr/>
        </p:nvSpPr>
        <p:spPr>
          <a:xfrm>
            <a:off x="6696075" y="1485900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9" name="Rectangle 278"/>
          <p:cNvSpPr/>
          <p:nvPr/>
        </p:nvSpPr>
        <p:spPr>
          <a:xfrm>
            <a:off x="1619250" y="4848225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80" name="Rectangle 279"/>
          <p:cNvSpPr/>
          <p:nvPr/>
        </p:nvSpPr>
        <p:spPr>
          <a:xfrm>
            <a:off x="6638925" y="3867150"/>
            <a:ext cx="80962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Hygromètre AR302</a:t>
            </a:r>
          </a:p>
        </p:txBody>
      </p:sp>
      <p:sp>
        <p:nvSpPr>
          <p:cNvPr id="282" name="Forme libre 281"/>
          <p:cNvSpPr/>
          <p:nvPr/>
        </p:nvSpPr>
        <p:spPr>
          <a:xfrm>
            <a:off x="5629275" y="4200525"/>
            <a:ext cx="1457325" cy="219075"/>
          </a:xfrm>
          <a:custGeom>
            <a:avLst/>
            <a:gdLst>
              <a:gd name="connsiteX0" fmla="*/ 0 w 923925"/>
              <a:gd name="connsiteY0" fmla="*/ 457200 h 457200"/>
              <a:gd name="connsiteX1" fmla="*/ 923925 w 923925"/>
              <a:gd name="connsiteY1" fmla="*/ 457200 h 457200"/>
              <a:gd name="connsiteX2" fmla="*/ 923925 w 923925"/>
              <a:gd name="connsiteY2" fmla="*/ 0 h 457200"/>
              <a:gd name="connsiteX3" fmla="*/ 923925 w 923925"/>
              <a:gd name="connsiteY3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3925" h="457200">
                <a:moveTo>
                  <a:pt x="0" y="457200"/>
                </a:moveTo>
                <a:lnTo>
                  <a:pt x="923925" y="457200"/>
                </a:lnTo>
                <a:lnTo>
                  <a:pt x="923925" y="0"/>
                </a:lnTo>
                <a:lnTo>
                  <a:pt x="923925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9" name="Forme libre 298"/>
          <p:cNvSpPr/>
          <p:nvPr/>
        </p:nvSpPr>
        <p:spPr>
          <a:xfrm>
            <a:off x="657225" y="657224"/>
            <a:ext cx="2809875" cy="2190751"/>
          </a:xfrm>
          <a:custGeom>
            <a:avLst/>
            <a:gdLst>
              <a:gd name="connsiteX0" fmla="*/ 0 w 2514600"/>
              <a:gd name="connsiteY0" fmla="*/ 914400 h 914400"/>
              <a:gd name="connsiteX1" fmla="*/ 0 w 2514600"/>
              <a:gd name="connsiteY1" fmla="*/ 0 h 914400"/>
              <a:gd name="connsiteX2" fmla="*/ 2514600 w 25146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0" h="914400">
                <a:moveTo>
                  <a:pt x="0" y="914400"/>
                </a:moveTo>
                <a:lnTo>
                  <a:pt x="0" y="0"/>
                </a:lnTo>
                <a:lnTo>
                  <a:pt x="25146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0" name="Forme libre 299"/>
          <p:cNvSpPr/>
          <p:nvPr/>
        </p:nvSpPr>
        <p:spPr>
          <a:xfrm flipH="1">
            <a:off x="3533775" y="657225"/>
            <a:ext cx="1038225" cy="1552576"/>
          </a:xfrm>
          <a:custGeom>
            <a:avLst/>
            <a:gdLst>
              <a:gd name="connsiteX0" fmla="*/ 0 w 2514600"/>
              <a:gd name="connsiteY0" fmla="*/ 914400 h 914400"/>
              <a:gd name="connsiteX1" fmla="*/ 0 w 2514600"/>
              <a:gd name="connsiteY1" fmla="*/ 0 h 914400"/>
              <a:gd name="connsiteX2" fmla="*/ 2514600 w 25146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0" h="914400">
                <a:moveTo>
                  <a:pt x="0" y="914400"/>
                </a:moveTo>
                <a:lnTo>
                  <a:pt x="0" y="0"/>
                </a:lnTo>
                <a:lnTo>
                  <a:pt x="25146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01" name="Connecteur droit 300"/>
          <p:cNvCxnSpPr/>
          <p:nvPr/>
        </p:nvCxnSpPr>
        <p:spPr>
          <a:xfrm>
            <a:off x="3467101" y="600075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Connecteur droit 301"/>
          <p:cNvCxnSpPr/>
          <p:nvPr/>
        </p:nvCxnSpPr>
        <p:spPr>
          <a:xfrm>
            <a:off x="3524241" y="600059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Organigramme : Connecteur 304"/>
          <p:cNvSpPr/>
          <p:nvPr/>
        </p:nvSpPr>
        <p:spPr>
          <a:xfrm>
            <a:off x="3305175" y="881061"/>
            <a:ext cx="395291" cy="404813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306" name="Connecteur droit 305"/>
          <p:cNvCxnSpPr/>
          <p:nvPr/>
        </p:nvCxnSpPr>
        <p:spPr>
          <a:xfrm>
            <a:off x="3495686" y="561975"/>
            <a:ext cx="1" cy="3143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Connecteur droit 314"/>
          <p:cNvCxnSpPr/>
          <p:nvPr/>
        </p:nvCxnSpPr>
        <p:spPr>
          <a:xfrm>
            <a:off x="2686061" y="3924305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Connecteur droit 316"/>
          <p:cNvCxnSpPr/>
          <p:nvPr/>
        </p:nvCxnSpPr>
        <p:spPr>
          <a:xfrm>
            <a:off x="2747973" y="3776667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Organigramme : Joindre 317"/>
          <p:cNvSpPr/>
          <p:nvPr/>
        </p:nvSpPr>
        <p:spPr>
          <a:xfrm>
            <a:off x="2695575" y="3945747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19" name="Connecteur droit 318"/>
          <p:cNvCxnSpPr/>
          <p:nvPr/>
        </p:nvCxnSpPr>
        <p:spPr>
          <a:xfrm>
            <a:off x="6381761" y="3952880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Connecteur droit 319"/>
          <p:cNvCxnSpPr/>
          <p:nvPr/>
        </p:nvCxnSpPr>
        <p:spPr>
          <a:xfrm>
            <a:off x="6443673" y="3805242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Organigramme : Joindre 320"/>
          <p:cNvSpPr/>
          <p:nvPr/>
        </p:nvSpPr>
        <p:spPr>
          <a:xfrm>
            <a:off x="6391275" y="3974322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22" name="Rectangle 321"/>
          <p:cNvSpPr/>
          <p:nvPr/>
        </p:nvSpPr>
        <p:spPr>
          <a:xfrm>
            <a:off x="3495675" y="5305425"/>
            <a:ext cx="438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smtClean="0">
                <a:solidFill>
                  <a:schemeClr val="tx1"/>
                </a:solidFill>
              </a:rPr>
              <a:t>AIR</a:t>
            </a:r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340" name="Rectangle 339"/>
          <p:cNvSpPr/>
          <p:nvPr/>
        </p:nvSpPr>
        <p:spPr>
          <a:xfrm>
            <a:off x="2838450" y="1790700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T302 A1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5876925" y="18002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T302 B1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4133850" y="35528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T302 A2</a:t>
            </a:r>
          </a:p>
        </p:txBody>
      </p:sp>
      <p:sp>
        <p:nvSpPr>
          <p:cNvPr id="343" name="Rectangle 342"/>
          <p:cNvSpPr/>
          <p:nvPr/>
        </p:nvSpPr>
        <p:spPr>
          <a:xfrm>
            <a:off x="4581525" y="35528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T302 B2</a:t>
            </a:r>
          </a:p>
        </p:txBody>
      </p:sp>
      <p:sp>
        <p:nvSpPr>
          <p:cNvPr id="344" name="Rectangle à coins arrondis 343"/>
          <p:cNvSpPr/>
          <p:nvPr/>
        </p:nvSpPr>
        <p:spPr>
          <a:xfrm>
            <a:off x="5086350" y="5962650"/>
            <a:ext cx="3790950" cy="47625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S302 : A = refroidissement, B = service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04" name="Organigramme : Connecteur 103"/>
          <p:cNvSpPr/>
          <p:nvPr/>
        </p:nvSpPr>
        <p:spPr>
          <a:xfrm>
            <a:off x="2205035" y="5734050"/>
            <a:ext cx="138113" cy="133350"/>
          </a:xfrm>
          <a:prstGeom prst="flowChartConnector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5" name="Rectangle 344"/>
          <p:cNvSpPr/>
          <p:nvPr/>
        </p:nvSpPr>
        <p:spPr>
          <a:xfrm>
            <a:off x="6905625" y="180975"/>
            <a:ext cx="118110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S301</a:t>
            </a:r>
          </a:p>
        </p:txBody>
      </p:sp>
      <p:sp>
        <p:nvSpPr>
          <p:cNvPr id="126" name="Organigramme : Joindre 125"/>
          <p:cNvSpPr/>
          <p:nvPr/>
        </p:nvSpPr>
        <p:spPr>
          <a:xfrm rot="5400000">
            <a:off x="5981717" y="4757758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57" name="Forme libre 356"/>
          <p:cNvSpPr/>
          <p:nvPr/>
        </p:nvSpPr>
        <p:spPr>
          <a:xfrm>
            <a:off x="8124825" y="3276600"/>
            <a:ext cx="571500" cy="409575"/>
          </a:xfrm>
          <a:custGeom>
            <a:avLst/>
            <a:gdLst>
              <a:gd name="connsiteX0" fmla="*/ 0 w 571500"/>
              <a:gd name="connsiteY0" fmla="*/ 9525 h 409575"/>
              <a:gd name="connsiteX1" fmla="*/ 0 w 571500"/>
              <a:gd name="connsiteY1" fmla="*/ 409575 h 409575"/>
              <a:gd name="connsiteX2" fmla="*/ 571500 w 571500"/>
              <a:gd name="connsiteY2" fmla="*/ 409575 h 409575"/>
              <a:gd name="connsiteX3" fmla="*/ 571500 w 571500"/>
              <a:gd name="connsiteY3" fmla="*/ 0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500" h="409575">
                <a:moveTo>
                  <a:pt x="0" y="9525"/>
                </a:moveTo>
                <a:lnTo>
                  <a:pt x="0" y="409575"/>
                </a:lnTo>
                <a:lnTo>
                  <a:pt x="571500" y="409575"/>
                </a:lnTo>
                <a:lnTo>
                  <a:pt x="5715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58" name="Triangle isocèle 357"/>
          <p:cNvSpPr/>
          <p:nvPr/>
        </p:nvSpPr>
        <p:spPr>
          <a:xfrm>
            <a:off x="8086728" y="3162302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59" name="Triangle isocèle 358"/>
          <p:cNvSpPr/>
          <p:nvPr/>
        </p:nvSpPr>
        <p:spPr>
          <a:xfrm rot="5400000" flipV="1">
            <a:off x="8154918" y="3086239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0" name="Forme libre 359"/>
          <p:cNvSpPr/>
          <p:nvPr/>
        </p:nvSpPr>
        <p:spPr>
          <a:xfrm>
            <a:off x="8067675" y="2943225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1" name="Rectangle 360"/>
          <p:cNvSpPr/>
          <p:nvPr/>
        </p:nvSpPr>
        <p:spPr>
          <a:xfrm>
            <a:off x="7877174" y="2571750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3009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362" name="Bouée 361"/>
          <p:cNvSpPr/>
          <p:nvPr/>
        </p:nvSpPr>
        <p:spPr>
          <a:xfrm>
            <a:off x="7891440" y="2524126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63" name="Triangle isocèle 362"/>
          <p:cNvSpPr/>
          <p:nvPr/>
        </p:nvSpPr>
        <p:spPr>
          <a:xfrm>
            <a:off x="8658228" y="3162302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64" name="Triangle isocèle 363"/>
          <p:cNvSpPr/>
          <p:nvPr/>
        </p:nvSpPr>
        <p:spPr>
          <a:xfrm rot="5400000" flipV="1">
            <a:off x="8726418" y="3086239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5" name="Forme libre 364"/>
          <p:cNvSpPr/>
          <p:nvPr/>
        </p:nvSpPr>
        <p:spPr>
          <a:xfrm>
            <a:off x="8639175" y="2943225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6" name="Rectangle 365"/>
          <p:cNvSpPr/>
          <p:nvPr/>
        </p:nvSpPr>
        <p:spPr>
          <a:xfrm>
            <a:off x="8448674" y="2571750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3010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367" name="Bouée 366"/>
          <p:cNvSpPr/>
          <p:nvPr/>
        </p:nvSpPr>
        <p:spPr>
          <a:xfrm>
            <a:off x="8462940" y="2524126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68" name="Organigramme : Joindre 367"/>
          <p:cNvSpPr/>
          <p:nvPr/>
        </p:nvSpPr>
        <p:spPr>
          <a:xfrm>
            <a:off x="8067675" y="3326622"/>
            <a:ext cx="111963" cy="111903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69" name="Organigramme : Joindre 368"/>
          <p:cNvSpPr/>
          <p:nvPr/>
        </p:nvSpPr>
        <p:spPr>
          <a:xfrm>
            <a:off x="8639175" y="3326622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71" name="Connecteur droit 370"/>
          <p:cNvCxnSpPr/>
          <p:nvPr/>
        </p:nvCxnSpPr>
        <p:spPr>
          <a:xfrm flipV="1">
            <a:off x="8133182" y="3381375"/>
            <a:ext cx="582193" cy="1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e 378"/>
          <p:cNvGrpSpPr/>
          <p:nvPr/>
        </p:nvGrpSpPr>
        <p:grpSpPr>
          <a:xfrm>
            <a:off x="8239125" y="3333750"/>
            <a:ext cx="361950" cy="104775"/>
            <a:chOff x="8048625" y="1771650"/>
            <a:chExt cx="361950" cy="104775"/>
          </a:xfrm>
        </p:grpSpPr>
        <p:cxnSp>
          <p:nvCxnSpPr>
            <p:cNvPr id="374" name="Connecteur droit 373"/>
            <p:cNvCxnSpPr/>
            <p:nvPr/>
          </p:nvCxnSpPr>
          <p:spPr>
            <a:xfrm flipH="1">
              <a:off x="80486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Connecteur droit 374"/>
            <p:cNvCxnSpPr/>
            <p:nvPr/>
          </p:nvCxnSpPr>
          <p:spPr>
            <a:xfrm flipH="1">
              <a:off x="81248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Connecteur droit 375"/>
            <p:cNvCxnSpPr/>
            <p:nvPr/>
          </p:nvCxnSpPr>
          <p:spPr>
            <a:xfrm flipH="1">
              <a:off x="82010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Connecteur droit 376"/>
            <p:cNvCxnSpPr/>
            <p:nvPr/>
          </p:nvCxnSpPr>
          <p:spPr>
            <a:xfrm flipH="1">
              <a:off x="82772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Connecteur droit 377"/>
            <p:cNvCxnSpPr/>
            <p:nvPr/>
          </p:nvCxnSpPr>
          <p:spPr>
            <a:xfrm flipH="1">
              <a:off x="83534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e 411"/>
          <p:cNvGrpSpPr/>
          <p:nvPr/>
        </p:nvGrpSpPr>
        <p:grpSpPr>
          <a:xfrm>
            <a:off x="8351067" y="4807760"/>
            <a:ext cx="221430" cy="102377"/>
            <a:chOff x="8351067" y="4798235"/>
            <a:chExt cx="221430" cy="102377"/>
          </a:xfrm>
        </p:grpSpPr>
        <p:sp>
          <p:nvSpPr>
            <p:cNvPr id="216" name="Organigramme : Joindre 215"/>
            <p:cNvSpPr/>
            <p:nvPr/>
          </p:nvSpPr>
          <p:spPr>
            <a:xfrm rot="10800000">
              <a:off x="8351067" y="4798235"/>
              <a:ext cx="95271" cy="100029"/>
            </a:xfrm>
            <a:prstGeom prst="flowChartCollate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sp>
          <p:nvSpPr>
            <p:cNvPr id="217" name="Rectangle à coins arrondis 216"/>
            <p:cNvSpPr/>
            <p:nvPr/>
          </p:nvSpPr>
          <p:spPr>
            <a:xfrm>
              <a:off x="8510586" y="4800600"/>
              <a:ext cx="61911" cy="100012"/>
            </a:xfrm>
            <a:prstGeom prst="roundRect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cxnSp>
          <p:nvCxnSpPr>
            <p:cNvPr id="219" name="Connecteur droit 218"/>
            <p:cNvCxnSpPr/>
            <p:nvPr/>
          </p:nvCxnSpPr>
          <p:spPr>
            <a:xfrm>
              <a:off x="8410575" y="4852988"/>
              <a:ext cx="95250" cy="0"/>
            </a:xfrm>
            <a:prstGeom prst="line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382" name="Organigramme : Joindre 381"/>
          <p:cNvSpPr/>
          <p:nvPr/>
        </p:nvSpPr>
        <p:spPr>
          <a:xfrm rot="10800000">
            <a:off x="8351067" y="4407710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83" name="Rectangle 382"/>
          <p:cNvSpPr/>
          <p:nvPr/>
        </p:nvSpPr>
        <p:spPr>
          <a:xfrm>
            <a:off x="7896226" y="962025"/>
            <a:ext cx="828674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S303</a:t>
            </a:r>
          </a:p>
        </p:txBody>
      </p:sp>
      <p:sp>
        <p:nvSpPr>
          <p:cNvPr id="387" name="Forme libre 386"/>
          <p:cNvSpPr/>
          <p:nvPr/>
        </p:nvSpPr>
        <p:spPr>
          <a:xfrm>
            <a:off x="6634146" y="342900"/>
            <a:ext cx="557229" cy="323849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3" name="Forme libre 392"/>
          <p:cNvSpPr/>
          <p:nvPr/>
        </p:nvSpPr>
        <p:spPr>
          <a:xfrm>
            <a:off x="7810500" y="1295400"/>
            <a:ext cx="504825" cy="2914650"/>
          </a:xfrm>
          <a:custGeom>
            <a:avLst/>
            <a:gdLst>
              <a:gd name="connsiteX0" fmla="*/ 0 w 504825"/>
              <a:gd name="connsiteY0" fmla="*/ 2914650 h 2914650"/>
              <a:gd name="connsiteX1" fmla="*/ 0 w 504825"/>
              <a:gd name="connsiteY1" fmla="*/ 819150 h 2914650"/>
              <a:gd name="connsiteX2" fmla="*/ 504825 w 504825"/>
              <a:gd name="connsiteY2" fmla="*/ 819150 h 2914650"/>
              <a:gd name="connsiteX3" fmla="*/ 504825 w 504825"/>
              <a:gd name="connsiteY3" fmla="*/ 0 h 2914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4825" h="2914650">
                <a:moveTo>
                  <a:pt x="0" y="2914650"/>
                </a:moveTo>
                <a:lnTo>
                  <a:pt x="0" y="819150"/>
                </a:lnTo>
                <a:lnTo>
                  <a:pt x="504825" y="819150"/>
                </a:lnTo>
                <a:lnTo>
                  <a:pt x="504825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97" name="Connecteur droit 396"/>
          <p:cNvCxnSpPr/>
          <p:nvPr/>
        </p:nvCxnSpPr>
        <p:spPr>
          <a:xfrm>
            <a:off x="2357440" y="2395538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8" name="Connecteur droit 397"/>
          <p:cNvCxnSpPr/>
          <p:nvPr/>
        </p:nvCxnSpPr>
        <p:spPr>
          <a:xfrm>
            <a:off x="6815140" y="2386013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" name="Groupe 406"/>
          <p:cNvGrpSpPr/>
          <p:nvPr/>
        </p:nvGrpSpPr>
        <p:grpSpPr>
          <a:xfrm>
            <a:off x="4169566" y="4802985"/>
            <a:ext cx="114300" cy="119063"/>
            <a:chOff x="3340891" y="4221960"/>
            <a:chExt cx="114300" cy="119063"/>
          </a:xfrm>
        </p:grpSpPr>
        <p:cxnSp>
          <p:nvCxnSpPr>
            <p:cNvPr id="401" name="Connecteur droit 400"/>
            <p:cNvCxnSpPr/>
            <p:nvPr/>
          </p:nvCxnSpPr>
          <p:spPr>
            <a:xfrm rot="5400000" flipV="1">
              <a:off x="3398041" y="4174334"/>
              <a:ext cx="0" cy="104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Connecteur droit 401"/>
            <p:cNvCxnSpPr/>
            <p:nvPr/>
          </p:nvCxnSpPr>
          <p:spPr>
            <a:xfrm rot="5400000" flipV="1">
              <a:off x="3398041" y="4288634"/>
              <a:ext cx="0" cy="104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Connecteur droit avec flèche 404"/>
            <p:cNvCxnSpPr/>
            <p:nvPr/>
          </p:nvCxnSpPr>
          <p:spPr>
            <a:xfrm rot="5400000" flipH="1">
              <a:off x="3338509" y="4224342"/>
              <a:ext cx="119063" cy="1143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6" name="Organigramme : Joindre 405"/>
          <p:cNvSpPr/>
          <p:nvPr/>
        </p:nvSpPr>
        <p:spPr>
          <a:xfrm rot="5400000">
            <a:off x="3998143" y="4174348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08" name="Forme libre 407"/>
          <p:cNvSpPr/>
          <p:nvPr/>
        </p:nvSpPr>
        <p:spPr>
          <a:xfrm>
            <a:off x="4229100" y="4914900"/>
            <a:ext cx="4171950" cy="752475"/>
          </a:xfrm>
          <a:custGeom>
            <a:avLst/>
            <a:gdLst>
              <a:gd name="connsiteX0" fmla="*/ 0 w 571500"/>
              <a:gd name="connsiteY0" fmla="*/ 9525 h 409575"/>
              <a:gd name="connsiteX1" fmla="*/ 0 w 571500"/>
              <a:gd name="connsiteY1" fmla="*/ 409575 h 409575"/>
              <a:gd name="connsiteX2" fmla="*/ 571500 w 571500"/>
              <a:gd name="connsiteY2" fmla="*/ 409575 h 409575"/>
              <a:gd name="connsiteX3" fmla="*/ 571500 w 571500"/>
              <a:gd name="connsiteY3" fmla="*/ 0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500" h="409575">
                <a:moveTo>
                  <a:pt x="0" y="9525"/>
                </a:moveTo>
                <a:lnTo>
                  <a:pt x="0" y="409575"/>
                </a:lnTo>
                <a:lnTo>
                  <a:pt x="571500" y="409575"/>
                </a:lnTo>
                <a:lnTo>
                  <a:pt x="571500" y="0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 dirty="0"/>
          </a:p>
        </p:txBody>
      </p:sp>
      <p:cxnSp>
        <p:nvCxnSpPr>
          <p:cNvPr id="413" name="Connecteur droit avec flèche 412"/>
          <p:cNvCxnSpPr>
            <a:stCxn id="393" idx="3"/>
          </p:cNvCxnSpPr>
          <p:nvPr/>
        </p:nvCxnSpPr>
        <p:spPr>
          <a:xfrm>
            <a:off x="8315325" y="1295400"/>
            <a:ext cx="0" cy="47625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Connecteur droit avec flèche 419"/>
          <p:cNvCxnSpPr/>
          <p:nvPr/>
        </p:nvCxnSpPr>
        <p:spPr>
          <a:xfrm flipH="1">
            <a:off x="6829425" y="342900"/>
            <a:ext cx="419100" cy="1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Connecteur droit 421"/>
          <p:cNvCxnSpPr/>
          <p:nvPr/>
        </p:nvCxnSpPr>
        <p:spPr>
          <a:xfrm>
            <a:off x="523875" y="3419475"/>
            <a:ext cx="981075" cy="0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Connecteur droit 422"/>
          <p:cNvCxnSpPr/>
          <p:nvPr/>
        </p:nvCxnSpPr>
        <p:spPr>
          <a:xfrm>
            <a:off x="666750" y="3000375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4" name="Organigramme : Joindre 423"/>
          <p:cNvSpPr/>
          <p:nvPr/>
        </p:nvSpPr>
        <p:spPr>
          <a:xfrm rot="10800000">
            <a:off x="552428" y="2833709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25" name="Organigramme : Joindre 424"/>
          <p:cNvSpPr/>
          <p:nvPr/>
        </p:nvSpPr>
        <p:spPr>
          <a:xfrm rot="10800000">
            <a:off x="1285853" y="2833709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26" name="Organigramme : Joindre 425"/>
          <p:cNvSpPr/>
          <p:nvPr/>
        </p:nvSpPr>
        <p:spPr>
          <a:xfrm rot="10800000">
            <a:off x="914378" y="2833709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427" name="Connecteur droit 426"/>
          <p:cNvCxnSpPr/>
          <p:nvPr/>
        </p:nvCxnSpPr>
        <p:spPr>
          <a:xfrm>
            <a:off x="1019175" y="3000375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Connecteur droit 427"/>
          <p:cNvCxnSpPr/>
          <p:nvPr/>
        </p:nvCxnSpPr>
        <p:spPr>
          <a:xfrm>
            <a:off x="1390650" y="2990850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9" name="Connecteur droit avec flèche 428"/>
          <p:cNvCxnSpPr/>
          <p:nvPr/>
        </p:nvCxnSpPr>
        <p:spPr>
          <a:xfrm flipV="1">
            <a:off x="1019175" y="1866900"/>
            <a:ext cx="0" cy="971551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Connecteur droit 429"/>
          <p:cNvCxnSpPr/>
          <p:nvPr/>
        </p:nvCxnSpPr>
        <p:spPr>
          <a:xfrm flipV="1">
            <a:off x="804864" y="2376488"/>
            <a:ext cx="209549" cy="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1" name="Connecteur droit 430"/>
          <p:cNvCxnSpPr/>
          <p:nvPr/>
        </p:nvCxnSpPr>
        <p:spPr>
          <a:xfrm flipV="1">
            <a:off x="642939" y="2376488"/>
            <a:ext cx="209549" cy="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3" name="Organigramme : Joindre 432"/>
          <p:cNvSpPr/>
          <p:nvPr/>
        </p:nvSpPr>
        <p:spPr>
          <a:xfrm rot="5400000">
            <a:off x="726281" y="2293148"/>
            <a:ext cx="204788" cy="161924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36" name="Rectangle 435"/>
          <p:cNvSpPr/>
          <p:nvPr/>
        </p:nvSpPr>
        <p:spPr>
          <a:xfrm>
            <a:off x="1038225" y="1971675"/>
            <a:ext cx="695326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S303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437" name="Organigramme : Joindre 436"/>
          <p:cNvSpPr/>
          <p:nvPr/>
        </p:nvSpPr>
        <p:spPr>
          <a:xfrm>
            <a:off x="5179242" y="5307822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40" name="Organigramme : Connecteur 439"/>
          <p:cNvSpPr/>
          <p:nvPr/>
        </p:nvSpPr>
        <p:spPr>
          <a:xfrm>
            <a:off x="5081590" y="4962525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sp>
        <p:nvSpPr>
          <p:cNvPr id="442" name="Rectangle 441"/>
          <p:cNvSpPr/>
          <p:nvPr/>
        </p:nvSpPr>
        <p:spPr>
          <a:xfrm>
            <a:off x="5076825" y="4953000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grpSp>
        <p:nvGrpSpPr>
          <p:cNvPr id="5" name="Groupe 466"/>
          <p:cNvGrpSpPr/>
          <p:nvPr/>
        </p:nvGrpSpPr>
        <p:grpSpPr>
          <a:xfrm>
            <a:off x="4250398" y="2804217"/>
            <a:ext cx="637340" cy="623046"/>
            <a:chOff x="192748" y="5356917"/>
            <a:chExt cx="637340" cy="623046"/>
          </a:xfrm>
          <a:solidFill>
            <a:schemeClr val="bg1">
              <a:lumMod val="85000"/>
            </a:schemeClr>
          </a:solidFill>
        </p:grpSpPr>
        <p:sp>
          <p:nvSpPr>
            <p:cNvPr id="451" name="Ellipse 450"/>
            <p:cNvSpPr/>
            <p:nvPr/>
          </p:nvSpPr>
          <p:spPr>
            <a:xfrm>
              <a:off x="340519" y="5495923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52" name="Arc plein 451"/>
            <p:cNvSpPr/>
            <p:nvPr/>
          </p:nvSpPr>
          <p:spPr>
            <a:xfrm rot="17940000">
              <a:off x="518794" y="5668668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453" name="Arc plein 452"/>
            <p:cNvSpPr/>
            <p:nvPr/>
          </p:nvSpPr>
          <p:spPr>
            <a:xfrm rot="6960000">
              <a:off x="193061" y="5356604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Groupe 467"/>
          <p:cNvGrpSpPr/>
          <p:nvPr/>
        </p:nvGrpSpPr>
        <p:grpSpPr>
          <a:xfrm rot="5340000">
            <a:off x="4264768" y="2427980"/>
            <a:ext cx="627649" cy="632570"/>
            <a:chOff x="192748" y="5356917"/>
            <a:chExt cx="627649" cy="632570"/>
          </a:xfrm>
          <a:solidFill>
            <a:schemeClr val="bg1">
              <a:lumMod val="85000"/>
            </a:schemeClr>
          </a:solidFill>
        </p:grpSpPr>
        <p:sp>
          <p:nvSpPr>
            <p:cNvPr id="469" name="Ellipse 468"/>
            <p:cNvSpPr/>
            <p:nvPr/>
          </p:nvSpPr>
          <p:spPr>
            <a:xfrm>
              <a:off x="340519" y="5495923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70" name="Arc plein 469"/>
            <p:cNvSpPr/>
            <p:nvPr/>
          </p:nvSpPr>
          <p:spPr>
            <a:xfrm rot="17940000">
              <a:off x="509103" y="5678192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471" name="Arc plein 470"/>
            <p:cNvSpPr/>
            <p:nvPr/>
          </p:nvSpPr>
          <p:spPr>
            <a:xfrm rot="6960000">
              <a:off x="193061" y="5356604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Groupe 475"/>
          <p:cNvGrpSpPr/>
          <p:nvPr/>
        </p:nvGrpSpPr>
        <p:grpSpPr>
          <a:xfrm rot="-5400000">
            <a:off x="4245636" y="2075555"/>
            <a:ext cx="637340" cy="623046"/>
            <a:chOff x="192748" y="5356917"/>
            <a:chExt cx="637340" cy="623046"/>
          </a:xfrm>
          <a:solidFill>
            <a:schemeClr val="bg1">
              <a:lumMod val="85000"/>
            </a:schemeClr>
          </a:solidFill>
        </p:grpSpPr>
        <p:sp>
          <p:nvSpPr>
            <p:cNvPr id="477" name="Ellipse 476"/>
            <p:cNvSpPr/>
            <p:nvPr/>
          </p:nvSpPr>
          <p:spPr>
            <a:xfrm>
              <a:off x="340519" y="5495924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78" name="Arc plein 477"/>
            <p:cNvSpPr/>
            <p:nvPr/>
          </p:nvSpPr>
          <p:spPr>
            <a:xfrm rot="17940000">
              <a:off x="518794" y="5668668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479" name="Arc plein 478"/>
            <p:cNvSpPr/>
            <p:nvPr/>
          </p:nvSpPr>
          <p:spPr>
            <a:xfrm rot="6960000">
              <a:off x="193061" y="5356604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sp>
        <p:nvSpPr>
          <p:cNvPr id="480" name="Rectangle 479"/>
          <p:cNvSpPr/>
          <p:nvPr/>
        </p:nvSpPr>
        <p:spPr>
          <a:xfrm>
            <a:off x="5438775" y="914400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Event </a:t>
            </a:r>
            <a:endParaRPr lang="fr-FR" sz="1000" dirty="0">
              <a:solidFill>
                <a:schemeClr val="tx1"/>
              </a:solidFill>
            </a:endParaRPr>
          </a:p>
        </p:txBody>
      </p:sp>
      <p:cxnSp>
        <p:nvCxnSpPr>
          <p:cNvPr id="481" name="Connecteur droit avec flèche 480"/>
          <p:cNvCxnSpPr/>
          <p:nvPr/>
        </p:nvCxnSpPr>
        <p:spPr>
          <a:xfrm flipV="1">
            <a:off x="5286374" y="1085850"/>
            <a:ext cx="342901" cy="28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Organigramme : Connecteur 208"/>
          <p:cNvSpPr/>
          <p:nvPr/>
        </p:nvSpPr>
        <p:spPr>
          <a:xfrm>
            <a:off x="7229475" y="279559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10" name="Connecteur droit 209"/>
          <p:cNvCxnSpPr>
            <a:stCxn id="209" idx="6"/>
          </p:cNvCxnSpPr>
          <p:nvPr/>
        </p:nvCxnSpPr>
        <p:spPr>
          <a:xfrm flipV="1">
            <a:off x="7529513" y="2938465"/>
            <a:ext cx="7143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Rectangle 210"/>
          <p:cNvSpPr/>
          <p:nvPr/>
        </p:nvSpPr>
        <p:spPr>
          <a:xfrm>
            <a:off x="7153275" y="277177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TI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266700" y="6181726"/>
            <a:ext cx="1904999" cy="361950"/>
          </a:xfrm>
          <a:prstGeom prst="rect">
            <a:avLst/>
          </a:prstGeom>
          <a:solidFill>
            <a:srgbClr val="FFFF99"/>
          </a:solidFill>
          <a:ln w="6350" cmpd="dbl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 smtClean="0">
                <a:solidFill>
                  <a:schemeClr val="tx1"/>
                </a:solidFill>
              </a:rPr>
              <a:t>PCF AIR INSTRUMENT </a:t>
            </a:r>
          </a:p>
          <a:p>
            <a:pPr algn="ctr"/>
            <a:r>
              <a:rPr lang="fr-FR" sz="1100" b="1" dirty="0" smtClean="0">
                <a:solidFill>
                  <a:schemeClr val="tx1"/>
                </a:solidFill>
              </a:rPr>
              <a:t>7841 901 330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3171825" y="942975"/>
            <a:ext cx="666750" cy="257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FT 612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1" name="Connecteur droit 440"/>
          <p:cNvCxnSpPr/>
          <p:nvPr/>
        </p:nvCxnSpPr>
        <p:spPr>
          <a:xfrm>
            <a:off x="5226878" y="5250672"/>
            <a:ext cx="2347" cy="2452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Connecteur droit 409"/>
          <p:cNvCxnSpPr/>
          <p:nvPr/>
        </p:nvCxnSpPr>
        <p:spPr>
          <a:xfrm flipH="1">
            <a:off x="8401050" y="4124325"/>
            <a:ext cx="9525" cy="685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" name="Forme libre 408"/>
          <p:cNvSpPr/>
          <p:nvPr/>
        </p:nvSpPr>
        <p:spPr>
          <a:xfrm flipH="1">
            <a:off x="3933822" y="4238626"/>
            <a:ext cx="295277" cy="561974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 dirty="0"/>
          </a:p>
        </p:txBody>
      </p:sp>
      <p:sp>
        <p:nvSpPr>
          <p:cNvPr id="22" name="Rectangle à coins arrondis 21"/>
          <p:cNvSpPr/>
          <p:nvPr/>
        </p:nvSpPr>
        <p:spPr>
          <a:xfrm>
            <a:off x="5495925" y="1676401"/>
            <a:ext cx="1209675" cy="2119312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à coins arrondis 35"/>
          <p:cNvSpPr/>
          <p:nvPr/>
        </p:nvSpPr>
        <p:spPr>
          <a:xfrm>
            <a:off x="2466974" y="1676400"/>
            <a:ext cx="1209675" cy="2114550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Forme libre 40"/>
          <p:cNvSpPr/>
          <p:nvPr/>
        </p:nvSpPr>
        <p:spPr>
          <a:xfrm>
            <a:off x="3081338" y="1452563"/>
            <a:ext cx="1328737" cy="923925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2" name="Forme libre 41"/>
          <p:cNvSpPr/>
          <p:nvPr/>
        </p:nvSpPr>
        <p:spPr>
          <a:xfrm flipH="1">
            <a:off x="4724400" y="1452547"/>
            <a:ext cx="1366838" cy="923925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3" name="Forme libre 42"/>
          <p:cNvSpPr/>
          <p:nvPr/>
        </p:nvSpPr>
        <p:spPr>
          <a:xfrm flipV="1">
            <a:off x="3081322" y="3124199"/>
            <a:ext cx="1328737" cy="885825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4" name="Forme libre 43"/>
          <p:cNvSpPr/>
          <p:nvPr/>
        </p:nvSpPr>
        <p:spPr>
          <a:xfrm flipH="1" flipV="1">
            <a:off x="4729163" y="3124199"/>
            <a:ext cx="1362056" cy="885824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5" name="Forme libre 44"/>
          <p:cNvSpPr/>
          <p:nvPr/>
        </p:nvSpPr>
        <p:spPr>
          <a:xfrm>
            <a:off x="3919538" y="2752725"/>
            <a:ext cx="500062" cy="1228725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Forme libre 45"/>
          <p:cNvSpPr/>
          <p:nvPr/>
        </p:nvSpPr>
        <p:spPr>
          <a:xfrm flipH="1" flipV="1">
            <a:off x="2333624" y="4033838"/>
            <a:ext cx="1595421" cy="419100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Forme libre 46"/>
          <p:cNvSpPr/>
          <p:nvPr/>
        </p:nvSpPr>
        <p:spPr>
          <a:xfrm flipH="1" flipV="1">
            <a:off x="5191124" y="1476376"/>
            <a:ext cx="95244" cy="1281112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9" name="Connecteur droit 48"/>
          <p:cNvCxnSpPr/>
          <p:nvPr/>
        </p:nvCxnSpPr>
        <p:spPr>
          <a:xfrm>
            <a:off x="4724401" y="2752726"/>
            <a:ext cx="300037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rganigramme : Joindre 49"/>
          <p:cNvSpPr/>
          <p:nvPr/>
        </p:nvSpPr>
        <p:spPr>
          <a:xfrm rot="5400000">
            <a:off x="4993489" y="2659859"/>
            <a:ext cx="204788" cy="180974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55" name="Connecteur droit 54"/>
          <p:cNvCxnSpPr/>
          <p:nvPr/>
        </p:nvCxnSpPr>
        <p:spPr>
          <a:xfrm>
            <a:off x="5286375" y="1081088"/>
            <a:ext cx="9" cy="3381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/>
          <p:nvPr/>
        </p:nvCxnSpPr>
        <p:spPr>
          <a:xfrm>
            <a:off x="2138363" y="4348163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/>
          <p:cNvCxnSpPr/>
          <p:nvPr/>
        </p:nvCxnSpPr>
        <p:spPr>
          <a:xfrm>
            <a:off x="2333630" y="4352910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avec flèche 60"/>
          <p:cNvCxnSpPr/>
          <p:nvPr/>
        </p:nvCxnSpPr>
        <p:spPr>
          <a:xfrm flipV="1">
            <a:off x="2138363" y="4348163"/>
            <a:ext cx="195262" cy="2000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2133600" y="5295901"/>
            <a:ext cx="819150" cy="3429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64" name="Rectangle 63"/>
          <p:cNvSpPr/>
          <p:nvPr/>
        </p:nvSpPr>
        <p:spPr>
          <a:xfrm>
            <a:off x="2947989" y="5438775"/>
            <a:ext cx="576262" cy="5238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63" name="Ellipse 62"/>
          <p:cNvSpPr/>
          <p:nvPr/>
        </p:nvSpPr>
        <p:spPr>
          <a:xfrm>
            <a:off x="3047994" y="5272086"/>
            <a:ext cx="409575" cy="381000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66" name="Connecteur droit 65"/>
          <p:cNvCxnSpPr>
            <a:stCxn id="63" idx="1"/>
            <a:endCxn id="63" idx="4"/>
          </p:cNvCxnSpPr>
          <p:nvPr/>
        </p:nvCxnSpPr>
        <p:spPr>
          <a:xfrm>
            <a:off x="3107975" y="5327882"/>
            <a:ext cx="144807" cy="3252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/>
          <p:cNvCxnSpPr>
            <a:stCxn id="63" idx="7"/>
            <a:endCxn id="63" idx="4"/>
          </p:cNvCxnSpPr>
          <p:nvPr/>
        </p:nvCxnSpPr>
        <p:spPr>
          <a:xfrm flipH="1">
            <a:off x="3252782" y="5327882"/>
            <a:ext cx="144806" cy="3252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69"/>
          <p:cNvCxnSpPr/>
          <p:nvPr/>
        </p:nvCxnSpPr>
        <p:spPr>
          <a:xfrm>
            <a:off x="3252782" y="5172063"/>
            <a:ext cx="6" cy="557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/>
          <p:cNvCxnSpPr/>
          <p:nvPr/>
        </p:nvCxnSpPr>
        <p:spPr>
          <a:xfrm>
            <a:off x="3214688" y="5172075"/>
            <a:ext cx="714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72"/>
          <p:cNvCxnSpPr/>
          <p:nvPr/>
        </p:nvCxnSpPr>
        <p:spPr>
          <a:xfrm>
            <a:off x="3214672" y="5724567"/>
            <a:ext cx="714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Forme libre 73"/>
          <p:cNvSpPr/>
          <p:nvPr/>
        </p:nvSpPr>
        <p:spPr>
          <a:xfrm>
            <a:off x="1524000" y="4448176"/>
            <a:ext cx="614363" cy="1019174"/>
          </a:xfrm>
          <a:custGeom>
            <a:avLst/>
            <a:gdLst>
              <a:gd name="connsiteX0" fmla="*/ 614363 w 614363"/>
              <a:gd name="connsiteY0" fmla="*/ 0 h 923925"/>
              <a:gd name="connsiteX1" fmla="*/ 0 w 614363"/>
              <a:gd name="connsiteY1" fmla="*/ 0 h 923925"/>
              <a:gd name="connsiteX2" fmla="*/ 0 w 614363"/>
              <a:gd name="connsiteY2" fmla="*/ 923925 h 923925"/>
              <a:gd name="connsiteX3" fmla="*/ 461963 w 614363"/>
              <a:gd name="connsiteY3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4363" h="923925">
                <a:moveTo>
                  <a:pt x="614363" y="0"/>
                </a:moveTo>
                <a:lnTo>
                  <a:pt x="0" y="0"/>
                </a:lnTo>
                <a:lnTo>
                  <a:pt x="0" y="923925"/>
                </a:lnTo>
                <a:lnTo>
                  <a:pt x="461963" y="923925"/>
                </a:lnTo>
              </a:path>
            </a:pathLst>
          </a:cu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6" name="Connecteur droit 75"/>
          <p:cNvCxnSpPr>
            <a:endCxn id="62" idx="1"/>
          </p:cNvCxnSpPr>
          <p:nvPr/>
        </p:nvCxnSpPr>
        <p:spPr>
          <a:xfrm>
            <a:off x="2043113" y="5467350"/>
            <a:ext cx="90487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/>
          <p:cNvCxnSpPr/>
          <p:nvPr/>
        </p:nvCxnSpPr>
        <p:spPr>
          <a:xfrm>
            <a:off x="1990726" y="5410200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1"/>
          <p:cNvCxnSpPr/>
          <p:nvPr/>
        </p:nvCxnSpPr>
        <p:spPr>
          <a:xfrm>
            <a:off x="2047866" y="5410184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Forme libre 82"/>
          <p:cNvSpPr/>
          <p:nvPr/>
        </p:nvSpPr>
        <p:spPr>
          <a:xfrm>
            <a:off x="2814638" y="5629275"/>
            <a:ext cx="785811" cy="628650"/>
          </a:xfrm>
          <a:custGeom>
            <a:avLst/>
            <a:gdLst>
              <a:gd name="connsiteX0" fmla="*/ 0 w 628650"/>
              <a:gd name="connsiteY0" fmla="*/ 0 h 528637"/>
              <a:gd name="connsiteX1" fmla="*/ 0 w 628650"/>
              <a:gd name="connsiteY1" fmla="*/ 528637 h 528637"/>
              <a:gd name="connsiteX2" fmla="*/ 628650 w 628650"/>
              <a:gd name="connsiteY2" fmla="*/ 528637 h 528637"/>
              <a:gd name="connsiteX3" fmla="*/ 628650 w 628650"/>
              <a:gd name="connsiteY3" fmla="*/ 528637 h 528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8650" h="528637">
                <a:moveTo>
                  <a:pt x="0" y="0"/>
                </a:moveTo>
                <a:lnTo>
                  <a:pt x="0" y="528637"/>
                </a:lnTo>
                <a:lnTo>
                  <a:pt x="628650" y="528637"/>
                </a:lnTo>
                <a:lnTo>
                  <a:pt x="628650" y="528637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7" name="Organigramme : Joindre 86"/>
          <p:cNvSpPr/>
          <p:nvPr/>
        </p:nvSpPr>
        <p:spPr>
          <a:xfrm rot="5400000">
            <a:off x="3564731" y="6169823"/>
            <a:ext cx="204788" cy="161924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88" name="Organigramme : Joindre 87"/>
          <p:cNvSpPr/>
          <p:nvPr/>
        </p:nvSpPr>
        <p:spPr>
          <a:xfrm rot="5400000">
            <a:off x="3943367" y="6176966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89" name="Connecteur droit 88"/>
          <p:cNvCxnSpPr/>
          <p:nvPr/>
        </p:nvCxnSpPr>
        <p:spPr>
          <a:xfrm flipV="1">
            <a:off x="3748089" y="6253163"/>
            <a:ext cx="209549" cy="2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à coins arrondis 93"/>
          <p:cNvSpPr/>
          <p:nvPr/>
        </p:nvSpPr>
        <p:spPr>
          <a:xfrm>
            <a:off x="3581401" y="5957888"/>
            <a:ext cx="161925" cy="123825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96" name="Connecteur droit 95"/>
          <p:cNvCxnSpPr>
            <a:endCxn id="94" idx="2"/>
          </p:cNvCxnSpPr>
          <p:nvPr/>
        </p:nvCxnSpPr>
        <p:spPr>
          <a:xfrm flipH="1" flipV="1">
            <a:off x="3662364" y="6081713"/>
            <a:ext cx="2397" cy="173834"/>
          </a:xfrm>
          <a:prstGeom prst="lin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8" name="Connecteur droit 97"/>
          <p:cNvCxnSpPr/>
          <p:nvPr/>
        </p:nvCxnSpPr>
        <p:spPr>
          <a:xfrm>
            <a:off x="4133850" y="6257925"/>
            <a:ext cx="600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Forme libre 100"/>
          <p:cNvSpPr/>
          <p:nvPr/>
        </p:nvSpPr>
        <p:spPr>
          <a:xfrm>
            <a:off x="2205038" y="5895977"/>
            <a:ext cx="138112" cy="80962"/>
          </a:xfrm>
          <a:custGeom>
            <a:avLst/>
            <a:gdLst>
              <a:gd name="connsiteX0" fmla="*/ 0 w 138112"/>
              <a:gd name="connsiteY0" fmla="*/ 0 h 80962"/>
              <a:gd name="connsiteX1" fmla="*/ 61912 w 138112"/>
              <a:gd name="connsiteY1" fmla="*/ 80962 h 80962"/>
              <a:gd name="connsiteX2" fmla="*/ 138112 w 138112"/>
              <a:gd name="connsiteY2" fmla="*/ 9525 h 8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112" h="80962">
                <a:moveTo>
                  <a:pt x="0" y="0"/>
                </a:moveTo>
                <a:lnTo>
                  <a:pt x="61912" y="80962"/>
                </a:lnTo>
                <a:lnTo>
                  <a:pt x="138112" y="9525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03" name="Connecteur droit 102"/>
          <p:cNvCxnSpPr/>
          <p:nvPr/>
        </p:nvCxnSpPr>
        <p:spPr>
          <a:xfrm>
            <a:off x="2266950" y="5986464"/>
            <a:ext cx="0" cy="1381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eur droit 105"/>
          <p:cNvCxnSpPr/>
          <p:nvPr/>
        </p:nvCxnSpPr>
        <p:spPr>
          <a:xfrm flipH="1">
            <a:off x="2262188" y="5638800"/>
            <a:ext cx="4762" cy="2714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/>
          <p:cNvSpPr/>
          <p:nvPr/>
        </p:nvSpPr>
        <p:spPr>
          <a:xfrm>
            <a:off x="2395544" y="2462213"/>
            <a:ext cx="71438" cy="414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13" name="Connecteur droit 112"/>
          <p:cNvCxnSpPr/>
          <p:nvPr/>
        </p:nvCxnSpPr>
        <p:spPr>
          <a:xfrm>
            <a:off x="2395540" y="2395538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4" name="Rectangle 113"/>
          <p:cNvSpPr/>
          <p:nvPr/>
        </p:nvSpPr>
        <p:spPr>
          <a:xfrm>
            <a:off x="6705619" y="2457451"/>
            <a:ext cx="71438" cy="414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15" name="Connecteur droit 114"/>
          <p:cNvCxnSpPr/>
          <p:nvPr/>
        </p:nvCxnSpPr>
        <p:spPr>
          <a:xfrm>
            <a:off x="6777060" y="2390776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Connecteur droit 116"/>
          <p:cNvCxnSpPr/>
          <p:nvPr/>
        </p:nvCxnSpPr>
        <p:spPr>
          <a:xfrm>
            <a:off x="2676536" y="1485905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eur droit 117"/>
          <p:cNvCxnSpPr/>
          <p:nvPr/>
        </p:nvCxnSpPr>
        <p:spPr>
          <a:xfrm>
            <a:off x="2676520" y="1528756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eur droit 119"/>
          <p:cNvCxnSpPr/>
          <p:nvPr/>
        </p:nvCxnSpPr>
        <p:spPr>
          <a:xfrm>
            <a:off x="2738448" y="1528767"/>
            <a:ext cx="0" cy="1381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eur droit 120"/>
          <p:cNvCxnSpPr/>
          <p:nvPr/>
        </p:nvCxnSpPr>
        <p:spPr>
          <a:xfrm>
            <a:off x="6357948" y="1495431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eur droit 121"/>
          <p:cNvCxnSpPr/>
          <p:nvPr/>
        </p:nvCxnSpPr>
        <p:spPr>
          <a:xfrm>
            <a:off x="6367457" y="1538282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eur droit 122"/>
          <p:cNvCxnSpPr/>
          <p:nvPr/>
        </p:nvCxnSpPr>
        <p:spPr>
          <a:xfrm>
            <a:off x="6429385" y="1538293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Forme libre 127"/>
          <p:cNvSpPr/>
          <p:nvPr/>
        </p:nvSpPr>
        <p:spPr>
          <a:xfrm flipV="1">
            <a:off x="4576746" y="4619624"/>
            <a:ext cx="852504" cy="219075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9" name="Organigramme : Délai 128"/>
          <p:cNvSpPr/>
          <p:nvPr/>
        </p:nvSpPr>
        <p:spPr>
          <a:xfrm rot="5400000">
            <a:off x="5417343" y="4798240"/>
            <a:ext cx="433388" cy="390524"/>
          </a:xfrm>
          <a:prstGeom prst="flowChartDelay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31" name="Connecteur droit 130"/>
          <p:cNvCxnSpPr/>
          <p:nvPr/>
        </p:nvCxnSpPr>
        <p:spPr>
          <a:xfrm>
            <a:off x="5424488" y="4743471"/>
            <a:ext cx="414337" cy="0"/>
          </a:xfrm>
          <a:prstGeom prst="lin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0" name="Connecteur droit 139"/>
          <p:cNvCxnSpPr/>
          <p:nvPr/>
        </p:nvCxnSpPr>
        <p:spPr>
          <a:xfrm>
            <a:off x="5819775" y="4838700"/>
            <a:ext cx="2000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eur droit 148"/>
          <p:cNvCxnSpPr/>
          <p:nvPr/>
        </p:nvCxnSpPr>
        <p:spPr>
          <a:xfrm flipH="1">
            <a:off x="8410575" y="3686175"/>
            <a:ext cx="9526" cy="5143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Forme libre 149"/>
          <p:cNvSpPr/>
          <p:nvPr/>
        </p:nvSpPr>
        <p:spPr>
          <a:xfrm>
            <a:off x="6162675" y="3409951"/>
            <a:ext cx="1457326" cy="1428750"/>
          </a:xfrm>
          <a:custGeom>
            <a:avLst/>
            <a:gdLst>
              <a:gd name="connsiteX0" fmla="*/ 0 w 1462088"/>
              <a:gd name="connsiteY0" fmla="*/ 1428750 h 1428750"/>
              <a:gd name="connsiteX1" fmla="*/ 1462088 w 1462088"/>
              <a:gd name="connsiteY1" fmla="*/ 1428750 h 1428750"/>
              <a:gd name="connsiteX2" fmla="*/ 1462088 w 1462088"/>
              <a:gd name="connsiteY2" fmla="*/ 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62088" h="1428750">
                <a:moveTo>
                  <a:pt x="0" y="1428750"/>
                </a:moveTo>
                <a:lnTo>
                  <a:pt x="1462088" y="1428750"/>
                </a:lnTo>
                <a:lnTo>
                  <a:pt x="1462088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7" name="Connecteur droit 156"/>
          <p:cNvCxnSpPr/>
          <p:nvPr/>
        </p:nvCxnSpPr>
        <p:spPr>
          <a:xfrm>
            <a:off x="7620000" y="4210050"/>
            <a:ext cx="8001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Forme libre 159"/>
          <p:cNvSpPr/>
          <p:nvPr/>
        </p:nvSpPr>
        <p:spPr>
          <a:xfrm>
            <a:off x="5010150" y="5214938"/>
            <a:ext cx="623888" cy="271462"/>
          </a:xfrm>
          <a:custGeom>
            <a:avLst/>
            <a:gdLst>
              <a:gd name="connsiteX0" fmla="*/ 242888 w 242888"/>
              <a:gd name="connsiteY0" fmla="*/ 0 h 119062"/>
              <a:gd name="connsiteX1" fmla="*/ 242888 w 242888"/>
              <a:gd name="connsiteY1" fmla="*/ 119062 h 119062"/>
              <a:gd name="connsiteX2" fmla="*/ 0 w 242888"/>
              <a:gd name="connsiteY2" fmla="*/ 119062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88" h="119062">
                <a:moveTo>
                  <a:pt x="242888" y="0"/>
                </a:moveTo>
                <a:lnTo>
                  <a:pt x="242888" y="119062"/>
                </a:lnTo>
                <a:lnTo>
                  <a:pt x="0" y="119062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1" name="Organigramme : Joindre 160"/>
          <p:cNvSpPr/>
          <p:nvPr/>
        </p:nvSpPr>
        <p:spPr>
          <a:xfrm rot="5400000">
            <a:off x="4922067" y="5441173"/>
            <a:ext cx="95271" cy="100029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62" name="Organigramme : Joindre 161"/>
          <p:cNvSpPr/>
          <p:nvPr/>
        </p:nvSpPr>
        <p:spPr>
          <a:xfrm rot="10800000">
            <a:off x="7505678" y="3243284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64" name="Connecteur droit 163"/>
          <p:cNvCxnSpPr/>
          <p:nvPr/>
        </p:nvCxnSpPr>
        <p:spPr>
          <a:xfrm>
            <a:off x="7615199" y="676275"/>
            <a:ext cx="17" cy="25765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eur droit avec flèche 165"/>
          <p:cNvCxnSpPr/>
          <p:nvPr/>
        </p:nvCxnSpPr>
        <p:spPr>
          <a:xfrm flipH="1">
            <a:off x="5610227" y="666750"/>
            <a:ext cx="2009773" cy="1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à coins arrondis 172"/>
          <p:cNvSpPr/>
          <p:nvPr/>
        </p:nvSpPr>
        <p:spPr>
          <a:xfrm>
            <a:off x="5014914" y="2462213"/>
            <a:ext cx="161925" cy="123825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75" name="Connecteur droit 174"/>
          <p:cNvCxnSpPr/>
          <p:nvPr/>
        </p:nvCxnSpPr>
        <p:spPr>
          <a:xfrm>
            <a:off x="5095876" y="2586037"/>
            <a:ext cx="0" cy="16668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Forme libre 176"/>
          <p:cNvSpPr/>
          <p:nvPr/>
        </p:nvSpPr>
        <p:spPr>
          <a:xfrm>
            <a:off x="6710363" y="1857375"/>
            <a:ext cx="523875" cy="247650"/>
          </a:xfrm>
          <a:custGeom>
            <a:avLst/>
            <a:gdLst>
              <a:gd name="connsiteX0" fmla="*/ 0 w 357187"/>
              <a:gd name="connsiteY0" fmla="*/ 247650 h 247650"/>
              <a:gd name="connsiteX1" fmla="*/ 357187 w 357187"/>
              <a:gd name="connsiteY1" fmla="*/ 247650 h 247650"/>
              <a:gd name="connsiteX2" fmla="*/ 357187 w 35718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187" h="247650">
                <a:moveTo>
                  <a:pt x="0" y="247650"/>
                </a:moveTo>
                <a:lnTo>
                  <a:pt x="357187" y="247650"/>
                </a:lnTo>
                <a:lnTo>
                  <a:pt x="357187" y="0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8" name="Triangle isocèle 177"/>
          <p:cNvSpPr/>
          <p:nvPr/>
        </p:nvSpPr>
        <p:spPr>
          <a:xfrm>
            <a:off x="7191378" y="1724027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79" name="Triangle isocèle 178"/>
          <p:cNvSpPr/>
          <p:nvPr/>
        </p:nvSpPr>
        <p:spPr>
          <a:xfrm rot="5400000" flipV="1">
            <a:off x="7259568" y="1647964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0" name="Forme libre 179"/>
          <p:cNvSpPr/>
          <p:nvPr/>
        </p:nvSpPr>
        <p:spPr>
          <a:xfrm>
            <a:off x="7172325" y="1504950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2" name="Triangle isocèle 181"/>
          <p:cNvSpPr/>
          <p:nvPr/>
        </p:nvSpPr>
        <p:spPr>
          <a:xfrm>
            <a:off x="1828780" y="1771651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83" name="Triangle isocèle 182"/>
          <p:cNvSpPr/>
          <p:nvPr/>
        </p:nvSpPr>
        <p:spPr>
          <a:xfrm rot="16200000" flipH="1" flipV="1">
            <a:off x="1773145" y="1695588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4" name="Forme libre 183"/>
          <p:cNvSpPr/>
          <p:nvPr/>
        </p:nvSpPr>
        <p:spPr>
          <a:xfrm>
            <a:off x="1809727" y="1552574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5" name="Bouée 184"/>
          <p:cNvSpPr/>
          <p:nvPr/>
        </p:nvSpPr>
        <p:spPr>
          <a:xfrm>
            <a:off x="1623990" y="1123951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86" name="Forme libre 185"/>
          <p:cNvSpPr/>
          <p:nvPr/>
        </p:nvSpPr>
        <p:spPr>
          <a:xfrm flipH="1">
            <a:off x="1866901" y="1885949"/>
            <a:ext cx="590550" cy="247650"/>
          </a:xfrm>
          <a:custGeom>
            <a:avLst/>
            <a:gdLst>
              <a:gd name="connsiteX0" fmla="*/ 0 w 357187"/>
              <a:gd name="connsiteY0" fmla="*/ 247650 h 247650"/>
              <a:gd name="connsiteX1" fmla="*/ 357187 w 357187"/>
              <a:gd name="connsiteY1" fmla="*/ 247650 h 247650"/>
              <a:gd name="connsiteX2" fmla="*/ 357187 w 35718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187" h="247650">
                <a:moveTo>
                  <a:pt x="0" y="247650"/>
                </a:moveTo>
                <a:lnTo>
                  <a:pt x="357187" y="247650"/>
                </a:lnTo>
                <a:lnTo>
                  <a:pt x="357187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0" name="Organigramme : Connecteur 189"/>
          <p:cNvSpPr/>
          <p:nvPr/>
        </p:nvSpPr>
        <p:spPr>
          <a:xfrm>
            <a:off x="6715127" y="1504950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1" name="Connecteur droit 190"/>
          <p:cNvCxnSpPr/>
          <p:nvPr/>
        </p:nvCxnSpPr>
        <p:spPr>
          <a:xfrm>
            <a:off x="6867535" y="1795463"/>
            <a:ext cx="1" cy="3143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Organigramme : Connecteur 191"/>
          <p:cNvSpPr/>
          <p:nvPr/>
        </p:nvSpPr>
        <p:spPr>
          <a:xfrm>
            <a:off x="2905125" y="18097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3" name="Connecteur droit 192"/>
          <p:cNvCxnSpPr/>
          <p:nvPr/>
        </p:nvCxnSpPr>
        <p:spPr>
          <a:xfrm>
            <a:off x="3067051" y="2095501"/>
            <a:ext cx="0" cy="142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Organigramme : Connecteur 197"/>
          <p:cNvSpPr/>
          <p:nvPr/>
        </p:nvSpPr>
        <p:spPr>
          <a:xfrm>
            <a:off x="4200525" y="35623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9" name="Connecteur droit 198"/>
          <p:cNvCxnSpPr/>
          <p:nvPr/>
        </p:nvCxnSpPr>
        <p:spPr>
          <a:xfrm flipH="1" flipV="1">
            <a:off x="4114800" y="3705225"/>
            <a:ext cx="95250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Organigramme : Connecteur 199"/>
          <p:cNvSpPr/>
          <p:nvPr/>
        </p:nvSpPr>
        <p:spPr>
          <a:xfrm>
            <a:off x="4648200" y="355759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01" name="Connecteur droit 200"/>
          <p:cNvCxnSpPr>
            <a:stCxn id="200" idx="6"/>
          </p:cNvCxnSpPr>
          <p:nvPr/>
        </p:nvCxnSpPr>
        <p:spPr>
          <a:xfrm flipV="1">
            <a:off x="4948238" y="3700465"/>
            <a:ext cx="7143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Organigramme : Connecteur 201"/>
          <p:cNvSpPr/>
          <p:nvPr/>
        </p:nvSpPr>
        <p:spPr>
          <a:xfrm>
            <a:off x="5948362" y="18097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03" name="Connecteur droit 202"/>
          <p:cNvCxnSpPr/>
          <p:nvPr/>
        </p:nvCxnSpPr>
        <p:spPr>
          <a:xfrm>
            <a:off x="6110288" y="2095501"/>
            <a:ext cx="0" cy="142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Organigramme : Joindre 214"/>
          <p:cNvSpPr/>
          <p:nvPr/>
        </p:nvSpPr>
        <p:spPr>
          <a:xfrm>
            <a:off x="5579292" y="4545822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23" name="Connecteur droit 222"/>
          <p:cNvCxnSpPr/>
          <p:nvPr/>
        </p:nvCxnSpPr>
        <p:spPr>
          <a:xfrm>
            <a:off x="5629275" y="4424363"/>
            <a:ext cx="0" cy="1047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necteur droit 223"/>
          <p:cNvCxnSpPr/>
          <p:nvPr/>
        </p:nvCxnSpPr>
        <p:spPr>
          <a:xfrm>
            <a:off x="5629276" y="4638674"/>
            <a:ext cx="0" cy="1047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Organigramme : Joindre 224"/>
          <p:cNvSpPr/>
          <p:nvPr/>
        </p:nvSpPr>
        <p:spPr>
          <a:xfrm>
            <a:off x="6817541" y="1878822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27" name="Organigramme : Connecteur 226"/>
          <p:cNvSpPr/>
          <p:nvPr/>
        </p:nvSpPr>
        <p:spPr>
          <a:xfrm>
            <a:off x="2124078" y="1528762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28" name="Connecteur droit 227"/>
          <p:cNvCxnSpPr/>
          <p:nvPr/>
        </p:nvCxnSpPr>
        <p:spPr>
          <a:xfrm>
            <a:off x="2276486" y="1819275"/>
            <a:ext cx="1" cy="3143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Organigramme : Joindre 228"/>
          <p:cNvSpPr/>
          <p:nvPr/>
        </p:nvSpPr>
        <p:spPr>
          <a:xfrm>
            <a:off x="2226492" y="1902634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30" name="Organigramme : Connecteur 229"/>
          <p:cNvSpPr/>
          <p:nvPr/>
        </p:nvSpPr>
        <p:spPr>
          <a:xfrm>
            <a:off x="1633540" y="4867275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31" name="Connecteur droit 230"/>
          <p:cNvCxnSpPr/>
          <p:nvPr/>
        </p:nvCxnSpPr>
        <p:spPr>
          <a:xfrm>
            <a:off x="1785948" y="5157788"/>
            <a:ext cx="1" cy="3143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onnecteur droit 232"/>
          <p:cNvCxnSpPr/>
          <p:nvPr/>
        </p:nvCxnSpPr>
        <p:spPr>
          <a:xfrm>
            <a:off x="4467225" y="4605338"/>
            <a:ext cx="219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cteur droit 233"/>
          <p:cNvCxnSpPr/>
          <p:nvPr/>
        </p:nvCxnSpPr>
        <p:spPr>
          <a:xfrm>
            <a:off x="4576762" y="3290883"/>
            <a:ext cx="6" cy="110964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Connecteur droit avec flèche 234"/>
          <p:cNvCxnSpPr/>
          <p:nvPr/>
        </p:nvCxnSpPr>
        <p:spPr>
          <a:xfrm>
            <a:off x="4471988" y="4405312"/>
            <a:ext cx="228600" cy="2000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Connecteur droit 237"/>
          <p:cNvCxnSpPr/>
          <p:nvPr/>
        </p:nvCxnSpPr>
        <p:spPr>
          <a:xfrm>
            <a:off x="4467226" y="4405312"/>
            <a:ext cx="219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Connecteur droit avec flèche 252"/>
          <p:cNvCxnSpPr/>
          <p:nvPr/>
        </p:nvCxnSpPr>
        <p:spPr>
          <a:xfrm flipV="1">
            <a:off x="1390650" y="2305050"/>
            <a:ext cx="0" cy="542926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onnecteur droit 258"/>
          <p:cNvCxnSpPr/>
          <p:nvPr/>
        </p:nvCxnSpPr>
        <p:spPr>
          <a:xfrm>
            <a:off x="1019175" y="3409950"/>
            <a:ext cx="0" cy="5238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Rectangle 259"/>
          <p:cNvSpPr/>
          <p:nvPr/>
        </p:nvSpPr>
        <p:spPr>
          <a:xfrm>
            <a:off x="2657475" y="25241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S302A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61" name="Rectangle 260"/>
          <p:cNvSpPr/>
          <p:nvPr/>
        </p:nvSpPr>
        <p:spPr>
          <a:xfrm>
            <a:off x="5695950" y="25241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S302B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62" name="Rectangle 261"/>
          <p:cNvSpPr/>
          <p:nvPr/>
        </p:nvSpPr>
        <p:spPr>
          <a:xfrm>
            <a:off x="2143125" y="53054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Réchauffeur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3" name="Rectangle 262"/>
          <p:cNvSpPr/>
          <p:nvPr/>
        </p:nvSpPr>
        <p:spPr>
          <a:xfrm>
            <a:off x="609600" y="3933825"/>
            <a:ext cx="819150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Sortie F301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4" name="Rectangle 263"/>
          <p:cNvSpPr/>
          <p:nvPr/>
        </p:nvSpPr>
        <p:spPr>
          <a:xfrm>
            <a:off x="676275" y="1562100"/>
            <a:ext cx="695326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S302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5" name="Rectangle 264"/>
          <p:cNvSpPr/>
          <p:nvPr/>
        </p:nvSpPr>
        <p:spPr>
          <a:xfrm>
            <a:off x="4914900" y="428625"/>
            <a:ext cx="866775" cy="4095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Réseau usine 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6" name="Rectangle 265"/>
          <p:cNvSpPr/>
          <p:nvPr/>
        </p:nvSpPr>
        <p:spPr>
          <a:xfrm>
            <a:off x="4248150" y="5924550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Vapeur 25B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7" name="Rectangle 266"/>
          <p:cNvSpPr/>
          <p:nvPr/>
        </p:nvSpPr>
        <p:spPr>
          <a:xfrm>
            <a:off x="2847975" y="490537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Soufflante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8" name="Rectangle 267"/>
          <p:cNvSpPr/>
          <p:nvPr/>
        </p:nvSpPr>
        <p:spPr>
          <a:xfrm>
            <a:off x="5400675" y="4800600"/>
            <a:ext cx="4762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 smtClean="0">
                <a:solidFill>
                  <a:schemeClr val="tx1"/>
                </a:solidFill>
              </a:rPr>
              <a:t>X 302</a:t>
            </a:r>
            <a:endParaRPr lang="fr-FR" sz="1200" b="1" dirty="0">
              <a:solidFill>
                <a:schemeClr val="tx1"/>
              </a:solidFill>
            </a:endParaRPr>
          </a:p>
        </p:txBody>
      </p:sp>
      <p:sp>
        <p:nvSpPr>
          <p:cNvPr id="269" name="Rectangle 268"/>
          <p:cNvSpPr/>
          <p:nvPr/>
        </p:nvSpPr>
        <p:spPr>
          <a:xfrm>
            <a:off x="1600199" y="1162050"/>
            <a:ext cx="4953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3006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0" name="Rectangle 269"/>
          <p:cNvSpPr/>
          <p:nvPr/>
        </p:nvSpPr>
        <p:spPr>
          <a:xfrm>
            <a:off x="6981824" y="1133475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3005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71" name="Bouée 270"/>
          <p:cNvSpPr/>
          <p:nvPr/>
        </p:nvSpPr>
        <p:spPr>
          <a:xfrm>
            <a:off x="6996090" y="1085851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77" name="Rectangle 276"/>
          <p:cNvSpPr/>
          <p:nvPr/>
        </p:nvSpPr>
        <p:spPr>
          <a:xfrm>
            <a:off x="2105025" y="1514475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8" name="Rectangle 277"/>
          <p:cNvSpPr/>
          <p:nvPr/>
        </p:nvSpPr>
        <p:spPr>
          <a:xfrm>
            <a:off x="6696075" y="1485900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9" name="Rectangle 278"/>
          <p:cNvSpPr/>
          <p:nvPr/>
        </p:nvSpPr>
        <p:spPr>
          <a:xfrm>
            <a:off x="1619250" y="4848225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80" name="Rectangle 279"/>
          <p:cNvSpPr/>
          <p:nvPr/>
        </p:nvSpPr>
        <p:spPr>
          <a:xfrm>
            <a:off x="6638925" y="3867150"/>
            <a:ext cx="80962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Hygromètre AR302</a:t>
            </a:r>
          </a:p>
        </p:txBody>
      </p:sp>
      <p:sp>
        <p:nvSpPr>
          <p:cNvPr id="282" name="Forme libre 281"/>
          <p:cNvSpPr/>
          <p:nvPr/>
        </p:nvSpPr>
        <p:spPr>
          <a:xfrm>
            <a:off x="5629275" y="4200525"/>
            <a:ext cx="1457325" cy="219075"/>
          </a:xfrm>
          <a:custGeom>
            <a:avLst/>
            <a:gdLst>
              <a:gd name="connsiteX0" fmla="*/ 0 w 923925"/>
              <a:gd name="connsiteY0" fmla="*/ 457200 h 457200"/>
              <a:gd name="connsiteX1" fmla="*/ 923925 w 923925"/>
              <a:gd name="connsiteY1" fmla="*/ 457200 h 457200"/>
              <a:gd name="connsiteX2" fmla="*/ 923925 w 923925"/>
              <a:gd name="connsiteY2" fmla="*/ 0 h 457200"/>
              <a:gd name="connsiteX3" fmla="*/ 923925 w 923925"/>
              <a:gd name="connsiteY3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3925" h="457200">
                <a:moveTo>
                  <a:pt x="0" y="457200"/>
                </a:moveTo>
                <a:lnTo>
                  <a:pt x="923925" y="457200"/>
                </a:lnTo>
                <a:lnTo>
                  <a:pt x="923925" y="0"/>
                </a:lnTo>
                <a:lnTo>
                  <a:pt x="923925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9" name="Forme libre 298"/>
          <p:cNvSpPr/>
          <p:nvPr/>
        </p:nvSpPr>
        <p:spPr>
          <a:xfrm>
            <a:off x="657225" y="657224"/>
            <a:ext cx="2809875" cy="2190751"/>
          </a:xfrm>
          <a:custGeom>
            <a:avLst/>
            <a:gdLst>
              <a:gd name="connsiteX0" fmla="*/ 0 w 2514600"/>
              <a:gd name="connsiteY0" fmla="*/ 914400 h 914400"/>
              <a:gd name="connsiteX1" fmla="*/ 0 w 2514600"/>
              <a:gd name="connsiteY1" fmla="*/ 0 h 914400"/>
              <a:gd name="connsiteX2" fmla="*/ 2514600 w 25146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0" h="914400">
                <a:moveTo>
                  <a:pt x="0" y="914400"/>
                </a:moveTo>
                <a:lnTo>
                  <a:pt x="0" y="0"/>
                </a:lnTo>
                <a:lnTo>
                  <a:pt x="25146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0" name="Forme libre 299"/>
          <p:cNvSpPr/>
          <p:nvPr/>
        </p:nvSpPr>
        <p:spPr>
          <a:xfrm flipH="1">
            <a:off x="3533775" y="657225"/>
            <a:ext cx="1038225" cy="1552576"/>
          </a:xfrm>
          <a:custGeom>
            <a:avLst/>
            <a:gdLst>
              <a:gd name="connsiteX0" fmla="*/ 0 w 2514600"/>
              <a:gd name="connsiteY0" fmla="*/ 914400 h 914400"/>
              <a:gd name="connsiteX1" fmla="*/ 0 w 2514600"/>
              <a:gd name="connsiteY1" fmla="*/ 0 h 914400"/>
              <a:gd name="connsiteX2" fmla="*/ 2514600 w 25146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0" h="914400">
                <a:moveTo>
                  <a:pt x="0" y="914400"/>
                </a:moveTo>
                <a:lnTo>
                  <a:pt x="0" y="0"/>
                </a:lnTo>
                <a:lnTo>
                  <a:pt x="25146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01" name="Connecteur droit 300"/>
          <p:cNvCxnSpPr/>
          <p:nvPr/>
        </p:nvCxnSpPr>
        <p:spPr>
          <a:xfrm>
            <a:off x="3467101" y="600075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Connecteur droit 301"/>
          <p:cNvCxnSpPr/>
          <p:nvPr/>
        </p:nvCxnSpPr>
        <p:spPr>
          <a:xfrm>
            <a:off x="3524241" y="600059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Organigramme : Connecteur 304"/>
          <p:cNvSpPr/>
          <p:nvPr/>
        </p:nvSpPr>
        <p:spPr>
          <a:xfrm>
            <a:off x="3305175" y="881061"/>
            <a:ext cx="395291" cy="404813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306" name="Connecteur droit 305"/>
          <p:cNvCxnSpPr/>
          <p:nvPr/>
        </p:nvCxnSpPr>
        <p:spPr>
          <a:xfrm>
            <a:off x="3495686" y="561975"/>
            <a:ext cx="1" cy="3143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Connecteur droit 314"/>
          <p:cNvCxnSpPr/>
          <p:nvPr/>
        </p:nvCxnSpPr>
        <p:spPr>
          <a:xfrm>
            <a:off x="2686061" y="3924305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Connecteur droit 316"/>
          <p:cNvCxnSpPr/>
          <p:nvPr/>
        </p:nvCxnSpPr>
        <p:spPr>
          <a:xfrm>
            <a:off x="2747973" y="3776667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Organigramme : Joindre 317"/>
          <p:cNvSpPr/>
          <p:nvPr/>
        </p:nvSpPr>
        <p:spPr>
          <a:xfrm>
            <a:off x="2695575" y="3945747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19" name="Connecteur droit 318"/>
          <p:cNvCxnSpPr/>
          <p:nvPr/>
        </p:nvCxnSpPr>
        <p:spPr>
          <a:xfrm>
            <a:off x="6381761" y="3952880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Connecteur droit 319"/>
          <p:cNvCxnSpPr/>
          <p:nvPr/>
        </p:nvCxnSpPr>
        <p:spPr>
          <a:xfrm>
            <a:off x="6443673" y="3805242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Organigramme : Joindre 320"/>
          <p:cNvSpPr/>
          <p:nvPr/>
        </p:nvSpPr>
        <p:spPr>
          <a:xfrm>
            <a:off x="6391275" y="3974322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22" name="Rectangle 321"/>
          <p:cNvSpPr/>
          <p:nvPr/>
        </p:nvSpPr>
        <p:spPr>
          <a:xfrm>
            <a:off x="3495675" y="5305425"/>
            <a:ext cx="438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smtClean="0">
                <a:solidFill>
                  <a:schemeClr val="tx1"/>
                </a:solidFill>
              </a:rPr>
              <a:t>AIR</a:t>
            </a:r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340" name="Rectangle 339"/>
          <p:cNvSpPr/>
          <p:nvPr/>
        </p:nvSpPr>
        <p:spPr>
          <a:xfrm>
            <a:off x="2838450" y="1790700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T302 A1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5876925" y="18002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T302 B1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4133850" y="35528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T302 A2</a:t>
            </a:r>
          </a:p>
        </p:txBody>
      </p:sp>
      <p:sp>
        <p:nvSpPr>
          <p:cNvPr id="343" name="Rectangle 342"/>
          <p:cNvSpPr/>
          <p:nvPr/>
        </p:nvSpPr>
        <p:spPr>
          <a:xfrm>
            <a:off x="4581525" y="35528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T302 B2</a:t>
            </a:r>
          </a:p>
        </p:txBody>
      </p:sp>
      <p:sp>
        <p:nvSpPr>
          <p:cNvPr id="344" name="Rectangle à coins arrondis 343"/>
          <p:cNvSpPr/>
          <p:nvPr/>
        </p:nvSpPr>
        <p:spPr>
          <a:xfrm>
            <a:off x="5086350" y="5962650"/>
            <a:ext cx="3790950" cy="47625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S302 : A = attente, B = service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04" name="Organigramme : Connecteur 103"/>
          <p:cNvSpPr/>
          <p:nvPr/>
        </p:nvSpPr>
        <p:spPr>
          <a:xfrm>
            <a:off x="2205035" y="5734050"/>
            <a:ext cx="138113" cy="133350"/>
          </a:xfrm>
          <a:prstGeom prst="flowChartConnector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5" name="Rectangle 344"/>
          <p:cNvSpPr/>
          <p:nvPr/>
        </p:nvSpPr>
        <p:spPr>
          <a:xfrm>
            <a:off x="6905625" y="180975"/>
            <a:ext cx="118110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S301</a:t>
            </a:r>
          </a:p>
        </p:txBody>
      </p:sp>
      <p:sp>
        <p:nvSpPr>
          <p:cNvPr id="126" name="Organigramme : Joindre 125"/>
          <p:cNvSpPr/>
          <p:nvPr/>
        </p:nvSpPr>
        <p:spPr>
          <a:xfrm rot="5400000">
            <a:off x="5981717" y="4757758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57" name="Forme libre 356"/>
          <p:cNvSpPr/>
          <p:nvPr/>
        </p:nvSpPr>
        <p:spPr>
          <a:xfrm>
            <a:off x="8124825" y="3276600"/>
            <a:ext cx="571500" cy="409575"/>
          </a:xfrm>
          <a:custGeom>
            <a:avLst/>
            <a:gdLst>
              <a:gd name="connsiteX0" fmla="*/ 0 w 571500"/>
              <a:gd name="connsiteY0" fmla="*/ 9525 h 409575"/>
              <a:gd name="connsiteX1" fmla="*/ 0 w 571500"/>
              <a:gd name="connsiteY1" fmla="*/ 409575 h 409575"/>
              <a:gd name="connsiteX2" fmla="*/ 571500 w 571500"/>
              <a:gd name="connsiteY2" fmla="*/ 409575 h 409575"/>
              <a:gd name="connsiteX3" fmla="*/ 571500 w 571500"/>
              <a:gd name="connsiteY3" fmla="*/ 0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500" h="409575">
                <a:moveTo>
                  <a:pt x="0" y="9525"/>
                </a:moveTo>
                <a:lnTo>
                  <a:pt x="0" y="409575"/>
                </a:lnTo>
                <a:lnTo>
                  <a:pt x="571500" y="409575"/>
                </a:lnTo>
                <a:lnTo>
                  <a:pt x="5715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58" name="Triangle isocèle 357"/>
          <p:cNvSpPr/>
          <p:nvPr/>
        </p:nvSpPr>
        <p:spPr>
          <a:xfrm>
            <a:off x="8086728" y="3162302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59" name="Triangle isocèle 358"/>
          <p:cNvSpPr/>
          <p:nvPr/>
        </p:nvSpPr>
        <p:spPr>
          <a:xfrm rot="5400000" flipV="1">
            <a:off x="8154918" y="3086239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0" name="Forme libre 359"/>
          <p:cNvSpPr/>
          <p:nvPr/>
        </p:nvSpPr>
        <p:spPr>
          <a:xfrm>
            <a:off x="8067675" y="2943225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1" name="Rectangle 360"/>
          <p:cNvSpPr/>
          <p:nvPr/>
        </p:nvSpPr>
        <p:spPr>
          <a:xfrm>
            <a:off x="7877174" y="2571750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3009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362" name="Bouée 361"/>
          <p:cNvSpPr/>
          <p:nvPr/>
        </p:nvSpPr>
        <p:spPr>
          <a:xfrm>
            <a:off x="7891440" y="2524126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63" name="Triangle isocèle 362"/>
          <p:cNvSpPr/>
          <p:nvPr/>
        </p:nvSpPr>
        <p:spPr>
          <a:xfrm>
            <a:off x="8658228" y="3162302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64" name="Triangle isocèle 363"/>
          <p:cNvSpPr/>
          <p:nvPr/>
        </p:nvSpPr>
        <p:spPr>
          <a:xfrm rot="5400000" flipV="1">
            <a:off x="8726418" y="3086239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5" name="Forme libre 364"/>
          <p:cNvSpPr/>
          <p:nvPr/>
        </p:nvSpPr>
        <p:spPr>
          <a:xfrm>
            <a:off x="8639175" y="2943225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6" name="Rectangle 365"/>
          <p:cNvSpPr/>
          <p:nvPr/>
        </p:nvSpPr>
        <p:spPr>
          <a:xfrm>
            <a:off x="8448674" y="2571750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3010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367" name="Bouée 366"/>
          <p:cNvSpPr/>
          <p:nvPr/>
        </p:nvSpPr>
        <p:spPr>
          <a:xfrm>
            <a:off x="8462940" y="2524126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68" name="Organigramme : Joindre 367"/>
          <p:cNvSpPr/>
          <p:nvPr/>
        </p:nvSpPr>
        <p:spPr>
          <a:xfrm>
            <a:off x="8067675" y="3326622"/>
            <a:ext cx="111963" cy="111903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69" name="Organigramme : Joindre 368"/>
          <p:cNvSpPr/>
          <p:nvPr/>
        </p:nvSpPr>
        <p:spPr>
          <a:xfrm>
            <a:off x="8639175" y="3326622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71" name="Connecteur droit 370"/>
          <p:cNvCxnSpPr/>
          <p:nvPr/>
        </p:nvCxnSpPr>
        <p:spPr>
          <a:xfrm flipV="1">
            <a:off x="8133182" y="3381375"/>
            <a:ext cx="582193" cy="1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e 378"/>
          <p:cNvGrpSpPr/>
          <p:nvPr/>
        </p:nvGrpSpPr>
        <p:grpSpPr>
          <a:xfrm>
            <a:off x="8239125" y="3333750"/>
            <a:ext cx="361950" cy="104775"/>
            <a:chOff x="8048625" y="1771650"/>
            <a:chExt cx="361950" cy="104775"/>
          </a:xfrm>
        </p:grpSpPr>
        <p:cxnSp>
          <p:nvCxnSpPr>
            <p:cNvPr id="374" name="Connecteur droit 373"/>
            <p:cNvCxnSpPr/>
            <p:nvPr/>
          </p:nvCxnSpPr>
          <p:spPr>
            <a:xfrm flipH="1">
              <a:off x="80486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Connecteur droit 374"/>
            <p:cNvCxnSpPr/>
            <p:nvPr/>
          </p:nvCxnSpPr>
          <p:spPr>
            <a:xfrm flipH="1">
              <a:off x="81248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Connecteur droit 375"/>
            <p:cNvCxnSpPr/>
            <p:nvPr/>
          </p:nvCxnSpPr>
          <p:spPr>
            <a:xfrm flipH="1">
              <a:off x="82010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Connecteur droit 376"/>
            <p:cNvCxnSpPr/>
            <p:nvPr/>
          </p:nvCxnSpPr>
          <p:spPr>
            <a:xfrm flipH="1">
              <a:off x="82772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Connecteur droit 377"/>
            <p:cNvCxnSpPr/>
            <p:nvPr/>
          </p:nvCxnSpPr>
          <p:spPr>
            <a:xfrm flipH="1">
              <a:off x="83534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e 411"/>
          <p:cNvGrpSpPr/>
          <p:nvPr/>
        </p:nvGrpSpPr>
        <p:grpSpPr>
          <a:xfrm>
            <a:off x="8351067" y="4807760"/>
            <a:ext cx="221430" cy="102377"/>
            <a:chOff x="8351067" y="4798235"/>
            <a:chExt cx="221430" cy="102377"/>
          </a:xfrm>
        </p:grpSpPr>
        <p:sp>
          <p:nvSpPr>
            <p:cNvPr id="216" name="Organigramme : Joindre 215"/>
            <p:cNvSpPr/>
            <p:nvPr/>
          </p:nvSpPr>
          <p:spPr>
            <a:xfrm rot="10800000">
              <a:off x="8351067" y="4798235"/>
              <a:ext cx="95271" cy="100029"/>
            </a:xfrm>
            <a:prstGeom prst="flowChartCollate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sp>
          <p:nvSpPr>
            <p:cNvPr id="217" name="Rectangle à coins arrondis 216"/>
            <p:cNvSpPr/>
            <p:nvPr/>
          </p:nvSpPr>
          <p:spPr>
            <a:xfrm>
              <a:off x="8510586" y="4800600"/>
              <a:ext cx="61911" cy="100012"/>
            </a:xfrm>
            <a:prstGeom prst="roundRect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cxnSp>
          <p:nvCxnSpPr>
            <p:cNvPr id="219" name="Connecteur droit 218"/>
            <p:cNvCxnSpPr/>
            <p:nvPr/>
          </p:nvCxnSpPr>
          <p:spPr>
            <a:xfrm>
              <a:off x="8410575" y="4852988"/>
              <a:ext cx="95250" cy="0"/>
            </a:xfrm>
            <a:prstGeom prst="line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382" name="Organigramme : Joindre 381"/>
          <p:cNvSpPr/>
          <p:nvPr/>
        </p:nvSpPr>
        <p:spPr>
          <a:xfrm rot="10800000">
            <a:off x="8351067" y="4407710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83" name="Rectangle 382"/>
          <p:cNvSpPr/>
          <p:nvPr/>
        </p:nvSpPr>
        <p:spPr>
          <a:xfrm>
            <a:off x="7896226" y="962025"/>
            <a:ext cx="828674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S303</a:t>
            </a:r>
          </a:p>
        </p:txBody>
      </p:sp>
      <p:sp>
        <p:nvSpPr>
          <p:cNvPr id="387" name="Forme libre 386"/>
          <p:cNvSpPr/>
          <p:nvPr/>
        </p:nvSpPr>
        <p:spPr>
          <a:xfrm>
            <a:off x="6634146" y="342900"/>
            <a:ext cx="557229" cy="323849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3" name="Forme libre 392"/>
          <p:cNvSpPr/>
          <p:nvPr/>
        </p:nvSpPr>
        <p:spPr>
          <a:xfrm>
            <a:off x="7810500" y="1295400"/>
            <a:ext cx="504825" cy="2914650"/>
          </a:xfrm>
          <a:custGeom>
            <a:avLst/>
            <a:gdLst>
              <a:gd name="connsiteX0" fmla="*/ 0 w 504825"/>
              <a:gd name="connsiteY0" fmla="*/ 2914650 h 2914650"/>
              <a:gd name="connsiteX1" fmla="*/ 0 w 504825"/>
              <a:gd name="connsiteY1" fmla="*/ 819150 h 2914650"/>
              <a:gd name="connsiteX2" fmla="*/ 504825 w 504825"/>
              <a:gd name="connsiteY2" fmla="*/ 819150 h 2914650"/>
              <a:gd name="connsiteX3" fmla="*/ 504825 w 504825"/>
              <a:gd name="connsiteY3" fmla="*/ 0 h 2914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4825" h="2914650">
                <a:moveTo>
                  <a:pt x="0" y="2914650"/>
                </a:moveTo>
                <a:lnTo>
                  <a:pt x="0" y="819150"/>
                </a:lnTo>
                <a:lnTo>
                  <a:pt x="504825" y="819150"/>
                </a:lnTo>
                <a:lnTo>
                  <a:pt x="504825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97" name="Connecteur droit 396"/>
          <p:cNvCxnSpPr/>
          <p:nvPr/>
        </p:nvCxnSpPr>
        <p:spPr>
          <a:xfrm>
            <a:off x="2357440" y="2395538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8" name="Connecteur droit 397"/>
          <p:cNvCxnSpPr/>
          <p:nvPr/>
        </p:nvCxnSpPr>
        <p:spPr>
          <a:xfrm>
            <a:off x="6815140" y="2386013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" name="Groupe 406"/>
          <p:cNvGrpSpPr/>
          <p:nvPr/>
        </p:nvGrpSpPr>
        <p:grpSpPr>
          <a:xfrm>
            <a:off x="4169566" y="4802985"/>
            <a:ext cx="114300" cy="119063"/>
            <a:chOff x="3340891" y="4221960"/>
            <a:chExt cx="114300" cy="119063"/>
          </a:xfrm>
        </p:grpSpPr>
        <p:cxnSp>
          <p:nvCxnSpPr>
            <p:cNvPr id="401" name="Connecteur droit 400"/>
            <p:cNvCxnSpPr/>
            <p:nvPr/>
          </p:nvCxnSpPr>
          <p:spPr>
            <a:xfrm rot="5400000" flipV="1">
              <a:off x="3398041" y="4174334"/>
              <a:ext cx="0" cy="104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Connecteur droit 401"/>
            <p:cNvCxnSpPr/>
            <p:nvPr/>
          </p:nvCxnSpPr>
          <p:spPr>
            <a:xfrm rot="5400000" flipV="1">
              <a:off x="3398041" y="4288634"/>
              <a:ext cx="0" cy="104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Connecteur droit avec flèche 404"/>
            <p:cNvCxnSpPr/>
            <p:nvPr/>
          </p:nvCxnSpPr>
          <p:spPr>
            <a:xfrm rot="5400000" flipH="1">
              <a:off x="3338509" y="4224342"/>
              <a:ext cx="119063" cy="1143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6" name="Organigramme : Joindre 405"/>
          <p:cNvSpPr/>
          <p:nvPr/>
        </p:nvSpPr>
        <p:spPr>
          <a:xfrm rot="5400000">
            <a:off x="3998143" y="4174348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08" name="Forme libre 407"/>
          <p:cNvSpPr/>
          <p:nvPr/>
        </p:nvSpPr>
        <p:spPr>
          <a:xfrm>
            <a:off x="4229100" y="4914900"/>
            <a:ext cx="4171950" cy="752475"/>
          </a:xfrm>
          <a:custGeom>
            <a:avLst/>
            <a:gdLst>
              <a:gd name="connsiteX0" fmla="*/ 0 w 571500"/>
              <a:gd name="connsiteY0" fmla="*/ 9525 h 409575"/>
              <a:gd name="connsiteX1" fmla="*/ 0 w 571500"/>
              <a:gd name="connsiteY1" fmla="*/ 409575 h 409575"/>
              <a:gd name="connsiteX2" fmla="*/ 571500 w 571500"/>
              <a:gd name="connsiteY2" fmla="*/ 409575 h 409575"/>
              <a:gd name="connsiteX3" fmla="*/ 571500 w 571500"/>
              <a:gd name="connsiteY3" fmla="*/ 0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500" h="409575">
                <a:moveTo>
                  <a:pt x="0" y="9525"/>
                </a:moveTo>
                <a:lnTo>
                  <a:pt x="0" y="409575"/>
                </a:lnTo>
                <a:lnTo>
                  <a:pt x="571500" y="409575"/>
                </a:lnTo>
                <a:lnTo>
                  <a:pt x="571500" y="0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 dirty="0"/>
          </a:p>
        </p:txBody>
      </p:sp>
      <p:cxnSp>
        <p:nvCxnSpPr>
          <p:cNvPr id="413" name="Connecteur droit avec flèche 412"/>
          <p:cNvCxnSpPr>
            <a:stCxn id="393" idx="3"/>
          </p:cNvCxnSpPr>
          <p:nvPr/>
        </p:nvCxnSpPr>
        <p:spPr>
          <a:xfrm>
            <a:off x="8315325" y="1295400"/>
            <a:ext cx="0" cy="47625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Connecteur droit avec flèche 419"/>
          <p:cNvCxnSpPr/>
          <p:nvPr/>
        </p:nvCxnSpPr>
        <p:spPr>
          <a:xfrm flipH="1">
            <a:off x="6829425" y="342900"/>
            <a:ext cx="419100" cy="1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Connecteur droit 421"/>
          <p:cNvCxnSpPr/>
          <p:nvPr/>
        </p:nvCxnSpPr>
        <p:spPr>
          <a:xfrm>
            <a:off x="523875" y="3419475"/>
            <a:ext cx="981075" cy="0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Connecteur droit 422"/>
          <p:cNvCxnSpPr/>
          <p:nvPr/>
        </p:nvCxnSpPr>
        <p:spPr>
          <a:xfrm>
            <a:off x="666750" y="3000375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4" name="Organigramme : Joindre 423"/>
          <p:cNvSpPr/>
          <p:nvPr/>
        </p:nvSpPr>
        <p:spPr>
          <a:xfrm rot="10800000">
            <a:off x="552428" y="2833709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25" name="Organigramme : Joindre 424"/>
          <p:cNvSpPr/>
          <p:nvPr/>
        </p:nvSpPr>
        <p:spPr>
          <a:xfrm rot="10800000">
            <a:off x="1285853" y="2833709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26" name="Organigramme : Joindre 425"/>
          <p:cNvSpPr/>
          <p:nvPr/>
        </p:nvSpPr>
        <p:spPr>
          <a:xfrm rot="10800000">
            <a:off x="914378" y="2833709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427" name="Connecteur droit 426"/>
          <p:cNvCxnSpPr/>
          <p:nvPr/>
        </p:nvCxnSpPr>
        <p:spPr>
          <a:xfrm>
            <a:off x="1019175" y="3000375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Connecteur droit 427"/>
          <p:cNvCxnSpPr/>
          <p:nvPr/>
        </p:nvCxnSpPr>
        <p:spPr>
          <a:xfrm>
            <a:off x="1390650" y="2990850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9" name="Connecteur droit avec flèche 428"/>
          <p:cNvCxnSpPr/>
          <p:nvPr/>
        </p:nvCxnSpPr>
        <p:spPr>
          <a:xfrm flipV="1">
            <a:off x="1019175" y="1866900"/>
            <a:ext cx="0" cy="971551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Connecteur droit 429"/>
          <p:cNvCxnSpPr/>
          <p:nvPr/>
        </p:nvCxnSpPr>
        <p:spPr>
          <a:xfrm flipV="1">
            <a:off x="804864" y="2376488"/>
            <a:ext cx="209549" cy="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1" name="Connecteur droit 430"/>
          <p:cNvCxnSpPr/>
          <p:nvPr/>
        </p:nvCxnSpPr>
        <p:spPr>
          <a:xfrm flipV="1">
            <a:off x="642939" y="2376488"/>
            <a:ext cx="209549" cy="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3" name="Organigramme : Joindre 432"/>
          <p:cNvSpPr/>
          <p:nvPr/>
        </p:nvSpPr>
        <p:spPr>
          <a:xfrm rot="5400000">
            <a:off x="726281" y="2293148"/>
            <a:ext cx="204788" cy="161924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36" name="Rectangle 435"/>
          <p:cNvSpPr/>
          <p:nvPr/>
        </p:nvSpPr>
        <p:spPr>
          <a:xfrm>
            <a:off x="1038225" y="1971675"/>
            <a:ext cx="695326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S303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437" name="Organigramme : Joindre 436"/>
          <p:cNvSpPr/>
          <p:nvPr/>
        </p:nvSpPr>
        <p:spPr>
          <a:xfrm>
            <a:off x="5179242" y="5307822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40" name="Organigramme : Connecteur 439"/>
          <p:cNvSpPr/>
          <p:nvPr/>
        </p:nvSpPr>
        <p:spPr>
          <a:xfrm>
            <a:off x="5081590" y="4962525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sp>
        <p:nvSpPr>
          <p:cNvPr id="442" name="Rectangle 441"/>
          <p:cNvSpPr/>
          <p:nvPr/>
        </p:nvSpPr>
        <p:spPr>
          <a:xfrm>
            <a:off x="5076825" y="4953000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grpSp>
        <p:nvGrpSpPr>
          <p:cNvPr id="5" name="Groupe 466"/>
          <p:cNvGrpSpPr/>
          <p:nvPr/>
        </p:nvGrpSpPr>
        <p:grpSpPr>
          <a:xfrm>
            <a:off x="4250398" y="2804217"/>
            <a:ext cx="637340" cy="623046"/>
            <a:chOff x="192748" y="5356917"/>
            <a:chExt cx="637340" cy="623046"/>
          </a:xfrm>
          <a:solidFill>
            <a:schemeClr val="bg1">
              <a:lumMod val="85000"/>
            </a:schemeClr>
          </a:solidFill>
        </p:grpSpPr>
        <p:sp>
          <p:nvSpPr>
            <p:cNvPr id="451" name="Ellipse 450"/>
            <p:cNvSpPr/>
            <p:nvPr/>
          </p:nvSpPr>
          <p:spPr>
            <a:xfrm>
              <a:off x="340519" y="5495923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52" name="Arc plein 451"/>
            <p:cNvSpPr/>
            <p:nvPr/>
          </p:nvSpPr>
          <p:spPr>
            <a:xfrm rot="17940000">
              <a:off x="518794" y="5668668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453" name="Arc plein 452"/>
            <p:cNvSpPr/>
            <p:nvPr/>
          </p:nvSpPr>
          <p:spPr>
            <a:xfrm rot="6960000">
              <a:off x="193061" y="5356604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Groupe 467"/>
          <p:cNvGrpSpPr/>
          <p:nvPr/>
        </p:nvGrpSpPr>
        <p:grpSpPr>
          <a:xfrm rot="5340000">
            <a:off x="4264768" y="2427980"/>
            <a:ext cx="627649" cy="632570"/>
            <a:chOff x="192748" y="5356917"/>
            <a:chExt cx="627649" cy="632570"/>
          </a:xfrm>
          <a:solidFill>
            <a:schemeClr val="bg1">
              <a:lumMod val="85000"/>
            </a:schemeClr>
          </a:solidFill>
        </p:grpSpPr>
        <p:sp>
          <p:nvSpPr>
            <p:cNvPr id="469" name="Ellipse 468"/>
            <p:cNvSpPr/>
            <p:nvPr/>
          </p:nvSpPr>
          <p:spPr>
            <a:xfrm>
              <a:off x="340519" y="5495923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70" name="Arc plein 469"/>
            <p:cNvSpPr/>
            <p:nvPr/>
          </p:nvSpPr>
          <p:spPr>
            <a:xfrm rot="17940000">
              <a:off x="509103" y="5678192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471" name="Arc plein 470"/>
            <p:cNvSpPr/>
            <p:nvPr/>
          </p:nvSpPr>
          <p:spPr>
            <a:xfrm rot="6960000">
              <a:off x="193061" y="5356604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Groupe 475"/>
          <p:cNvGrpSpPr/>
          <p:nvPr/>
        </p:nvGrpSpPr>
        <p:grpSpPr>
          <a:xfrm rot="-5400000">
            <a:off x="4245636" y="2075555"/>
            <a:ext cx="637340" cy="623046"/>
            <a:chOff x="192748" y="5356917"/>
            <a:chExt cx="637340" cy="623046"/>
          </a:xfrm>
          <a:solidFill>
            <a:schemeClr val="bg1">
              <a:lumMod val="85000"/>
            </a:schemeClr>
          </a:solidFill>
        </p:grpSpPr>
        <p:sp>
          <p:nvSpPr>
            <p:cNvPr id="477" name="Ellipse 476"/>
            <p:cNvSpPr/>
            <p:nvPr/>
          </p:nvSpPr>
          <p:spPr>
            <a:xfrm>
              <a:off x="340519" y="5495924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78" name="Arc plein 477"/>
            <p:cNvSpPr/>
            <p:nvPr/>
          </p:nvSpPr>
          <p:spPr>
            <a:xfrm rot="17940000">
              <a:off x="518794" y="5668668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479" name="Arc plein 478"/>
            <p:cNvSpPr/>
            <p:nvPr/>
          </p:nvSpPr>
          <p:spPr>
            <a:xfrm rot="6960000">
              <a:off x="193061" y="5356604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sp>
        <p:nvSpPr>
          <p:cNvPr id="480" name="Rectangle 479"/>
          <p:cNvSpPr/>
          <p:nvPr/>
        </p:nvSpPr>
        <p:spPr>
          <a:xfrm>
            <a:off x="5438775" y="914400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Event </a:t>
            </a:r>
            <a:endParaRPr lang="fr-FR" sz="1000" dirty="0">
              <a:solidFill>
                <a:schemeClr val="tx1"/>
              </a:solidFill>
            </a:endParaRPr>
          </a:p>
        </p:txBody>
      </p:sp>
      <p:cxnSp>
        <p:nvCxnSpPr>
          <p:cNvPr id="481" name="Connecteur droit avec flèche 480"/>
          <p:cNvCxnSpPr/>
          <p:nvPr/>
        </p:nvCxnSpPr>
        <p:spPr>
          <a:xfrm flipV="1">
            <a:off x="5286374" y="1085850"/>
            <a:ext cx="342901" cy="2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Organigramme : Connecteur 208"/>
          <p:cNvSpPr/>
          <p:nvPr/>
        </p:nvSpPr>
        <p:spPr>
          <a:xfrm>
            <a:off x="7229475" y="279559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10" name="Connecteur droit 209"/>
          <p:cNvCxnSpPr>
            <a:stCxn id="209" idx="6"/>
          </p:cNvCxnSpPr>
          <p:nvPr/>
        </p:nvCxnSpPr>
        <p:spPr>
          <a:xfrm flipV="1">
            <a:off x="7529513" y="2938465"/>
            <a:ext cx="7143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Rectangle 210"/>
          <p:cNvSpPr/>
          <p:nvPr/>
        </p:nvSpPr>
        <p:spPr>
          <a:xfrm>
            <a:off x="7153275" y="277177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TI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266700" y="6181726"/>
            <a:ext cx="1904999" cy="361950"/>
          </a:xfrm>
          <a:prstGeom prst="rect">
            <a:avLst/>
          </a:prstGeom>
          <a:solidFill>
            <a:srgbClr val="FFFF99"/>
          </a:solidFill>
          <a:ln w="6350" cmpd="dbl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 smtClean="0">
                <a:solidFill>
                  <a:schemeClr val="tx1"/>
                </a:solidFill>
              </a:rPr>
              <a:t>PCF AIR INSTRUMENT </a:t>
            </a:r>
          </a:p>
          <a:p>
            <a:pPr algn="ctr"/>
            <a:r>
              <a:rPr lang="fr-FR" sz="1100" b="1" dirty="0" smtClean="0">
                <a:solidFill>
                  <a:schemeClr val="tx1"/>
                </a:solidFill>
              </a:rPr>
              <a:t>7841 901 330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3171825" y="942975"/>
            <a:ext cx="666750" cy="257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FT 612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1" name="Connecteur droit 440"/>
          <p:cNvCxnSpPr/>
          <p:nvPr/>
        </p:nvCxnSpPr>
        <p:spPr>
          <a:xfrm>
            <a:off x="5226878" y="5250672"/>
            <a:ext cx="2347" cy="2452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Connecteur droit 409"/>
          <p:cNvCxnSpPr/>
          <p:nvPr/>
        </p:nvCxnSpPr>
        <p:spPr>
          <a:xfrm flipH="1">
            <a:off x="8401050" y="4124325"/>
            <a:ext cx="9525" cy="685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" name="Forme libre 408"/>
          <p:cNvSpPr/>
          <p:nvPr/>
        </p:nvSpPr>
        <p:spPr>
          <a:xfrm flipH="1">
            <a:off x="3933822" y="4238626"/>
            <a:ext cx="295277" cy="561974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 dirty="0"/>
          </a:p>
        </p:txBody>
      </p:sp>
      <p:sp>
        <p:nvSpPr>
          <p:cNvPr id="22" name="Rectangle à coins arrondis 21"/>
          <p:cNvSpPr/>
          <p:nvPr/>
        </p:nvSpPr>
        <p:spPr>
          <a:xfrm>
            <a:off x="5495925" y="1676401"/>
            <a:ext cx="1209675" cy="2119312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à coins arrondis 35"/>
          <p:cNvSpPr/>
          <p:nvPr/>
        </p:nvSpPr>
        <p:spPr>
          <a:xfrm>
            <a:off x="2466974" y="1676400"/>
            <a:ext cx="1209675" cy="2114550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Forme libre 40"/>
          <p:cNvSpPr/>
          <p:nvPr/>
        </p:nvSpPr>
        <p:spPr>
          <a:xfrm>
            <a:off x="3081338" y="1452563"/>
            <a:ext cx="1328737" cy="923925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Forme libre 41"/>
          <p:cNvSpPr/>
          <p:nvPr/>
        </p:nvSpPr>
        <p:spPr>
          <a:xfrm flipH="1">
            <a:off x="4724400" y="1452547"/>
            <a:ext cx="1366838" cy="923925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Forme libre 42"/>
          <p:cNvSpPr/>
          <p:nvPr/>
        </p:nvSpPr>
        <p:spPr>
          <a:xfrm flipV="1">
            <a:off x="3081322" y="3124199"/>
            <a:ext cx="1328737" cy="885825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Forme libre 43"/>
          <p:cNvSpPr/>
          <p:nvPr/>
        </p:nvSpPr>
        <p:spPr>
          <a:xfrm flipH="1" flipV="1">
            <a:off x="4729163" y="3124199"/>
            <a:ext cx="1362056" cy="885824"/>
          </a:xfrm>
          <a:custGeom>
            <a:avLst/>
            <a:gdLst>
              <a:gd name="connsiteX0" fmla="*/ 0 w 1328737"/>
              <a:gd name="connsiteY0" fmla="*/ 223837 h 923925"/>
              <a:gd name="connsiteX1" fmla="*/ 0 w 1328737"/>
              <a:gd name="connsiteY1" fmla="*/ 0 h 923925"/>
              <a:gd name="connsiteX2" fmla="*/ 1042987 w 1328737"/>
              <a:gd name="connsiteY2" fmla="*/ 0 h 923925"/>
              <a:gd name="connsiteX3" fmla="*/ 1042987 w 1328737"/>
              <a:gd name="connsiteY3" fmla="*/ 923925 h 923925"/>
              <a:gd name="connsiteX4" fmla="*/ 1328737 w 1328737"/>
              <a:gd name="connsiteY4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737" h="923925">
                <a:moveTo>
                  <a:pt x="0" y="223837"/>
                </a:moveTo>
                <a:lnTo>
                  <a:pt x="0" y="0"/>
                </a:lnTo>
                <a:lnTo>
                  <a:pt x="1042987" y="0"/>
                </a:lnTo>
                <a:lnTo>
                  <a:pt x="1042987" y="923925"/>
                </a:lnTo>
                <a:lnTo>
                  <a:pt x="1328737" y="9239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5" name="Forme libre 44"/>
          <p:cNvSpPr/>
          <p:nvPr/>
        </p:nvSpPr>
        <p:spPr>
          <a:xfrm>
            <a:off x="3919538" y="2752725"/>
            <a:ext cx="500062" cy="1228725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Forme libre 45"/>
          <p:cNvSpPr/>
          <p:nvPr/>
        </p:nvSpPr>
        <p:spPr>
          <a:xfrm flipH="1" flipV="1">
            <a:off x="2333624" y="4033838"/>
            <a:ext cx="1595421" cy="419100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7" name="Forme libre 46"/>
          <p:cNvSpPr/>
          <p:nvPr/>
        </p:nvSpPr>
        <p:spPr>
          <a:xfrm flipH="1" flipV="1">
            <a:off x="5191124" y="1476376"/>
            <a:ext cx="95244" cy="1281112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49" name="Connecteur droit 48"/>
          <p:cNvCxnSpPr/>
          <p:nvPr/>
        </p:nvCxnSpPr>
        <p:spPr>
          <a:xfrm>
            <a:off x="4724401" y="2752726"/>
            <a:ext cx="30003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rganigramme : Joindre 49"/>
          <p:cNvSpPr/>
          <p:nvPr/>
        </p:nvSpPr>
        <p:spPr>
          <a:xfrm rot="5400000">
            <a:off x="4993489" y="2659859"/>
            <a:ext cx="204788" cy="180974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55" name="Connecteur droit 54"/>
          <p:cNvCxnSpPr/>
          <p:nvPr/>
        </p:nvCxnSpPr>
        <p:spPr>
          <a:xfrm>
            <a:off x="5286375" y="1081088"/>
            <a:ext cx="9" cy="3381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/>
          <p:nvPr/>
        </p:nvCxnSpPr>
        <p:spPr>
          <a:xfrm>
            <a:off x="2138363" y="4348163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/>
          <p:cNvCxnSpPr/>
          <p:nvPr/>
        </p:nvCxnSpPr>
        <p:spPr>
          <a:xfrm>
            <a:off x="2333630" y="4352910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avec flèche 60"/>
          <p:cNvCxnSpPr/>
          <p:nvPr/>
        </p:nvCxnSpPr>
        <p:spPr>
          <a:xfrm flipV="1">
            <a:off x="2138363" y="4348163"/>
            <a:ext cx="195262" cy="2000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2133600" y="5295901"/>
            <a:ext cx="819150" cy="3429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64" name="Rectangle 63"/>
          <p:cNvSpPr/>
          <p:nvPr/>
        </p:nvSpPr>
        <p:spPr>
          <a:xfrm>
            <a:off x="2947989" y="5438775"/>
            <a:ext cx="576262" cy="5238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63" name="Ellipse 62"/>
          <p:cNvSpPr/>
          <p:nvPr/>
        </p:nvSpPr>
        <p:spPr>
          <a:xfrm>
            <a:off x="3047994" y="5272086"/>
            <a:ext cx="409575" cy="381000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66" name="Connecteur droit 65"/>
          <p:cNvCxnSpPr>
            <a:stCxn id="63" idx="1"/>
            <a:endCxn id="63" idx="4"/>
          </p:cNvCxnSpPr>
          <p:nvPr/>
        </p:nvCxnSpPr>
        <p:spPr>
          <a:xfrm>
            <a:off x="3107975" y="5327882"/>
            <a:ext cx="144807" cy="3252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/>
          <p:cNvCxnSpPr>
            <a:stCxn id="63" idx="7"/>
            <a:endCxn id="63" idx="4"/>
          </p:cNvCxnSpPr>
          <p:nvPr/>
        </p:nvCxnSpPr>
        <p:spPr>
          <a:xfrm flipH="1">
            <a:off x="3252782" y="5327882"/>
            <a:ext cx="144806" cy="3252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69"/>
          <p:cNvCxnSpPr/>
          <p:nvPr/>
        </p:nvCxnSpPr>
        <p:spPr>
          <a:xfrm>
            <a:off x="3252782" y="5172063"/>
            <a:ext cx="6" cy="557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/>
          <p:cNvCxnSpPr/>
          <p:nvPr/>
        </p:nvCxnSpPr>
        <p:spPr>
          <a:xfrm>
            <a:off x="3214688" y="5172075"/>
            <a:ext cx="714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72"/>
          <p:cNvCxnSpPr/>
          <p:nvPr/>
        </p:nvCxnSpPr>
        <p:spPr>
          <a:xfrm>
            <a:off x="3214672" y="5724567"/>
            <a:ext cx="714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Forme libre 73"/>
          <p:cNvSpPr/>
          <p:nvPr/>
        </p:nvSpPr>
        <p:spPr>
          <a:xfrm>
            <a:off x="1524000" y="4448176"/>
            <a:ext cx="614363" cy="1019174"/>
          </a:xfrm>
          <a:custGeom>
            <a:avLst/>
            <a:gdLst>
              <a:gd name="connsiteX0" fmla="*/ 614363 w 614363"/>
              <a:gd name="connsiteY0" fmla="*/ 0 h 923925"/>
              <a:gd name="connsiteX1" fmla="*/ 0 w 614363"/>
              <a:gd name="connsiteY1" fmla="*/ 0 h 923925"/>
              <a:gd name="connsiteX2" fmla="*/ 0 w 614363"/>
              <a:gd name="connsiteY2" fmla="*/ 923925 h 923925"/>
              <a:gd name="connsiteX3" fmla="*/ 461963 w 614363"/>
              <a:gd name="connsiteY3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4363" h="923925">
                <a:moveTo>
                  <a:pt x="614363" y="0"/>
                </a:moveTo>
                <a:lnTo>
                  <a:pt x="0" y="0"/>
                </a:lnTo>
                <a:lnTo>
                  <a:pt x="0" y="923925"/>
                </a:lnTo>
                <a:lnTo>
                  <a:pt x="461963" y="923925"/>
                </a:lnTo>
              </a:path>
            </a:pathLst>
          </a:cu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6" name="Connecteur droit 75"/>
          <p:cNvCxnSpPr>
            <a:endCxn id="62" idx="1"/>
          </p:cNvCxnSpPr>
          <p:nvPr/>
        </p:nvCxnSpPr>
        <p:spPr>
          <a:xfrm>
            <a:off x="2043113" y="5467350"/>
            <a:ext cx="90487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/>
          <p:cNvCxnSpPr/>
          <p:nvPr/>
        </p:nvCxnSpPr>
        <p:spPr>
          <a:xfrm>
            <a:off x="1990726" y="5410200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1"/>
          <p:cNvCxnSpPr/>
          <p:nvPr/>
        </p:nvCxnSpPr>
        <p:spPr>
          <a:xfrm>
            <a:off x="2047866" y="5410184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Forme libre 82"/>
          <p:cNvSpPr/>
          <p:nvPr/>
        </p:nvSpPr>
        <p:spPr>
          <a:xfrm>
            <a:off x="2814638" y="5629275"/>
            <a:ext cx="785811" cy="628650"/>
          </a:xfrm>
          <a:custGeom>
            <a:avLst/>
            <a:gdLst>
              <a:gd name="connsiteX0" fmla="*/ 0 w 628650"/>
              <a:gd name="connsiteY0" fmla="*/ 0 h 528637"/>
              <a:gd name="connsiteX1" fmla="*/ 0 w 628650"/>
              <a:gd name="connsiteY1" fmla="*/ 528637 h 528637"/>
              <a:gd name="connsiteX2" fmla="*/ 628650 w 628650"/>
              <a:gd name="connsiteY2" fmla="*/ 528637 h 528637"/>
              <a:gd name="connsiteX3" fmla="*/ 628650 w 628650"/>
              <a:gd name="connsiteY3" fmla="*/ 528637 h 528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8650" h="528637">
                <a:moveTo>
                  <a:pt x="0" y="0"/>
                </a:moveTo>
                <a:lnTo>
                  <a:pt x="0" y="528637"/>
                </a:lnTo>
                <a:lnTo>
                  <a:pt x="628650" y="528637"/>
                </a:lnTo>
                <a:lnTo>
                  <a:pt x="628650" y="528637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7" name="Organigramme : Joindre 86"/>
          <p:cNvSpPr/>
          <p:nvPr/>
        </p:nvSpPr>
        <p:spPr>
          <a:xfrm rot="5400000">
            <a:off x="3564731" y="6169823"/>
            <a:ext cx="204788" cy="161924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88" name="Organigramme : Joindre 87"/>
          <p:cNvSpPr/>
          <p:nvPr/>
        </p:nvSpPr>
        <p:spPr>
          <a:xfrm rot="5400000">
            <a:off x="3943367" y="6176966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89" name="Connecteur droit 88"/>
          <p:cNvCxnSpPr/>
          <p:nvPr/>
        </p:nvCxnSpPr>
        <p:spPr>
          <a:xfrm flipV="1">
            <a:off x="3748089" y="6253163"/>
            <a:ext cx="209549" cy="2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à coins arrondis 93"/>
          <p:cNvSpPr/>
          <p:nvPr/>
        </p:nvSpPr>
        <p:spPr>
          <a:xfrm>
            <a:off x="3581401" y="5957888"/>
            <a:ext cx="161925" cy="123825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96" name="Connecteur droit 95"/>
          <p:cNvCxnSpPr>
            <a:endCxn id="94" idx="2"/>
          </p:cNvCxnSpPr>
          <p:nvPr/>
        </p:nvCxnSpPr>
        <p:spPr>
          <a:xfrm flipH="1" flipV="1">
            <a:off x="3662364" y="6081713"/>
            <a:ext cx="2397" cy="173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eur droit 97"/>
          <p:cNvCxnSpPr/>
          <p:nvPr/>
        </p:nvCxnSpPr>
        <p:spPr>
          <a:xfrm>
            <a:off x="4133850" y="6257925"/>
            <a:ext cx="600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Forme libre 100"/>
          <p:cNvSpPr/>
          <p:nvPr/>
        </p:nvSpPr>
        <p:spPr>
          <a:xfrm>
            <a:off x="2205038" y="5895977"/>
            <a:ext cx="138112" cy="80962"/>
          </a:xfrm>
          <a:custGeom>
            <a:avLst/>
            <a:gdLst>
              <a:gd name="connsiteX0" fmla="*/ 0 w 138112"/>
              <a:gd name="connsiteY0" fmla="*/ 0 h 80962"/>
              <a:gd name="connsiteX1" fmla="*/ 61912 w 138112"/>
              <a:gd name="connsiteY1" fmla="*/ 80962 h 80962"/>
              <a:gd name="connsiteX2" fmla="*/ 138112 w 138112"/>
              <a:gd name="connsiteY2" fmla="*/ 9525 h 8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112" h="80962">
                <a:moveTo>
                  <a:pt x="0" y="0"/>
                </a:moveTo>
                <a:lnTo>
                  <a:pt x="61912" y="80962"/>
                </a:lnTo>
                <a:lnTo>
                  <a:pt x="138112" y="9525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03" name="Connecteur droit 102"/>
          <p:cNvCxnSpPr/>
          <p:nvPr/>
        </p:nvCxnSpPr>
        <p:spPr>
          <a:xfrm>
            <a:off x="2266950" y="5986464"/>
            <a:ext cx="0" cy="1381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eur droit 105"/>
          <p:cNvCxnSpPr/>
          <p:nvPr/>
        </p:nvCxnSpPr>
        <p:spPr>
          <a:xfrm flipH="1">
            <a:off x="2262188" y="5638800"/>
            <a:ext cx="4762" cy="2714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/>
          <p:cNvSpPr/>
          <p:nvPr/>
        </p:nvSpPr>
        <p:spPr>
          <a:xfrm>
            <a:off x="2395544" y="2462213"/>
            <a:ext cx="71438" cy="414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13" name="Connecteur droit 112"/>
          <p:cNvCxnSpPr/>
          <p:nvPr/>
        </p:nvCxnSpPr>
        <p:spPr>
          <a:xfrm>
            <a:off x="2395540" y="2395538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4" name="Rectangle 113"/>
          <p:cNvSpPr/>
          <p:nvPr/>
        </p:nvSpPr>
        <p:spPr>
          <a:xfrm>
            <a:off x="6705619" y="2457451"/>
            <a:ext cx="71438" cy="414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15" name="Connecteur droit 114"/>
          <p:cNvCxnSpPr/>
          <p:nvPr/>
        </p:nvCxnSpPr>
        <p:spPr>
          <a:xfrm>
            <a:off x="6777060" y="2390776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Connecteur droit 116"/>
          <p:cNvCxnSpPr/>
          <p:nvPr/>
        </p:nvCxnSpPr>
        <p:spPr>
          <a:xfrm>
            <a:off x="2676536" y="1485905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eur droit 117"/>
          <p:cNvCxnSpPr/>
          <p:nvPr/>
        </p:nvCxnSpPr>
        <p:spPr>
          <a:xfrm>
            <a:off x="2676520" y="1528756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eur droit 119"/>
          <p:cNvCxnSpPr/>
          <p:nvPr/>
        </p:nvCxnSpPr>
        <p:spPr>
          <a:xfrm>
            <a:off x="2738448" y="1528767"/>
            <a:ext cx="0" cy="1381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eur droit 120"/>
          <p:cNvCxnSpPr/>
          <p:nvPr/>
        </p:nvCxnSpPr>
        <p:spPr>
          <a:xfrm>
            <a:off x="6357948" y="1495431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eur droit 121"/>
          <p:cNvCxnSpPr/>
          <p:nvPr/>
        </p:nvCxnSpPr>
        <p:spPr>
          <a:xfrm>
            <a:off x="6367457" y="1538282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eur droit 122"/>
          <p:cNvCxnSpPr/>
          <p:nvPr/>
        </p:nvCxnSpPr>
        <p:spPr>
          <a:xfrm>
            <a:off x="6429385" y="1538293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Forme libre 127"/>
          <p:cNvSpPr/>
          <p:nvPr/>
        </p:nvSpPr>
        <p:spPr>
          <a:xfrm flipV="1">
            <a:off x="4576746" y="4619624"/>
            <a:ext cx="852504" cy="219075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9" name="Organigramme : Délai 128"/>
          <p:cNvSpPr/>
          <p:nvPr/>
        </p:nvSpPr>
        <p:spPr>
          <a:xfrm rot="5400000">
            <a:off x="5417343" y="4798240"/>
            <a:ext cx="433388" cy="390524"/>
          </a:xfrm>
          <a:prstGeom prst="flowChartDelay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31" name="Connecteur droit 130"/>
          <p:cNvCxnSpPr/>
          <p:nvPr/>
        </p:nvCxnSpPr>
        <p:spPr>
          <a:xfrm>
            <a:off x="5424488" y="4743471"/>
            <a:ext cx="414337" cy="0"/>
          </a:xfrm>
          <a:prstGeom prst="lin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0" name="Connecteur droit 139"/>
          <p:cNvCxnSpPr/>
          <p:nvPr/>
        </p:nvCxnSpPr>
        <p:spPr>
          <a:xfrm>
            <a:off x="5819775" y="4838700"/>
            <a:ext cx="2000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eur droit 148"/>
          <p:cNvCxnSpPr/>
          <p:nvPr/>
        </p:nvCxnSpPr>
        <p:spPr>
          <a:xfrm flipH="1">
            <a:off x="8410575" y="3686175"/>
            <a:ext cx="9526" cy="5143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Forme libre 149"/>
          <p:cNvSpPr/>
          <p:nvPr/>
        </p:nvSpPr>
        <p:spPr>
          <a:xfrm>
            <a:off x="6162675" y="3409951"/>
            <a:ext cx="1457326" cy="1428750"/>
          </a:xfrm>
          <a:custGeom>
            <a:avLst/>
            <a:gdLst>
              <a:gd name="connsiteX0" fmla="*/ 0 w 1462088"/>
              <a:gd name="connsiteY0" fmla="*/ 1428750 h 1428750"/>
              <a:gd name="connsiteX1" fmla="*/ 1462088 w 1462088"/>
              <a:gd name="connsiteY1" fmla="*/ 1428750 h 1428750"/>
              <a:gd name="connsiteX2" fmla="*/ 1462088 w 1462088"/>
              <a:gd name="connsiteY2" fmla="*/ 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62088" h="1428750">
                <a:moveTo>
                  <a:pt x="0" y="1428750"/>
                </a:moveTo>
                <a:lnTo>
                  <a:pt x="1462088" y="1428750"/>
                </a:lnTo>
                <a:lnTo>
                  <a:pt x="1462088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7" name="Connecteur droit 156"/>
          <p:cNvCxnSpPr/>
          <p:nvPr/>
        </p:nvCxnSpPr>
        <p:spPr>
          <a:xfrm>
            <a:off x="7620000" y="4210050"/>
            <a:ext cx="8001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Forme libre 159"/>
          <p:cNvSpPr/>
          <p:nvPr/>
        </p:nvSpPr>
        <p:spPr>
          <a:xfrm>
            <a:off x="5010150" y="5214938"/>
            <a:ext cx="623888" cy="271462"/>
          </a:xfrm>
          <a:custGeom>
            <a:avLst/>
            <a:gdLst>
              <a:gd name="connsiteX0" fmla="*/ 242888 w 242888"/>
              <a:gd name="connsiteY0" fmla="*/ 0 h 119062"/>
              <a:gd name="connsiteX1" fmla="*/ 242888 w 242888"/>
              <a:gd name="connsiteY1" fmla="*/ 119062 h 119062"/>
              <a:gd name="connsiteX2" fmla="*/ 0 w 242888"/>
              <a:gd name="connsiteY2" fmla="*/ 119062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88" h="119062">
                <a:moveTo>
                  <a:pt x="242888" y="0"/>
                </a:moveTo>
                <a:lnTo>
                  <a:pt x="242888" y="119062"/>
                </a:lnTo>
                <a:lnTo>
                  <a:pt x="0" y="119062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1" name="Organigramme : Joindre 160"/>
          <p:cNvSpPr/>
          <p:nvPr/>
        </p:nvSpPr>
        <p:spPr>
          <a:xfrm rot="5400000">
            <a:off x="4922067" y="5441173"/>
            <a:ext cx="95271" cy="100029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62" name="Organigramme : Joindre 161"/>
          <p:cNvSpPr/>
          <p:nvPr/>
        </p:nvSpPr>
        <p:spPr>
          <a:xfrm rot="10800000">
            <a:off x="7505678" y="3243284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64" name="Connecteur droit 163"/>
          <p:cNvCxnSpPr/>
          <p:nvPr/>
        </p:nvCxnSpPr>
        <p:spPr>
          <a:xfrm>
            <a:off x="7615199" y="676275"/>
            <a:ext cx="17" cy="25765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eur droit avec flèche 165"/>
          <p:cNvCxnSpPr/>
          <p:nvPr/>
        </p:nvCxnSpPr>
        <p:spPr>
          <a:xfrm flipH="1">
            <a:off x="5610227" y="666750"/>
            <a:ext cx="2009773" cy="1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à coins arrondis 172"/>
          <p:cNvSpPr/>
          <p:nvPr/>
        </p:nvSpPr>
        <p:spPr>
          <a:xfrm>
            <a:off x="5014914" y="2462213"/>
            <a:ext cx="161925" cy="123825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75" name="Connecteur droit 174"/>
          <p:cNvCxnSpPr/>
          <p:nvPr/>
        </p:nvCxnSpPr>
        <p:spPr>
          <a:xfrm>
            <a:off x="5095876" y="2586037"/>
            <a:ext cx="0" cy="16668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Forme libre 176"/>
          <p:cNvSpPr/>
          <p:nvPr/>
        </p:nvSpPr>
        <p:spPr>
          <a:xfrm>
            <a:off x="6710363" y="1857375"/>
            <a:ext cx="523875" cy="247650"/>
          </a:xfrm>
          <a:custGeom>
            <a:avLst/>
            <a:gdLst>
              <a:gd name="connsiteX0" fmla="*/ 0 w 357187"/>
              <a:gd name="connsiteY0" fmla="*/ 247650 h 247650"/>
              <a:gd name="connsiteX1" fmla="*/ 357187 w 357187"/>
              <a:gd name="connsiteY1" fmla="*/ 247650 h 247650"/>
              <a:gd name="connsiteX2" fmla="*/ 357187 w 35718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187" h="247650">
                <a:moveTo>
                  <a:pt x="0" y="247650"/>
                </a:moveTo>
                <a:lnTo>
                  <a:pt x="357187" y="247650"/>
                </a:lnTo>
                <a:lnTo>
                  <a:pt x="357187" y="0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8" name="Triangle isocèle 177"/>
          <p:cNvSpPr/>
          <p:nvPr/>
        </p:nvSpPr>
        <p:spPr>
          <a:xfrm>
            <a:off x="7191378" y="1724027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79" name="Triangle isocèle 178"/>
          <p:cNvSpPr/>
          <p:nvPr/>
        </p:nvSpPr>
        <p:spPr>
          <a:xfrm rot="5400000" flipV="1">
            <a:off x="7259568" y="1647964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0" name="Forme libre 179"/>
          <p:cNvSpPr/>
          <p:nvPr/>
        </p:nvSpPr>
        <p:spPr>
          <a:xfrm>
            <a:off x="7172325" y="1504950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2" name="Triangle isocèle 181"/>
          <p:cNvSpPr/>
          <p:nvPr/>
        </p:nvSpPr>
        <p:spPr>
          <a:xfrm>
            <a:off x="1828780" y="1771651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83" name="Triangle isocèle 182"/>
          <p:cNvSpPr/>
          <p:nvPr/>
        </p:nvSpPr>
        <p:spPr>
          <a:xfrm rot="16200000" flipH="1" flipV="1">
            <a:off x="1773145" y="1695588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4" name="Forme libre 183"/>
          <p:cNvSpPr/>
          <p:nvPr/>
        </p:nvSpPr>
        <p:spPr>
          <a:xfrm>
            <a:off x="1809727" y="1552574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5" name="Bouée 184"/>
          <p:cNvSpPr/>
          <p:nvPr/>
        </p:nvSpPr>
        <p:spPr>
          <a:xfrm>
            <a:off x="1623990" y="1123951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86" name="Forme libre 185"/>
          <p:cNvSpPr/>
          <p:nvPr/>
        </p:nvSpPr>
        <p:spPr>
          <a:xfrm flipH="1">
            <a:off x="1866901" y="1885949"/>
            <a:ext cx="590550" cy="247650"/>
          </a:xfrm>
          <a:custGeom>
            <a:avLst/>
            <a:gdLst>
              <a:gd name="connsiteX0" fmla="*/ 0 w 357187"/>
              <a:gd name="connsiteY0" fmla="*/ 247650 h 247650"/>
              <a:gd name="connsiteX1" fmla="*/ 357187 w 357187"/>
              <a:gd name="connsiteY1" fmla="*/ 247650 h 247650"/>
              <a:gd name="connsiteX2" fmla="*/ 357187 w 35718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187" h="247650">
                <a:moveTo>
                  <a:pt x="0" y="247650"/>
                </a:moveTo>
                <a:lnTo>
                  <a:pt x="357187" y="247650"/>
                </a:lnTo>
                <a:lnTo>
                  <a:pt x="357187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0" name="Organigramme : Connecteur 189"/>
          <p:cNvSpPr/>
          <p:nvPr/>
        </p:nvSpPr>
        <p:spPr>
          <a:xfrm>
            <a:off x="6715127" y="1504950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1" name="Connecteur droit 190"/>
          <p:cNvCxnSpPr/>
          <p:nvPr/>
        </p:nvCxnSpPr>
        <p:spPr>
          <a:xfrm>
            <a:off x="6867535" y="1795463"/>
            <a:ext cx="1" cy="3143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Organigramme : Connecteur 191"/>
          <p:cNvSpPr/>
          <p:nvPr/>
        </p:nvSpPr>
        <p:spPr>
          <a:xfrm>
            <a:off x="2905125" y="18097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3" name="Connecteur droit 192"/>
          <p:cNvCxnSpPr/>
          <p:nvPr/>
        </p:nvCxnSpPr>
        <p:spPr>
          <a:xfrm>
            <a:off x="3067051" y="2095501"/>
            <a:ext cx="0" cy="142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Organigramme : Connecteur 197"/>
          <p:cNvSpPr/>
          <p:nvPr/>
        </p:nvSpPr>
        <p:spPr>
          <a:xfrm>
            <a:off x="4200525" y="35623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9" name="Connecteur droit 198"/>
          <p:cNvCxnSpPr/>
          <p:nvPr/>
        </p:nvCxnSpPr>
        <p:spPr>
          <a:xfrm flipH="1" flipV="1">
            <a:off x="4114800" y="3705225"/>
            <a:ext cx="95250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Organigramme : Connecteur 199"/>
          <p:cNvSpPr/>
          <p:nvPr/>
        </p:nvSpPr>
        <p:spPr>
          <a:xfrm>
            <a:off x="4648200" y="355759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01" name="Connecteur droit 200"/>
          <p:cNvCxnSpPr>
            <a:stCxn id="200" idx="6"/>
          </p:cNvCxnSpPr>
          <p:nvPr/>
        </p:nvCxnSpPr>
        <p:spPr>
          <a:xfrm flipV="1">
            <a:off x="4948238" y="3700465"/>
            <a:ext cx="7143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Organigramme : Connecteur 201"/>
          <p:cNvSpPr/>
          <p:nvPr/>
        </p:nvSpPr>
        <p:spPr>
          <a:xfrm>
            <a:off x="5948362" y="180975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03" name="Connecteur droit 202"/>
          <p:cNvCxnSpPr/>
          <p:nvPr/>
        </p:nvCxnSpPr>
        <p:spPr>
          <a:xfrm>
            <a:off x="6110288" y="2095501"/>
            <a:ext cx="0" cy="142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Organigramme : Joindre 214"/>
          <p:cNvSpPr/>
          <p:nvPr/>
        </p:nvSpPr>
        <p:spPr>
          <a:xfrm>
            <a:off x="5579292" y="4545822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23" name="Connecteur droit 222"/>
          <p:cNvCxnSpPr/>
          <p:nvPr/>
        </p:nvCxnSpPr>
        <p:spPr>
          <a:xfrm>
            <a:off x="5629275" y="4424363"/>
            <a:ext cx="0" cy="1047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necteur droit 223"/>
          <p:cNvCxnSpPr/>
          <p:nvPr/>
        </p:nvCxnSpPr>
        <p:spPr>
          <a:xfrm>
            <a:off x="5629276" y="4638674"/>
            <a:ext cx="0" cy="1047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Organigramme : Joindre 224"/>
          <p:cNvSpPr/>
          <p:nvPr/>
        </p:nvSpPr>
        <p:spPr>
          <a:xfrm>
            <a:off x="6817541" y="1878822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27" name="Organigramme : Connecteur 226"/>
          <p:cNvSpPr/>
          <p:nvPr/>
        </p:nvSpPr>
        <p:spPr>
          <a:xfrm>
            <a:off x="2124078" y="1528762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28" name="Connecteur droit 227"/>
          <p:cNvCxnSpPr/>
          <p:nvPr/>
        </p:nvCxnSpPr>
        <p:spPr>
          <a:xfrm>
            <a:off x="2276486" y="1819275"/>
            <a:ext cx="1" cy="3143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Organigramme : Joindre 228"/>
          <p:cNvSpPr/>
          <p:nvPr/>
        </p:nvSpPr>
        <p:spPr>
          <a:xfrm>
            <a:off x="2226492" y="1902634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30" name="Organigramme : Connecteur 229"/>
          <p:cNvSpPr/>
          <p:nvPr/>
        </p:nvSpPr>
        <p:spPr>
          <a:xfrm>
            <a:off x="1633540" y="4867275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31" name="Connecteur droit 230"/>
          <p:cNvCxnSpPr/>
          <p:nvPr/>
        </p:nvCxnSpPr>
        <p:spPr>
          <a:xfrm>
            <a:off x="1785948" y="5157788"/>
            <a:ext cx="1" cy="3143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onnecteur droit 232"/>
          <p:cNvCxnSpPr/>
          <p:nvPr/>
        </p:nvCxnSpPr>
        <p:spPr>
          <a:xfrm>
            <a:off x="4467225" y="4605338"/>
            <a:ext cx="219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cteur droit 233"/>
          <p:cNvCxnSpPr/>
          <p:nvPr/>
        </p:nvCxnSpPr>
        <p:spPr>
          <a:xfrm>
            <a:off x="4576762" y="3290883"/>
            <a:ext cx="6" cy="110964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Connecteur droit avec flèche 234"/>
          <p:cNvCxnSpPr/>
          <p:nvPr/>
        </p:nvCxnSpPr>
        <p:spPr>
          <a:xfrm>
            <a:off x="4471988" y="4405312"/>
            <a:ext cx="228600" cy="2000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Connecteur droit 237"/>
          <p:cNvCxnSpPr/>
          <p:nvPr/>
        </p:nvCxnSpPr>
        <p:spPr>
          <a:xfrm>
            <a:off x="4467226" y="4405312"/>
            <a:ext cx="219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Connecteur droit avec flèche 252"/>
          <p:cNvCxnSpPr/>
          <p:nvPr/>
        </p:nvCxnSpPr>
        <p:spPr>
          <a:xfrm flipV="1">
            <a:off x="1390650" y="2305050"/>
            <a:ext cx="0" cy="542926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onnecteur droit 258"/>
          <p:cNvCxnSpPr/>
          <p:nvPr/>
        </p:nvCxnSpPr>
        <p:spPr>
          <a:xfrm>
            <a:off x="1019175" y="3409950"/>
            <a:ext cx="0" cy="5238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Rectangle 259"/>
          <p:cNvSpPr/>
          <p:nvPr/>
        </p:nvSpPr>
        <p:spPr>
          <a:xfrm>
            <a:off x="2657475" y="25241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S302A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61" name="Rectangle 260"/>
          <p:cNvSpPr/>
          <p:nvPr/>
        </p:nvSpPr>
        <p:spPr>
          <a:xfrm>
            <a:off x="5695950" y="25241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S302B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62" name="Rectangle 261"/>
          <p:cNvSpPr/>
          <p:nvPr/>
        </p:nvSpPr>
        <p:spPr>
          <a:xfrm>
            <a:off x="2143125" y="53054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Réchauffeur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3" name="Rectangle 262"/>
          <p:cNvSpPr/>
          <p:nvPr/>
        </p:nvSpPr>
        <p:spPr>
          <a:xfrm>
            <a:off x="609600" y="3933825"/>
            <a:ext cx="819150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Sortie F301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4" name="Rectangle 263"/>
          <p:cNvSpPr/>
          <p:nvPr/>
        </p:nvSpPr>
        <p:spPr>
          <a:xfrm>
            <a:off x="676275" y="1562100"/>
            <a:ext cx="695326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S302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5" name="Rectangle 264"/>
          <p:cNvSpPr/>
          <p:nvPr/>
        </p:nvSpPr>
        <p:spPr>
          <a:xfrm>
            <a:off x="4914900" y="428625"/>
            <a:ext cx="866775" cy="4095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Réseau usine 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6" name="Rectangle 265"/>
          <p:cNvSpPr/>
          <p:nvPr/>
        </p:nvSpPr>
        <p:spPr>
          <a:xfrm>
            <a:off x="4248150" y="5924550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Vapeur 25B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7" name="Rectangle 266"/>
          <p:cNvSpPr/>
          <p:nvPr/>
        </p:nvSpPr>
        <p:spPr>
          <a:xfrm>
            <a:off x="2847975" y="490537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Soufflante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8" name="Rectangle 267"/>
          <p:cNvSpPr/>
          <p:nvPr/>
        </p:nvSpPr>
        <p:spPr>
          <a:xfrm>
            <a:off x="5400675" y="4800600"/>
            <a:ext cx="4762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 smtClean="0">
                <a:solidFill>
                  <a:schemeClr val="tx1"/>
                </a:solidFill>
              </a:rPr>
              <a:t>X 302</a:t>
            </a:r>
            <a:endParaRPr lang="fr-FR" sz="1200" b="1" dirty="0">
              <a:solidFill>
                <a:schemeClr val="tx1"/>
              </a:solidFill>
            </a:endParaRPr>
          </a:p>
        </p:txBody>
      </p:sp>
      <p:sp>
        <p:nvSpPr>
          <p:cNvPr id="269" name="Rectangle 268"/>
          <p:cNvSpPr/>
          <p:nvPr/>
        </p:nvSpPr>
        <p:spPr>
          <a:xfrm>
            <a:off x="1600199" y="1162050"/>
            <a:ext cx="4953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3006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0" name="Rectangle 269"/>
          <p:cNvSpPr/>
          <p:nvPr/>
        </p:nvSpPr>
        <p:spPr>
          <a:xfrm>
            <a:off x="6981824" y="1133475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3005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71" name="Bouée 270"/>
          <p:cNvSpPr/>
          <p:nvPr/>
        </p:nvSpPr>
        <p:spPr>
          <a:xfrm>
            <a:off x="6996090" y="1085851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77" name="Rectangle 276"/>
          <p:cNvSpPr/>
          <p:nvPr/>
        </p:nvSpPr>
        <p:spPr>
          <a:xfrm>
            <a:off x="2105025" y="1514475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8" name="Rectangle 277"/>
          <p:cNvSpPr/>
          <p:nvPr/>
        </p:nvSpPr>
        <p:spPr>
          <a:xfrm>
            <a:off x="6696075" y="1485900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9" name="Rectangle 278"/>
          <p:cNvSpPr/>
          <p:nvPr/>
        </p:nvSpPr>
        <p:spPr>
          <a:xfrm>
            <a:off x="1619250" y="4848225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80" name="Rectangle 279"/>
          <p:cNvSpPr/>
          <p:nvPr/>
        </p:nvSpPr>
        <p:spPr>
          <a:xfrm>
            <a:off x="6638925" y="3867150"/>
            <a:ext cx="80962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Hygromètre AR302</a:t>
            </a:r>
          </a:p>
        </p:txBody>
      </p:sp>
      <p:sp>
        <p:nvSpPr>
          <p:cNvPr id="282" name="Forme libre 281"/>
          <p:cNvSpPr/>
          <p:nvPr/>
        </p:nvSpPr>
        <p:spPr>
          <a:xfrm>
            <a:off x="5629275" y="4200525"/>
            <a:ext cx="1457325" cy="219075"/>
          </a:xfrm>
          <a:custGeom>
            <a:avLst/>
            <a:gdLst>
              <a:gd name="connsiteX0" fmla="*/ 0 w 923925"/>
              <a:gd name="connsiteY0" fmla="*/ 457200 h 457200"/>
              <a:gd name="connsiteX1" fmla="*/ 923925 w 923925"/>
              <a:gd name="connsiteY1" fmla="*/ 457200 h 457200"/>
              <a:gd name="connsiteX2" fmla="*/ 923925 w 923925"/>
              <a:gd name="connsiteY2" fmla="*/ 0 h 457200"/>
              <a:gd name="connsiteX3" fmla="*/ 923925 w 923925"/>
              <a:gd name="connsiteY3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3925" h="457200">
                <a:moveTo>
                  <a:pt x="0" y="457200"/>
                </a:moveTo>
                <a:lnTo>
                  <a:pt x="923925" y="457200"/>
                </a:lnTo>
                <a:lnTo>
                  <a:pt x="923925" y="0"/>
                </a:lnTo>
                <a:lnTo>
                  <a:pt x="923925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9" name="Forme libre 298"/>
          <p:cNvSpPr/>
          <p:nvPr/>
        </p:nvSpPr>
        <p:spPr>
          <a:xfrm>
            <a:off x="657225" y="657224"/>
            <a:ext cx="2809875" cy="2190751"/>
          </a:xfrm>
          <a:custGeom>
            <a:avLst/>
            <a:gdLst>
              <a:gd name="connsiteX0" fmla="*/ 0 w 2514600"/>
              <a:gd name="connsiteY0" fmla="*/ 914400 h 914400"/>
              <a:gd name="connsiteX1" fmla="*/ 0 w 2514600"/>
              <a:gd name="connsiteY1" fmla="*/ 0 h 914400"/>
              <a:gd name="connsiteX2" fmla="*/ 2514600 w 25146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0" h="914400">
                <a:moveTo>
                  <a:pt x="0" y="914400"/>
                </a:moveTo>
                <a:lnTo>
                  <a:pt x="0" y="0"/>
                </a:lnTo>
                <a:lnTo>
                  <a:pt x="25146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0" name="Forme libre 299"/>
          <p:cNvSpPr/>
          <p:nvPr/>
        </p:nvSpPr>
        <p:spPr>
          <a:xfrm flipH="1">
            <a:off x="3533775" y="657225"/>
            <a:ext cx="1038225" cy="1552576"/>
          </a:xfrm>
          <a:custGeom>
            <a:avLst/>
            <a:gdLst>
              <a:gd name="connsiteX0" fmla="*/ 0 w 2514600"/>
              <a:gd name="connsiteY0" fmla="*/ 914400 h 914400"/>
              <a:gd name="connsiteX1" fmla="*/ 0 w 2514600"/>
              <a:gd name="connsiteY1" fmla="*/ 0 h 914400"/>
              <a:gd name="connsiteX2" fmla="*/ 2514600 w 25146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0" h="914400">
                <a:moveTo>
                  <a:pt x="0" y="914400"/>
                </a:moveTo>
                <a:lnTo>
                  <a:pt x="0" y="0"/>
                </a:lnTo>
                <a:lnTo>
                  <a:pt x="25146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01" name="Connecteur droit 300"/>
          <p:cNvCxnSpPr/>
          <p:nvPr/>
        </p:nvCxnSpPr>
        <p:spPr>
          <a:xfrm>
            <a:off x="3467101" y="600075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Connecteur droit 301"/>
          <p:cNvCxnSpPr/>
          <p:nvPr/>
        </p:nvCxnSpPr>
        <p:spPr>
          <a:xfrm>
            <a:off x="3524241" y="600059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Organigramme : Connecteur 304"/>
          <p:cNvSpPr/>
          <p:nvPr/>
        </p:nvSpPr>
        <p:spPr>
          <a:xfrm>
            <a:off x="3305175" y="881061"/>
            <a:ext cx="395291" cy="404813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306" name="Connecteur droit 305"/>
          <p:cNvCxnSpPr/>
          <p:nvPr/>
        </p:nvCxnSpPr>
        <p:spPr>
          <a:xfrm>
            <a:off x="3495686" y="561975"/>
            <a:ext cx="1" cy="3143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Connecteur droit 314"/>
          <p:cNvCxnSpPr/>
          <p:nvPr/>
        </p:nvCxnSpPr>
        <p:spPr>
          <a:xfrm>
            <a:off x="2686061" y="3924305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Connecteur droit 316"/>
          <p:cNvCxnSpPr/>
          <p:nvPr/>
        </p:nvCxnSpPr>
        <p:spPr>
          <a:xfrm>
            <a:off x="2747973" y="3776667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Organigramme : Joindre 317"/>
          <p:cNvSpPr/>
          <p:nvPr/>
        </p:nvSpPr>
        <p:spPr>
          <a:xfrm>
            <a:off x="2695575" y="3945747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19" name="Connecteur droit 318"/>
          <p:cNvCxnSpPr/>
          <p:nvPr/>
        </p:nvCxnSpPr>
        <p:spPr>
          <a:xfrm>
            <a:off x="6381761" y="3952880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Connecteur droit 319"/>
          <p:cNvCxnSpPr/>
          <p:nvPr/>
        </p:nvCxnSpPr>
        <p:spPr>
          <a:xfrm>
            <a:off x="6443673" y="3805242"/>
            <a:ext cx="0" cy="138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Organigramme : Joindre 320"/>
          <p:cNvSpPr/>
          <p:nvPr/>
        </p:nvSpPr>
        <p:spPr>
          <a:xfrm>
            <a:off x="6391275" y="3974322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22" name="Rectangle 321"/>
          <p:cNvSpPr/>
          <p:nvPr/>
        </p:nvSpPr>
        <p:spPr>
          <a:xfrm>
            <a:off x="3495675" y="5305425"/>
            <a:ext cx="438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smtClean="0">
                <a:solidFill>
                  <a:schemeClr val="tx1"/>
                </a:solidFill>
              </a:rPr>
              <a:t>AIR</a:t>
            </a:r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340" name="Rectangle 339"/>
          <p:cNvSpPr/>
          <p:nvPr/>
        </p:nvSpPr>
        <p:spPr>
          <a:xfrm>
            <a:off x="2838450" y="1790700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T302 A1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5876925" y="18002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T302 B1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4133850" y="35528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T302 A2</a:t>
            </a:r>
          </a:p>
        </p:txBody>
      </p:sp>
      <p:sp>
        <p:nvSpPr>
          <p:cNvPr id="343" name="Rectangle 342"/>
          <p:cNvSpPr/>
          <p:nvPr/>
        </p:nvSpPr>
        <p:spPr>
          <a:xfrm>
            <a:off x="4581525" y="355282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T302 B2</a:t>
            </a:r>
          </a:p>
        </p:txBody>
      </p:sp>
      <p:sp>
        <p:nvSpPr>
          <p:cNvPr id="344" name="Rectangle à coins arrondis 343"/>
          <p:cNvSpPr/>
          <p:nvPr/>
        </p:nvSpPr>
        <p:spPr>
          <a:xfrm>
            <a:off x="5153024" y="5962650"/>
            <a:ext cx="3724275" cy="47625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S302 : A &lt;= B = changement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04" name="Organigramme : Connecteur 103"/>
          <p:cNvSpPr/>
          <p:nvPr/>
        </p:nvSpPr>
        <p:spPr>
          <a:xfrm>
            <a:off x="2205035" y="5734050"/>
            <a:ext cx="138113" cy="133350"/>
          </a:xfrm>
          <a:prstGeom prst="flowChartConnector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5" name="Rectangle 344"/>
          <p:cNvSpPr/>
          <p:nvPr/>
        </p:nvSpPr>
        <p:spPr>
          <a:xfrm>
            <a:off x="6905625" y="180975"/>
            <a:ext cx="118110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S301</a:t>
            </a:r>
          </a:p>
        </p:txBody>
      </p:sp>
      <p:sp>
        <p:nvSpPr>
          <p:cNvPr id="126" name="Organigramme : Joindre 125"/>
          <p:cNvSpPr/>
          <p:nvPr/>
        </p:nvSpPr>
        <p:spPr>
          <a:xfrm rot="5400000">
            <a:off x="5981717" y="4757758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57" name="Forme libre 356"/>
          <p:cNvSpPr/>
          <p:nvPr/>
        </p:nvSpPr>
        <p:spPr>
          <a:xfrm>
            <a:off x="8124825" y="3276600"/>
            <a:ext cx="571500" cy="409575"/>
          </a:xfrm>
          <a:custGeom>
            <a:avLst/>
            <a:gdLst>
              <a:gd name="connsiteX0" fmla="*/ 0 w 571500"/>
              <a:gd name="connsiteY0" fmla="*/ 9525 h 409575"/>
              <a:gd name="connsiteX1" fmla="*/ 0 w 571500"/>
              <a:gd name="connsiteY1" fmla="*/ 409575 h 409575"/>
              <a:gd name="connsiteX2" fmla="*/ 571500 w 571500"/>
              <a:gd name="connsiteY2" fmla="*/ 409575 h 409575"/>
              <a:gd name="connsiteX3" fmla="*/ 571500 w 571500"/>
              <a:gd name="connsiteY3" fmla="*/ 0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500" h="409575">
                <a:moveTo>
                  <a:pt x="0" y="9525"/>
                </a:moveTo>
                <a:lnTo>
                  <a:pt x="0" y="409575"/>
                </a:lnTo>
                <a:lnTo>
                  <a:pt x="571500" y="409575"/>
                </a:lnTo>
                <a:lnTo>
                  <a:pt x="5715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58" name="Triangle isocèle 357"/>
          <p:cNvSpPr/>
          <p:nvPr/>
        </p:nvSpPr>
        <p:spPr>
          <a:xfrm>
            <a:off x="8086728" y="3162302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59" name="Triangle isocèle 358"/>
          <p:cNvSpPr/>
          <p:nvPr/>
        </p:nvSpPr>
        <p:spPr>
          <a:xfrm rot="5400000" flipV="1">
            <a:off x="8154918" y="3086239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0" name="Forme libre 359"/>
          <p:cNvSpPr/>
          <p:nvPr/>
        </p:nvSpPr>
        <p:spPr>
          <a:xfrm>
            <a:off x="8067675" y="2943225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1" name="Rectangle 360"/>
          <p:cNvSpPr/>
          <p:nvPr/>
        </p:nvSpPr>
        <p:spPr>
          <a:xfrm>
            <a:off x="7877174" y="2571750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3009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362" name="Bouée 361"/>
          <p:cNvSpPr/>
          <p:nvPr/>
        </p:nvSpPr>
        <p:spPr>
          <a:xfrm>
            <a:off x="7891440" y="2524126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63" name="Triangle isocèle 362"/>
          <p:cNvSpPr/>
          <p:nvPr/>
        </p:nvSpPr>
        <p:spPr>
          <a:xfrm>
            <a:off x="8658228" y="3162302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64" name="Triangle isocèle 363"/>
          <p:cNvSpPr/>
          <p:nvPr/>
        </p:nvSpPr>
        <p:spPr>
          <a:xfrm rot="5400000" flipV="1">
            <a:off x="8726418" y="3086239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5" name="Forme libre 364"/>
          <p:cNvSpPr/>
          <p:nvPr/>
        </p:nvSpPr>
        <p:spPr>
          <a:xfrm>
            <a:off x="8639175" y="2943225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6" name="Rectangle 365"/>
          <p:cNvSpPr/>
          <p:nvPr/>
        </p:nvSpPr>
        <p:spPr>
          <a:xfrm>
            <a:off x="8448674" y="2571750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3010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367" name="Bouée 366"/>
          <p:cNvSpPr/>
          <p:nvPr/>
        </p:nvSpPr>
        <p:spPr>
          <a:xfrm>
            <a:off x="8462940" y="2524126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68" name="Organigramme : Joindre 367"/>
          <p:cNvSpPr/>
          <p:nvPr/>
        </p:nvSpPr>
        <p:spPr>
          <a:xfrm>
            <a:off x="8067675" y="3326622"/>
            <a:ext cx="111963" cy="111903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69" name="Organigramme : Joindre 368"/>
          <p:cNvSpPr/>
          <p:nvPr/>
        </p:nvSpPr>
        <p:spPr>
          <a:xfrm>
            <a:off x="8639175" y="3326622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71" name="Connecteur droit 370"/>
          <p:cNvCxnSpPr/>
          <p:nvPr/>
        </p:nvCxnSpPr>
        <p:spPr>
          <a:xfrm flipV="1">
            <a:off x="8133182" y="3381375"/>
            <a:ext cx="582193" cy="1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e 378"/>
          <p:cNvGrpSpPr/>
          <p:nvPr/>
        </p:nvGrpSpPr>
        <p:grpSpPr>
          <a:xfrm>
            <a:off x="8239125" y="3333750"/>
            <a:ext cx="361950" cy="104775"/>
            <a:chOff x="8048625" y="1771650"/>
            <a:chExt cx="361950" cy="104775"/>
          </a:xfrm>
        </p:grpSpPr>
        <p:cxnSp>
          <p:nvCxnSpPr>
            <p:cNvPr id="374" name="Connecteur droit 373"/>
            <p:cNvCxnSpPr/>
            <p:nvPr/>
          </p:nvCxnSpPr>
          <p:spPr>
            <a:xfrm flipH="1">
              <a:off x="80486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Connecteur droit 374"/>
            <p:cNvCxnSpPr/>
            <p:nvPr/>
          </p:nvCxnSpPr>
          <p:spPr>
            <a:xfrm flipH="1">
              <a:off x="81248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Connecteur droit 375"/>
            <p:cNvCxnSpPr/>
            <p:nvPr/>
          </p:nvCxnSpPr>
          <p:spPr>
            <a:xfrm flipH="1">
              <a:off x="82010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Connecteur droit 376"/>
            <p:cNvCxnSpPr/>
            <p:nvPr/>
          </p:nvCxnSpPr>
          <p:spPr>
            <a:xfrm flipH="1">
              <a:off x="82772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Connecteur droit 377"/>
            <p:cNvCxnSpPr/>
            <p:nvPr/>
          </p:nvCxnSpPr>
          <p:spPr>
            <a:xfrm flipH="1">
              <a:off x="83534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e 411"/>
          <p:cNvGrpSpPr/>
          <p:nvPr/>
        </p:nvGrpSpPr>
        <p:grpSpPr>
          <a:xfrm>
            <a:off x="8351067" y="4807760"/>
            <a:ext cx="221430" cy="102377"/>
            <a:chOff x="8351067" y="4798235"/>
            <a:chExt cx="221430" cy="102377"/>
          </a:xfrm>
        </p:grpSpPr>
        <p:sp>
          <p:nvSpPr>
            <p:cNvPr id="216" name="Organigramme : Joindre 215"/>
            <p:cNvSpPr/>
            <p:nvPr/>
          </p:nvSpPr>
          <p:spPr>
            <a:xfrm rot="10800000">
              <a:off x="8351067" y="4798235"/>
              <a:ext cx="95271" cy="100029"/>
            </a:xfrm>
            <a:prstGeom prst="flowChartCollat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sp>
          <p:nvSpPr>
            <p:cNvPr id="217" name="Rectangle à coins arrondis 216"/>
            <p:cNvSpPr/>
            <p:nvPr/>
          </p:nvSpPr>
          <p:spPr>
            <a:xfrm>
              <a:off x="8510586" y="4800600"/>
              <a:ext cx="61911" cy="100012"/>
            </a:xfrm>
            <a:prstGeom prst="roundRect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cxnSp>
          <p:nvCxnSpPr>
            <p:cNvPr id="219" name="Connecteur droit 218"/>
            <p:cNvCxnSpPr/>
            <p:nvPr/>
          </p:nvCxnSpPr>
          <p:spPr>
            <a:xfrm>
              <a:off x="8410575" y="4852988"/>
              <a:ext cx="95250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382" name="Organigramme : Joindre 381"/>
          <p:cNvSpPr/>
          <p:nvPr/>
        </p:nvSpPr>
        <p:spPr>
          <a:xfrm rot="10800000">
            <a:off x="8351067" y="4407710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83" name="Rectangle 382"/>
          <p:cNvSpPr/>
          <p:nvPr/>
        </p:nvSpPr>
        <p:spPr>
          <a:xfrm>
            <a:off x="7896226" y="962025"/>
            <a:ext cx="828674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S303</a:t>
            </a:r>
          </a:p>
        </p:txBody>
      </p:sp>
      <p:sp>
        <p:nvSpPr>
          <p:cNvPr id="387" name="Forme libre 386"/>
          <p:cNvSpPr/>
          <p:nvPr/>
        </p:nvSpPr>
        <p:spPr>
          <a:xfrm>
            <a:off x="6634146" y="342900"/>
            <a:ext cx="557229" cy="323849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3" name="Forme libre 392"/>
          <p:cNvSpPr/>
          <p:nvPr/>
        </p:nvSpPr>
        <p:spPr>
          <a:xfrm>
            <a:off x="7810500" y="1295400"/>
            <a:ext cx="504825" cy="2914650"/>
          </a:xfrm>
          <a:custGeom>
            <a:avLst/>
            <a:gdLst>
              <a:gd name="connsiteX0" fmla="*/ 0 w 504825"/>
              <a:gd name="connsiteY0" fmla="*/ 2914650 h 2914650"/>
              <a:gd name="connsiteX1" fmla="*/ 0 w 504825"/>
              <a:gd name="connsiteY1" fmla="*/ 819150 h 2914650"/>
              <a:gd name="connsiteX2" fmla="*/ 504825 w 504825"/>
              <a:gd name="connsiteY2" fmla="*/ 819150 h 2914650"/>
              <a:gd name="connsiteX3" fmla="*/ 504825 w 504825"/>
              <a:gd name="connsiteY3" fmla="*/ 0 h 2914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4825" h="2914650">
                <a:moveTo>
                  <a:pt x="0" y="2914650"/>
                </a:moveTo>
                <a:lnTo>
                  <a:pt x="0" y="819150"/>
                </a:lnTo>
                <a:lnTo>
                  <a:pt x="504825" y="819150"/>
                </a:lnTo>
                <a:lnTo>
                  <a:pt x="504825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97" name="Connecteur droit 396"/>
          <p:cNvCxnSpPr/>
          <p:nvPr/>
        </p:nvCxnSpPr>
        <p:spPr>
          <a:xfrm>
            <a:off x="2357440" y="2395538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8" name="Connecteur droit 397"/>
          <p:cNvCxnSpPr/>
          <p:nvPr/>
        </p:nvCxnSpPr>
        <p:spPr>
          <a:xfrm>
            <a:off x="6815140" y="2386013"/>
            <a:ext cx="0" cy="55721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" name="Groupe 406"/>
          <p:cNvGrpSpPr/>
          <p:nvPr/>
        </p:nvGrpSpPr>
        <p:grpSpPr>
          <a:xfrm>
            <a:off x="4169566" y="4802985"/>
            <a:ext cx="114300" cy="119063"/>
            <a:chOff x="3340891" y="4221960"/>
            <a:chExt cx="114300" cy="119063"/>
          </a:xfrm>
        </p:grpSpPr>
        <p:cxnSp>
          <p:nvCxnSpPr>
            <p:cNvPr id="401" name="Connecteur droit 400"/>
            <p:cNvCxnSpPr/>
            <p:nvPr/>
          </p:nvCxnSpPr>
          <p:spPr>
            <a:xfrm rot="5400000" flipV="1">
              <a:off x="3398041" y="4174334"/>
              <a:ext cx="0" cy="104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Connecteur droit 401"/>
            <p:cNvCxnSpPr/>
            <p:nvPr/>
          </p:nvCxnSpPr>
          <p:spPr>
            <a:xfrm rot="5400000" flipV="1">
              <a:off x="3398041" y="4288634"/>
              <a:ext cx="0" cy="104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Connecteur droit avec flèche 404"/>
            <p:cNvCxnSpPr/>
            <p:nvPr/>
          </p:nvCxnSpPr>
          <p:spPr>
            <a:xfrm rot="5400000" flipH="1">
              <a:off x="3338509" y="4224342"/>
              <a:ext cx="119063" cy="1143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6" name="Organigramme : Joindre 405"/>
          <p:cNvSpPr/>
          <p:nvPr/>
        </p:nvSpPr>
        <p:spPr>
          <a:xfrm rot="5400000">
            <a:off x="3998143" y="4174348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08" name="Forme libre 407"/>
          <p:cNvSpPr/>
          <p:nvPr/>
        </p:nvSpPr>
        <p:spPr>
          <a:xfrm>
            <a:off x="4229100" y="4914900"/>
            <a:ext cx="4171950" cy="752475"/>
          </a:xfrm>
          <a:custGeom>
            <a:avLst/>
            <a:gdLst>
              <a:gd name="connsiteX0" fmla="*/ 0 w 571500"/>
              <a:gd name="connsiteY0" fmla="*/ 9525 h 409575"/>
              <a:gd name="connsiteX1" fmla="*/ 0 w 571500"/>
              <a:gd name="connsiteY1" fmla="*/ 409575 h 409575"/>
              <a:gd name="connsiteX2" fmla="*/ 571500 w 571500"/>
              <a:gd name="connsiteY2" fmla="*/ 409575 h 409575"/>
              <a:gd name="connsiteX3" fmla="*/ 571500 w 571500"/>
              <a:gd name="connsiteY3" fmla="*/ 0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500" h="409575">
                <a:moveTo>
                  <a:pt x="0" y="9525"/>
                </a:moveTo>
                <a:lnTo>
                  <a:pt x="0" y="409575"/>
                </a:lnTo>
                <a:lnTo>
                  <a:pt x="571500" y="409575"/>
                </a:lnTo>
                <a:lnTo>
                  <a:pt x="571500" y="0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 dirty="0"/>
          </a:p>
        </p:txBody>
      </p:sp>
      <p:cxnSp>
        <p:nvCxnSpPr>
          <p:cNvPr id="413" name="Connecteur droit avec flèche 412"/>
          <p:cNvCxnSpPr>
            <a:stCxn id="393" idx="3"/>
          </p:cNvCxnSpPr>
          <p:nvPr/>
        </p:nvCxnSpPr>
        <p:spPr>
          <a:xfrm>
            <a:off x="8315325" y="1295400"/>
            <a:ext cx="0" cy="47625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Connecteur droit avec flèche 419"/>
          <p:cNvCxnSpPr/>
          <p:nvPr/>
        </p:nvCxnSpPr>
        <p:spPr>
          <a:xfrm flipH="1">
            <a:off x="6829425" y="342900"/>
            <a:ext cx="419100" cy="1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Connecteur droit 421"/>
          <p:cNvCxnSpPr/>
          <p:nvPr/>
        </p:nvCxnSpPr>
        <p:spPr>
          <a:xfrm>
            <a:off x="523875" y="3419475"/>
            <a:ext cx="981075" cy="0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Connecteur droit 422"/>
          <p:cNvCxnSpPr/>
          <p:nvPr/>
        </p:nvCxnSpPr>
        <p:spPr>
          <a:xfrm>
            <a:off x="666750" y="3000375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4" name="Organigramme : Joindre 423"/>
          <p:cNvSpPr/>
          <p:nvPr/>
        </p:nvSpPr>
        <p:spPr>
          <a:xfrm rot="10800000">
            <a:off x="552428" y="2833709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25" name="Organigramme : Joindre 424"/>
          <p:cNvSpPr/>
          <p:nvPr/>
        </p:nvSpPr>
        <p:spPr>
          <a:xfrm rot="10800000">
            <a:off x="1285853" y="2833709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26" name="Organigramme : Joindre 425"/>
          <p:cNvSpPr/>
          <p:nvPr/>
        </p:nvSpPr>
        <p:spPr>
          <a:xfrm rot="10800000">
            <a:off x="914378" y="2833709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427" name="Connecteur droit 426"/>
          <p:cNvCxnSpPr/>
          <p:nvPr/>
        </p:nvCxnSpPr>
        <p:spPr>
          <a:xfrm>
            <a:off x="1019175" y="3000375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Connecteur droit 427"/>
          <p:cNvCxnSpPr/>
          <p:nvPr/>
        </p:nvCxnSpPr>
        <p:spPr>
          <a:xfrm>
            <a:off x="1390650" y="2990850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9" name="Connecteur droit avec flèche 428"/>
          <p:cNvCxnSpPr/>
          <p:nvPr/>
        </p:nvCxnSpPr>
        <p:spPr>
          <a:xfrm flipV="1">
            <a:off x="1019175" y="1866900"/>
            <a:ext cx="0" cy="971551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Connecteur droit 429"/>
          <p:cNvCxnSpPr/>
          <p:nvPr/>
        </p:nvCxnSpPr>
        <p:spPr>
          <a:xfrm flipV="1">
            <a:off x="804864" y="2376488"/>
            <a:ext cx="209549" cy="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1" name="Connecteur droit 430"/>
          <p:cNvCxnSpPr/>
          <p:nvPr/>
        </p:nvCxnSpPr>
        <p:spPr>
          <a:xfrm flipV="1">
            <a:off x="642939" y="2376488"/>
            <a:ext cx="209549" cy="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3" name="Organigramme : Joindre 432"/>
          <p:cNvSpPr/>
          <p:nvPr/>
        </p:nvSpPr>
        <p:spPr>
          <a:xfrm rot="5400000">
            <a:off x="726281" y="2293148"/>
            <a:ext cx="204788" cy="161924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36" name="Rectangle 435"/>
          <p:cNvSpPr/>
          <p:nvPr/>
        </p:nvSpPr>
        <p:spPr>
          <a:xfrm>
            <a:off x="1038225" y="1971675"/>
            <a:ext cx="695326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S303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437" name="Organigramme : Joindre 436"/>
          <p:cNvSpPr/>
          <p:nvPr/>
        </p:nvSpPr>
        <p:spPr>
          <a:xfrm>
            <a:off x="5179242" y="5307822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40" name="Organigramme : Connecteur 439"/>
          <p:cNvSpPr/>
          <p:nvPr/>
        </p:nvSpPr>
        <p:spPr>
          <a:xfrm>
            <a:off x="5081590" y="4962525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sp>
        <p:nvSpPr>
          <p:cNvPr id="442" name="Rectangle 441"/>
          <p:cNvSpPr/>
          <p:nvPr/>
        </p:nvSpPr>
        <p:spPr>
          <a:xfrm>
            <a:off x="5076825" y="4953000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grpSp>
        <p:nvGrpSpPr>
          <p:cNvPr id="5" name="Groupe 466"/>
          <p:cNvGrpSpPr/>
          <p:nvPr/>
        </p:nvGrpSpPr>
        <p:grpSpPr>
          <a:xfrm rot="2845457">
            <a:off x="4250398" y="2061267"/>
            <a:ext cx="637340" cy="613521"/>
            <a:chOff x="192748" y="5356917"/>
            <a:chExt cx="637340" cy="613521"/>
          </a:xfrm>
          <a:solidFill>
            <a:schemeClr val="bg1">
              <a:lumMod val="85000"/>
            </a:schemeClr>
          </a:solidFill>
        </p:grpSpPr>
        <p:sp>
          <p:nvSpPr>
            <p:cNvPr id="451" name="Ellipse 450"/>
            <p:cNvSpPr/>
            <p:nvPr/>
          </p:nvSpPr>
          <p:spPr>
            <a:xfrm>
              <a:off x="340519" y="5495923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52" name="Arc plein 451"/>
            <p:cNvSpPr/>
            <p:nvPr/>
          </p:nvSpPr>
          <p:spPr>
            <a:xfrm rot="17940000">
              <a:off x="518794" y="5659143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453" name="Arc plein 452"/>
            <p:cNvSpPr/>
            <p:nvPr/>
          </p:nvSpPr>
          <p:spPr>
            <a:xfrm rot="6960000">
              <a:off x="193061" y="5356604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Groupe 467"/>
          <p:cNvGrpSpPr/>
          <p:nvPr/>
        </p:nvGrpSpPr>
        <p:grpSpPr>
          <a:xfrm rot="5340000">
            <a:off x="4274293" y="2427980"/>
            <a:ext cx="627649" cy="632569"/>
            <a:chOff x="192914" y="5347394"/>
            <a:chExt cx="627649" cy="632569"/>
          </a:xfrm>
          <a:solidFill>
            <a:schemeClr val="bg1">
              <a:lumMod val="85000"/>
            </a:schemeClr>
          </a:solidFill>
        </p:grpSpPr>
        <p:sp>
          <p:nvSpPr>
            <p:cNvPr id="469" name="Ellipse 468"/>
            <p:cNvSpPr/>
            <p:nvPr/>
          </p:nvSpPr>
          <p:spPr>
            <a:xfrm>
              <a:off x="340353" y="5505446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70" name="Arc plein 469"/>
            <p:cNvSpPr/>
            <p:nvPr/>
          </p:nvSpPr>
          <p:spPr>
            <a:xfrm rot="-3660000">
              <a:off x="509269" y="5668668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471" name="Arc plein 470"/>
            <p:cNvSpPr/>
            <p:nvPr/>
          </p:nvSpPr>
          <p:spPr>
            <a:xfrm rot="6960000">
              <a:off x="193227" y="5347081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Groupe 475"/>
          <p:cNvGrpSpPr/>
          <p:nvPr/>
        </p:nvGrpSpPr>
        <p:grpSpPr>
          <a:xfrm rot="13428654">
            <a:off x="4254995" y="2818508"/>
            <a:ext cx="628147" cy="632565"/>
            <a:chOff x="202267" y="5356585"/>
            <a:chExt cx="628147" cy="632565"/>
          </a:xfrm>
          <a:solidFill>
            <a:schemeClr val="bg1">
              <a:lumMod val="85000"/>
            </a:schemeClr>
          </a:solidFill>
        </p:grpSpPr>
        <p:sp>
          <p:nvSpPr>
            <p:cNvPr id="477" name="Ellipse 476"/>
            <p:cNvSpPr/>
            <p:nvPr/>
          </p:nvSpPr>
          <p:spPr>
            <a:xfrm>
              <a:off x="340519" y="5495923"/>
              <a:ext cx="361950" cy="36195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78" name="Arc plein 477"/>
            <p:cNvSpPr/>
            <p:nvPr/>
          </p:nvSpPr>
          <p:spPr>
            <a:xfrm rot="17940000">
              <a:off x="519120" y="5677855"/>
              <a:ext cx="308696" cy="313893"/>
            </a:xfrm>
            <a:prstGeom prst="blockArc">
              <a:avLst>
                <a:gd name="adj1" fmla="val 13866761"/>
                <a:gd name="adj2" fmla="val 20191331"/>
                <a:gd name="adj3" fmla="val 79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479" name="Arc plein 478"/>
            <p:cNvSpPr/>
            <p:nvPr/>
          </p:nvSpPr>
          <p:spPr>
            <a:xfrm rot="6960000">
              <a:off x="202580" y="5356272"/>
              <a:ext cx="321195" cy="321821"/>
            </a:xfrm>
            <a:prstGeom prst="blockArc">
              <a:avLst>
                <a:gd name="adj1" fmla="val 14364944"/>
                <a:gd name="adj2" fmla="val 20546380"/>
                <a:gd name="adj3" fmla="val 0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sp>
        <p:nvSpPr>
          <p:cNvPr id="480" name="Rectangle 479"/>
          <p:cNvSpPr/>
          <p:nvPr/>
        </p:nvSpPr>
        <p:spPr>
          <a:xfrm>
            <a:off x="5438775" y="914400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Event </a:t>
            </a:r>
            <a:endParaRPr lang="fr-FR" sz="1000" dirty="0">
              <a:solidFill>
                <a:schemeClr val="tx1"/>
              </a:solidFill>
            </a:endParaRPr>
          </a:p>
        </p:txBody>
      </p:sp>
      <p:cxnSp>
        <p:nvCxnSpPr>
          <p:cNvPr id="481" name="Connecteur droit avec flèche 480"/>
          <p:cNvCxnSpPr/>
          <p:nvPr/>
        </p:nvCxnSpPr>
        <p:spPr>
          <a:xfrm flipV="1">
            <a:off x="5286374" y="1085850"/>
            <a:ext cx="342901" cy="2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Organigramme : Connecteur 208"/>
          <p:cNvSpPr/>
          <p:nvPr/>
        </p:nvSpPr>
        <p:spPr>
          <a:xfrm>
            <a:off x="7229475" y="2795591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10" name="Connecteur droit 209"/>
          <p:cNvCxnSpPr>
            <a:stCxn id="209" idx="6"/>
          </p:cNvCxnSpPr>
          <p:nvPr/>
        </p:nvCxnSpPr>
        <p:spPr>
          <a:xfrm flipV="1">
            <a:off x="7529513" y="2938465"/>
            <a:ext cx="7143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Rectangle 210"/>
          <p:cNvSpPr/>
          <p:nvPr/>
        </p:nvSpPr>
        <p:spPr>
          <a:xfrm>
            <a:off x="7153275" y="2771775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TI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266700" y="6181726"/>
            <a:ext cx="1904999" cy="361950"/>
          </a:xfrm>
          <a:prstGeom prst="rect">
            <a:avLst/>
          </a:prstGeom>
          <a:solidFill>
            <a:srgbClr val="FFFF99"/>
          </a:solidFill>
          <a:ln w="6350" cmpd="dbl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 smtClean="0">
                <a:solidFill>
                  <a:schemeClr val="tx1"/>
                </a:solidFill>
              </a:rPr>
              <a:t>PCF AIR INSTRUMENT </a:t>
            </a:r>
          </a:p>
          <a:p>
            <a:pPr algn="ctr"/>
            <a:r>
              <a:rPr lang="fr-FR" sz="1100" b="1" dirty="0" smtClean="0">
                <a:solidFill>
                  <a:schemeClr val="tx1"/>
                </a:solidFill>
              </a:rPr>
              <a:t>7841 901 330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3171825" y="942975"/>
            <a:ext cx="666750" cy="257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FT 612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9" name="Connecteur droit 238"/>
          <p:cNvCxnSpPr/>
          <p:nvPr/>
        </p:nvCxnSpPr>
        <p:spPr>
          <a:xfrm flipV="1">
            <a:off x="5045886" y="3800475"/>
            <a:ext cx="488139" cy="240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à coins arrondis 21"/>
          <p:cNvSpPr/>
          <p:nvPr/>
        </p:nvSpPr>
        <p:spPr>
          <a:xfrm>
            <a:off x="5486400" y="1962151"/>
            <a:ext cx="1209675" cy="2119312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à coins arrondis 35"/>
          <p:cNvSpPr/>
          <p:nvPr/>
        </p:nvSpPr>
        <p:spPr>
          <a:xfrm>
            <a:off x="2466974" y="1962150"/>
            <a:ext cx="1209675" cy="2114550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9" name="Connecteur droit 48"/>
          <p:cNvCxnSpPr/>
          <p:nvPr/>
        </p:nvCxnSpPr>
        <p:spPr>
          <a:xfrm flipV="1">
            <a:off x="3676650" y="3807622"/>
            <a:ext cx="407211" cy="2378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rganigramme : Joindre 49"/>
          <p:cNvSpPr/>
          <p:nvPr/>
        </p:nvSpPr>
        <p:spPr>
          <a:xfrm rot="5400000">
            <a:off x="7746214" y="5317334"/>
            <a:ext cx="204788" cy="180974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62" name="Rectangle 61"/>
          <p:cNvSpPr/>
          <p:nvPr/>
        </p:nvSpPr>
        <p:spPr>
          <a:xfrm>
            <a:off x="2790825" y="1266825"/>
            <a:ext cx="504825" cy="238126"/>
          </a:xfrm>
          <a:prstGeom prst="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 smtClean="0">
                <a:solidFill>
                  <a:schemeClr val="tx1"/>
                </a:solidFill>
              </a:rPr>
              <a:t>R</a:t>
            </a:r>
            <a:endParaRPr lang="fr-FR" dirty="0">
              <a:solidFill>
                <a:schemeClr val="tx1"/>
              </a:solidFill>
            </a:endParaRPr>
          </a:p>
        </p:txBody>
      </p:sp>
      <p:cxnSp>
        <p:nvCxnSpPr>
          <p:cNvPr id="81" name="Connecteur droit 80"/>
          <p:cNvCxnSpPr/>
          <p:nvPr/>
        </p:nvCxnSpPr>
        <p:spPr>
          <a:xfrm>
            <a:off x="6553201" y="4629150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1"/>
          <p:cNvCxnSpPr/>
          <p:nvPr/>
        </p:nvCxnSpPr>
        <p:spPr>
          <a:xfrm>
            <a:off x="3133716" y="1809735"/>
            <a:ext cx="2886084" cy="15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Organigramme : Joindre 87"/>
          <p:cNvSpPr/>
          <p:nvPr/>
        </p:nvSpPr>
        <p:spPr>
          <a:xfrm rot="5400000">
            <a:off x="4000517" y="3719516"/>
            <a:ext cx="204788" cy="157162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94" name="Rectangle à coins arrondis 93"/>
          <p:cNvSpPr/>
          <p:nvPr/>
        </p:nvSpPr>
        <p:spPr>
          <a:xfrm>
            <a:off x="4019551" y="3490913"/>
            <a:ext cx="161925" cy="123825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96" name="Connecteur droit 95"/>
          <p:cNvCxnSpPr>
            <a:endCxn id="94" idx="2"/>
          </p:cNvCxnSpPr>
          <p:nvPr/>
        </p:nvCxnSpPr>
        <p:spPr>
          <a:xfrm flipH="1" flipV="1">
            <a:off x="4100514" y="3614738"/>
            <a:ext cx="2397" cy="173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Forme libre 100"/>
          <p:cNvSpPr/>
          <p:nvPr/>
        </p:nvSpPr>
        <p:spPr>
          <a:xfrm>
            <a:off x="6481763" y="4762502"/>
            <a:ext cx="138112" cy="80962"/>
          </a:xfrm>
          <a:custGeom>
            <a:avLst/>
            <a:gdLst>
              <a:gd name="connsiteX0" fmla="*/ 0 w 138112"/>
              <a:gd name="connsiteY0" fmla="*/ 0 h 80962"/>
              <a:gd name="connsiteX1" fmla="*/ 61912 w 138112"/>
              <a:gd name="connsiteY1" fmla="*/ 80962 h 80962"/>
              <a:gd name="connsiteX2" fmla="*/ 138112 w 138112"/>
              <a:gd name="connsiteY2" fmla="*/ 9525 h 8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112" h="80962">
                <a:moveTo>
                  <a:pt x="0" y="0"/>
                </a:moveTo>
                <a:lnTo>
                  <a:pt x="61912" y="80962"/>
                </a:lnTo>
                <a:lnTo>
                  <a:pt x="138112" y="9525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03" name="Connecteur droit 102"/>
          <p:cNvCxnSpPr/>
          <p:nvPr/>
        </p:nvCxnSpPr>
        <p:spPr>
          <a:xfrm>
            <a:off x="6543675" y="4852989"/>
            <a:ext cx="0" cy="1381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Forme libre 127"/>
          <p:cNvSpPr/>
          <p:nvPr/>
        </p:nvSpPr>
        <p:spPr>
          <a:xfrm flipH="1">
            <a:off x="5867398" y="923922"/>
            <a:ext cx="1952626" cy="3571877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9" name="Organigramme : Délai 128"/>
          <p:cNvSpPr/>
          <p:nvPr/>
        </p:nvSpPr>
        <p:spPr>
          <a:xfrm rot="5400000">
            <a:off x="5103018" y="769165"/>
            <a:ext cx="433388" cy="390524"/>
          </a:xfrm>
          <a:prstGeom prst="flowChartDelay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31" name="Connecteur droit 130"/>
          <p:cNvCxnSpPr/>
          <p:nvPr/>
        </p:nvCxnSpPr>
        <p:spPr>
          <a:xfrm>
            <a:off x="5110163" y="714396"/>
            <a:ext cx="414337" cy="0"/>
          </a:xfrm>
          <a:prstGeom prst="lin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0" name="Connecteur droit 139"/>
          <p:cNvCxnSpPr/>
          <p:nvPr/>
        </p:nvCxnSpPr>
        <p:spPr>
          <a:xfrm>
            <a:off x="5514975" y="923925"/>
            <a:ext cx="2000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eur droit 148"/>
          <p:cNvCxnSpPr/>
          <p:nvPr/>
        </p:nvCxnSpPr>
        <p:spPr>
          <a:xfrm flipH="1">
            <a:off x="8410575" y="3971925"/>
            <a:ext cx="9526" cy="5143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Forme libre 149"/>
          <p:cNvSpPr/>
          <p:nvPr/>
        </p:nvSpPr>
        <p:spPr>
          <a:xfrm flipH="1">
            <a:off x="7486648" y="3695700"/>
            <a:ext cx="438149" cy="1724025"/>
          </a:xfrm>
          <a:custGeom>
            <a:avLst/>
            <a:gdLst>
              <a:gd name="connsiteX0" fmla="*/ 0 w 1462088"/>
              <a:gd name="connsiteY0" fmla="*/ 1428750 h 1428750"/>
              <a:gd name="connsiteX1" fmla="*/ 1462088 w 1462088"/>
              <a:gd name="connsiteY1" fmla="*/ 1428750 h 1428750"/>
              <a:gd name="connsiteX2" fmla="*/ 1462088 w 1462088"/>
              <a:gd name="connsiteY2" fmla="*/ 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62088" h="1428750">
                <a:moveTo>
                  <a:pt x="0" y="1428750"/>
                </a:moveTo>
                <a:lnTo>
                  <a:pt x="1462088" y="1428750"/>
                </a:lnTo>
                <a:lnTo>
                  <a:pt x="1462088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7" name="Connecteur droit 156"/>
          <p:cNvCxnSpPr/>
          <p:nvPr/>
        </p:nvCxnSpPr>
        <p:spPr>
          <a:xfrm>
            <a:off x="7477125" y="4495800"/>
            <a:ext cx="94297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Forme libre 159"/>
          <p:cNvSpPr/>
          <p:nvPr/>
        </p:nvSpPr>
        <p:spPr>
          <a:xfrm flipH="1" flipV="1">
            <a:off x="2666998" y="4248148"/>
            <a:ext cx="400049" cy="266702"/>
          </a:xfrm>
          <a:custGeom>
            <a:avLst/>
            <a:gdLst>
              <a:gd name="connsiteX0" fmla="*/ 242888 w 242888"/>
              <a:gd name="connsiteY0" fmla="*/ 0 h 119062"/>
              <a:gd name="connsiteX1" fmla="*/ 242888 w 242888"/>
              <a:gd name="connsiteY1" fmla="*/ 119062 h 119062"/>
              <a:gd name="connsiteX2" fmla="*/ 0 w 242888"/>
              <a:gd name="connsiteY2" fmla="*/ 119062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88" h="119062">
                <a:moveTo>
                  <a:pt x="242888" y="0"/>
                </a:moveTo>
                <a:lnTo>
                  <a:pt x="242888" y="119062"/>
                </a:lnTo>
                <a:lnTo>
                  <a:pt x="0" y="119062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2" name="Organigramme : Joindre 161"/>
          <p:cNvSpPr/>
          <p:nvPr/>
        </p:nvSpPr>
        <p:spPr>
          <a:xfrm rot="10800000">
            <a:off x="7381853" y="3529034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66" name="Connecteur droit avec flèche 165"/>
          <p:cNvCxnSpPr/>
          <p:nvPr/>
        </p:nvCxnSpPr>
        <p:spPr>
          <a:xfrm>
            <a:off x="7810500" y="923925"/>
            <a:ext cx="533400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Forme libre 176"/>
          <p:cNvSpPr/>
          <p:nvPr/>
        </p:nvSpPr>
        <p:spPr>
          <a:xfrm>
            <a:off x="6700838" y="2152650"/>
            <a:ext cx="633412" cy="247650"/>
          </a:xfrm>
          <a:custGeom>
            <a:avLst/>
            <a:gdLst>
              <a:gd name="connsiteX0" fmla="*/ 0 w 357187"/>
              <a:gd name="connsiteY0" fmla="*/ 247650 h 247650"/>
              <a:gd name="connsiteX1" fmla="*/ 357187 w 357187"/>
              <a:gd name="connsiteY1" fmla="*/ 247650 h 247650"/>
              <a:gd name="connsiteX2" fmla="*/ 357187 w 35718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187" h="247650">
                <a:moveTo>
                  <a:pt x="0" y="247650"/>
                </a:moveTo>
                <a:lnTo>
                  <a:pt x="357187" y="247650"/>
                </a:lnTo>
                <a:lnTo>
                  <a:pt x="357187" y="0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6" name="Forme libre 185"/>
          <p:cNvSpPr/>
          <p:nvPr/>
        </p:nvSpPr>
        <p:spPr>
          <a:xfrm flipH="1">
            <a:off x="1771650" y="2171699"/>
            <a:ext cx="685801" cy="247650"/>
          </a:xfrm>
          <a:custGeom>
            <a:avLst/>
            <a:gdLst>
              <a:gd name="connsiteX0" fmla="*/ 0 w 357187"/>
              <a:gd name="connsiteY0" fmla="*/ 247650 h 247650"/>
              <a:gd name="connsiteX1" fmla="*/ 357187 w 357187"/>
              <a:gd name="connsiteY1" fmla="*/ 247650 h 247650"/>
              <a:gd name="connsiteX2" fmla="*/ 357187 w 35718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187" h="247650">
                <a:moveTo>
                  <a:pt x="0" y="247650"/>
                </a:moveTo>
                <a:lnTo>
                  <a:pt x="357187" y="247650"/>
                </a:lnTo>
                <a:lnTo>
                  <a:pt x="357187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0" name="Organigramme : Connecteur 189"/>
          <p:cNvSpPr/>
          <p:nvPr/>
        </p:nvSpPr>
        <p:spPr>
          <a:xfrm>
            <a:off x="6781802" y="1790700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1" name="Connecteur droit 190"/>
          <p:cNvCxnSpPr/>
          <p:nvPr/>
        </p:nvCxnSpPr>
        <p:spPr>
          <a:xfrm>
            <a:off x="6934210" y="2081213"/>
            <a:ext cx="1" cy="3143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Organigramme : Connecteur 226"/>
          <p:cNvSpPr/>
          <p:nvPr/>
        </p:nvSpPr>
        <p:spPr>
          <a:xfrm>
            <a:off x="2076453" y="1814512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28" name="Connecteur droit 227"/>
          <p:cNvCxnSpPr/>
          <p:nvPr/>
        </p:nvCxnSpPr>
        <p:spPr>
          <a:xfrm>
            <a:off x="2228861" y="2105025"/>
            <a:ext cx="1" cy="3143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cteur droit 233"/>
          <p:cNvCxnSpPr/>
          <p:nvPr/>
        </p:nvCxnSpPr>
        <p:spPr>
          <a:xfrm flipH="1">
            <a:off x="4552950" y="3810000"/>
            <a:ext cx="1" cy="8763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Connecteur droit 244"/>
          <p:cNvCxnSpPr/>
          <p:nvPr/>
        </p:nvCxnSpPr>
        <p:spPr>
          <a:xfrm>
            <a:off x="561975" y="4733925"/>
            <a:ext cx="981075" cy="0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Connecteur droit 247"/>
          <p:cNvCxnSpPr/>
          <p:nvPr/>
        </p:nvCxnSpPr>
        <p:spPr>
          <a:xfrm>
            <a:off x="704850" y="4314825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Organigramme : Joindre 248"/>
          <p:cNvSpPr/>
          <p:nvPr/>
        </p:nvSpPr>
        <p:spPr>
          <a:xfrm rot="10800000">
            <a:off x="590528" y="4138634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50" name="Organigramme : Joindre 249"/>
          <p:cNvSpPr/>
          <p:nvPr/>
        </p:nvSpPr>
        <p:spPr>
          <a:xfrm rot="10800000">
            <a:off x="1323953" y="4148159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53" name="Connecteur droit avec flèche 252"/>
          <p:cNvCxnSpPr>
            <a:endCxn id="422" idx="2"/>
          </p:cNvCxnSpPr>
          <p:nvPr/>
        </p:nvCxnSpPr>
        <p:spPr>
          <a:xfrm flipV="1">
            <a:off x="1057275" y="2886075"/>
            <a:ext cx="0" cy="1285876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Connecteur droit 254"/>
          <p:cNvCxnSpPr/>
          <p:nvPr/>
        </p:nvCxnSpPr>
        <p:spPr>
          <a:xfrm flipV="1">
            <a:off x="842964" y="3709988"/>
            <a:ext cx="209549" cy="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Connecteur droit 256"/>
          <p:cNvCxnSpPr/>
          <p:nvPr/>
        </p:nvCxnSpPr>
        <p:spPr>
          <a:xfrm flipV="1">
            <a:off x="681039" y="3709988"/>
            <a:ext cx="209549" cy="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onnecteur droit 258"/>
          <p:cNvCxnSpPr/>
          <p:nvPr/>
        </p:nvCxnSpPr>
        <p:spPr>
          <a:xfrm>
            <a:off x="1057275" y="4733925"/>
            <a:ext cx="0" cy="5238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Rectangle 259"/>
          <p:cNvSpPr/>
          <p:nvPr/>
        </p:nvSpPr>
        <p:spPr>
          <a:xfrm>
            <a:off x="2657475" y="3676650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S303B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61" name="Rectangle 260"/>
          <p:cNvSpPr/>
          <p:nvPr/>
        </p:nvSpPr>
        <p:spPr>
          <a:xfrm>
            <a:off x="5705475" y="368617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S303A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62" name="Rectangle 261"/>
          <p:cNvSpPr/>
          <p:nvPr/>
        </p:nvSpPr>
        <p:spPr>
          <a:xfrm>
            <a:off x="2952750" y="1504950"/>
            <a:ext cx="200025" cy="21145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3" name="Rectangle 262"/>
          <p:cNvSpPr/>
          <p:nvPr/>
        </p:nvSpPr>
        <p:spPr>
          <a:xfrm>
            <a:off x="647700" y="5248275"/>
            <a:ext cx="819150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Sortie F301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4" name="Rectangle 263"/>
          <p:cNvSpPr/>
          <p:nvPr/>
        </p:nvSpPr>
        <p:spPr>
          <a:xfrm>
            <a:off x="333374" y="2867025"/>
            <a:ext cx="7239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S301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5" name="Rectangle 264"/>
          <p:cNvSpPr/>
          <p:nvPr/>
        </p:nvSpPr>
        <p:spPr>
          <a:xfrm>
            <a:off x="8020050" y="1476376"/>
            <a:ext cx="866775" cy="4952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Réseau usine 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125" name="Organigramme : Joindre 124"/>
          <p:cNvSpPr/>
          <p:nvPr/>
        </p:nvSpPr>
        <p:spPr>
          <a:xfrm rot="5400000">
            <a:off x="4924442" y="3714772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68" name="Rectangle 267"/>
          <p:cNvSpPr/>
          <p:nvPr/>
        </p:nvSpPr>
        <p:spPr>
          <a:xfrm>
            <a:off x="5086350" y="771525"/>
            <a:ext cx="4762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 smtClean="0">
                <a:solidFill>
                  <a:schemeClr val="tx1"/>
                </a:solidFill>
              </a:rPr>
              <a:t>X 303</a:t>
            </a:r>
            <a:endParaRPr lang="fr-FR" sz="1200" b="1" dirty="0">
              <a:solidFill>
                <a:schemeClr val="tx1"/>
              </a:solidFill>
            </a:endParaRPr>
          </a:p>
        </p:txBody>
      </p:sp>
      <p:sp>
        <p:nvSpPr>
          <p:cNvPr id="277" name="Rectangle 276"/>
          <p:cNvSpPr/>
          <p:nvPr/>
        </p:nvSpPr>
        <p:spPr>
          <a:xfrm>
            <a:off x="2057400" y="1800225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8" name="Rectangle 277"/>
          <p:cNvSpPr/>
          <p:nvPr/>
        </p:nvSpPr>
        <p:spPr>
          <a:xfrm>
            <a:off x="6762750" y="1771650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80" name="Rectangle 279"/>
          <p:cNvSpPr/>
          <p:nvPr/>
        </p:nvSpPr>
        <p:spPr>
          <a:xfrm>
            <a:off x="3409950" y="609600"/>
            <a:ext cx="80962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Hygromètre AR303</a:t>
            </a:r>
          </a:p>
        </p:txBody>
      </p:sp>
      <p:sp>
        <p:nvSpPr>
          <p:cNvPr id="282" name="Forme libre 281"/>
          <p:cNvSpPr/>
          <p:nvPr/>
        </p:nvSpPr>
        <p:spPr>
          <a:xfrm flipH="1">
            <a:off x="3809998" y="923925"/>
            <a:ext cx="752475" cy="295275"/>
          </a:xfrm>
          <a:custGeom>
            <a:avLst/>
            <a:gdLst>
              <a:gd name="connsiteX0" fmla="*/ 0 w 923925"/>
              <a:gd name="connsiteY0" fmla="*/ 457200 h 457200"/>
              <a:gd name="connsiteX1" fmla="*/ 923925 w 923925"/>
              <a:gd name="connsiteY1" fmla="*/ 457200 h 457200"/>
              <a:gd name="connsiteX2" fmla="*/ 923925 w 923925"/>
              <a:gd name="connsiteY2" fmla="*/ 0 h 457200"/>
              <a:gd name="connsiteX3" fmla="*/ 923925 w 923925"/>
              <a:gd name="connsiteY3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3925" h="457200">
                <a:moveTo>
                  <a:pt x="0" y="457200"/>
                </a:moveTo>
                <a:lnTo>
                  <a:pt x="923925" y="457200"/>
                </a:lnTo>
                <a:lnTo>
                  <a:pt x="923925" y="0"/>
                </a:lnTo>
                <a:lnTo>
                  <a:pt x="923925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0" name="Forme libre 299"/>
          <p:cNvSpPr/>
          <p:nvPr/>
        </p:nvSpPr>
        <p:spPr>
          <a:xfrm>
            <a:off x="7477124" y="2571750"/>
            <a:ext cx="295275" cy="962023"/>
          </a:xfrm>
          <a:custGeom>
            <a:avLst/>
            <a:gdLst>
              <a:gd name="connsiteX0" fmla="*/ 0 w 2514600"/>
              <a:gd name="connsiteY0" fmla="*/ 914400 h 914400"/>
              <a:gd name="connsiteX1" fmla="*/ 0 w 2514600"/>
              <a:gd name="connsiteY1" fmla="*/ 0 h 914400"/>
              <a:gd name="connsiteX2" fmla="*/ 2514600 w 25146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0" h="914400">
                <a:moveTo>
                  <a:pt x="0" y="914400"/>
                </a:moveTo>
                <a:lnTo>
                  <a:pt x="0" y="0"/>
                </a:lnTo>
                <a:lnTo>
                  <a:pt x="25146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05" name="Organigramme : Connecteur 304"/>
          <p:cNvSpPr/>
          <p:nvPr/>
        </p:nvSpPr>
        <p:spPr>
          <a:xfrm>
            <a:off x="3981450" y="4510086"/>
            <a:ext cx="395291" cy="404813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306" name="Connecteur droit 305"/>
          <p:cNvCxnSpPr/>
          <p:nvPr/>
        </p:nvCxnSpPr>
        <p:spPr>
          <a:xfrm>
            <a:off x="4371975" y="4705350"/>
            <a:ext cx="266712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" name="Rectangle 308"/>
          <p:cNvSpPr/>
          <p:nvPr/>
        </p:nvSpPr>
        <p:spPr>
          <a:xfrm flipH="1">
            <a:off x="3876675" y="4600575"/>
            <a:ext cx="619125" cy="257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FT 599</a:t>
            </a:r>
          </a:p>
        </p:txBody>
      </p:sp>
      <p:cxnSp>
        <p:nvCxnSpPr>
          <p:cNvPr id="317" name="Connecteur droit 316"/>
          <p:cNvCxnSpPr/>
          <p:nvPr/>
        </p:nvCxnSpPr>
        <p:spPr>
          <a:xfrm>
            <a:off x="3067050" y="4067175"/>
            <a:ext cx="0" cy="4381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" name="Rectangle à coins arrondis 343"/>
          <p:cNvSpPr/>
          <p:nvPr/>
        </p:nvSpPr>
        <p:spPr>
          <a:xfrm>
            <a:off x="2352675" y="6067425"/>
            <a:ext cx="3714750" cy="47625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S303 : A = service, B = chauffe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45" name="Rectangle 344"/>
          <p:cNvSpPr/>
          <p:nvPr/>
        </p:nvSpPr>
        <p:spPr>
          <a:xfrm>
            <a:off x="7753350" y="5257800"/>
            <a:ext cx="10096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S302</a:t>
            </a:r>
          </a:p>
        </p:txBody>
      </p:sp>
      <p:sp>
        <p:nvSpPr>
          <p:cNvPr id="126" name="Organigramme : Joindre 125"/>
          <p:cNvSpPr/>
          <p:nvPr/>
        </p:nvSpPr>
        <p:spPr>
          <a:xfrm rot="5400000">
            <a:off x="5676917" y="842983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57" name="Forme libre 356"/>
          <p:cNvSpPr/>
          <p:nvPr/>
        </p:nvSpPr>
        <p:spPr>
          <a:xfrm>
            <a:off x="8124825" y="3562350"/>
            <a:ext cx="571500" cy="409575"/>
          </a:xfrm>
          <a:custGeom>
            <a:avLst/>
            <a:gdLst>
              <a:gd name="connsiteX0" fmla="*/ 0 w 571500"/>
              <a:gd name="connsiteY0" fmla="*/ 9525 h 409575"/>
              <a:gd name="connsiteX1" fmla="*/ 0 w 571500"/>
              <a:gd name="connsiteY1" fmla="*/ 409575 h 409575"/>
              <a:gd name="connsiteX2" fmla="*/ 571500 w 571500"/>
              <a:gd name="connsiteY2" fmla="*/ 409575 h 409575"/>
              <a:gd name="connsiteX3" fmla="*/ 571500 w 571500"/>
              <a:gd name="connsiteY3" fmla="*/ 0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500" h="409575">
                <a:moveTo>
                  <a:pt x="0" y="9525"/>
                </a:moveTo>
                <a:lnTo>
                  <a:pt x="0" y="409575"/>
                </a:lnTo>
                <a:lnTo>
                  <a:pt x="571500" y="409575"/>
                </a:lnTo>
                <a:lnTo>
                  <a:pt x="5715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58" name="Triangle isocèle 357"/>
          <p:cNvSpPr/>
          <p:nvPr/>
        </p:nvSpPr>
        <p:spPr>
          <a:xfrm>
            <a:off x="8086728" y="3448052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59" name="Triangle isocèle 358"/>
          <p:cNvSpPr/>
          <p:nvPr/>
        </p:nvSpPr>
        <p:spPr>
          <a:xfrm rot="5400000" flipV="1">
            <a:off x="8154918" y="3371989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0" name="Forme libre 359"/>
          <p:cNvSpPr/>
          <p:nvPr/>
        </p:nvSpPr>
        <p:spPr>
          <a:xfrm>
            <a:off x="8067675" y="3228975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1" name="Rectangle 360"/>
          <p:cNvSpPr/>
          <p:nvPr/>
        </p:nvSpPr>
        <p:spPr>
          <a:xfrm>
            <a:off x="7877174" y="2857500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3009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362" name="Bouée 361"/>
          <p:cNvSpPr/>
          <p:nvPr/>
        </p:nvSpPr>
        <p:spPr>
          <a:xfrm>
            <a:off x="7891440" y="2809876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63" name="Triangle isocèle 362"/>
          <p:cNvSpPr/>
          <p:nvPr/>
        </p:nvSpPr>
        <p:spPr>
          <a:xfrm>
            <a:off x="8658228" y="3448052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64" name="Triangle isocèle 363"/>
          <p:cNvSpPr/>
          <p:nvPr/>
        </p:nvSpPr>
        <p:spPr>
          <a:xfrm rot="5400000" flipV="1">
            <a:off x="8726418" y="3371989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5" name="Forme libre 364"/>
          <p:cNvSpPr/>
          <p:nvPr/>
        </p:nvSpPr>
        <p:spPr>
          <a:xfrm>
            <a:off x="8639175" y="3228975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6" name="Rectangle 365"/>
          <p:cNvSpPr/>
          <p:nvPr/>
        </p:nvSpPr>
        <p:spPr>
          <a:xfrm>
            <a:off x="8448674" y="2857500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3010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367" name="Bouée 366"/>
          <p:cNvSpPr/>
          <p:nvPr/>
        </p:nvSpPr>
        <p:spPr>
          <a:xfrm>
            <a:off x="8462940" y="2809876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68" name="Organigramme : Joindre 367"/>
          <p:cNvSpPr/>
          <p:nvPr/>
        </p:nvSpPr>
        <p:spPr>
          <a:xfrm>
            <a:off x="8067675" y="3612372"/>
            <a:ext cx="111963" cy="111903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69" name="Organigramme : Joindre 368"/>
          <p:cNvSpPr/>
          <p:nvPr/>
        </p:nvSpPr>
        <p:spPr>
          <a:xfrm>
            <a:off x="8639175" y="3612372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71" name="Connecteur droit 370"/>
          <p:cNvCxnSpPr/>
          <p:nvPr/>
        </p:nvCxnSpPr>
        <p:spPr>
          <a:xfrm flipV="1">
            <a:off x="8133182" y="3667125"/>
            <a:ext cx="582193" cy="1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e 378"/>
          <p:cNvGrpSpPr/>
          <p:nvPr/>
        </p:nvGrpSpPr>
        <p:grpSpPr>
          <a:xfrm>
            <a:off x="8239125" y="3619500"/>
            <a:ext cx="361950" cy="104775"/>
            <a:chOff x="8048625" y="1771650"/>
            <a:chExt cx="361950" cy="104775"/>
          </a:xfrm>
        </p:grpSpPr>
        <p:cxnSp>
          <p:nvCxnSpPr>
            <p:cNvPr id="374" name="Connecteur droit 373"/>
            <p:cNvCxnSpPr/>
            <p:nvPr/>
          </p:nvCxnSpPr>
          <p:spPr>
            <a:xfrm flipH="1">
              <a:off x="80486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Connecteur droit 374"/>
            <p:cNvCxnSpPr/>
            <p:nvPr/>
          </p:nvCxnSpPr>
          <p:spPr>
            <a:xfrm flipH="1">
              <a:off x="81248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Connecteur droit 375"/>
            <p:cNvCxnSpPr/>
            <p:nvPr/>
          </p:nvCxnSpPr>
          <p:spPr>
            <a:xfrm flipH="1">
              <a:off x="82010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Connecteur droit 376"/>
            <p:cNvCxnSpPr/>
            <p:nvPr/>
          </p:nvCxnSpPr>
          <p:spPr>
            <a:xfrm flipH="1">
              <a:off x="82772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Connecteur droit 377"/>
            <p:cNvCxnSpPr/>
            <p:nvPr/>
          </p:nvCxnSpPr>
          <p:spPr>
            <a:xfrm flipH="1">
              <a:off x="83534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2" name="Groupe 391"/>
          <p:cNvGrpSpPr/>
          <p:nvPr/>
        </p:nvGrpSpPr>
        <p:grpSpPr>
          <a:xfrm>
            <a:off x="6503217" y="4522010"/>
            <a:ext cx="221430" cy="102377"/>
            <a:chOff x="7512867" y="6550835"/>
            <a:chExt cx="221430" cy="102377"/>
          </a:xfrm>
        </p:grpSpPr>
        <p:sp>
          <p:nvSpPr>
            <p:cNvPr id="216" name="Organigramme : Joindre 215"/>
            <p:cNvSpPr/>
            <p:nvPr/>
          </p:nvSpPr>
          <p:spPr>
            <a:xfrm rot="10800000">
              <a:off x="7512867" y="6550835"/>
              <a:ext cx="95271" cy="100029"/>
            </a:xfrm>
            <a:prstGeom prst="flowChartCollat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sp>
          <p:nvSpPr>
            <p:cNvPr id="217" name="Rectangle à coins arrondis 216"/>
            <p:cNvSpPr/>
            <p:nvPr/>
          </p:nvSpPr>
          <p:spPr>
            <a:xfrm>
              <a:off x="7672386" y="6553200"/>
              <a:ext cx="61911" cy="100012"/>
            </a:xfrm>
            <a:prstGeom prst="roundRect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cxnSp>
          <p:nvCxnSpPr>
            <p:cNvPr id="219" name="Connecteur droit 218"/>
            <p:cNvCxnSpPr/>
            <p:nvPr/>
          </p:nvCxnSpPr>
          <p:spPr>
            <a:xfrm>
              <a:off x="7572375" y="6605588"/>
              <a:ext cx="95250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2" name="Organigramme : Joindre 381"/>
          <p:cNvSpPr/>
          <p:nvPr/>
        </p:nvSpPr>
        <p:spPr>
          <a:xfrm rot="10800000">
            <a:off x="3017067" y="4502960"/>
            <a:ext cx="95271" cy="100029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83" name="Rectangle 382"/>
          <p:cNvSpPr/>
          <p:nvPr/>
        </p:nvSpPr>
        <p:spPr>
          <a:xfrm>
            <a:off x="8134351" y="762000"/>
            <a:ext cx="828674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CK4</a:t>
            </a:r>
          </a:p>
        </p:txBody>
      </p:sp>
      <p:sp>
        <p:nvSpPr>
          <p:cNvPr id="387" name="Forme libre 386"/>
          <p:cNvSpPr/>
          <p:nvPr/>
        </p:nvSpPr>
        <p:spPr>
          <a:xfrm>
            <a:off x="4562475" y="923926"/>
            <a:ext cx="561975" cy="714374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5" name="Organigramme : Joindre 204"/>
          <p:cNvSpPr/>
          <p:nvPr/>
        </p:nvSpPr>
        <p:spPr>
          <a:xfrm rot="10800000">
            <a:off x="952478" y="4148159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06" name="Connecteur droit avec flèche 205"/>
          <p:cNvCxnSpPr/>
          <p:nvPr/>
        </p:nvCxnSpPr>
        <p:spPr>
          <a:xfrm flipV="1">
            <a:off x="695325" y="3171825"/>
            <a:ext cx="0" cy="100012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Organigramme : Joindre 253"/>
          <p:cNvSpPr/>
          <p:nvPr/>
        </p:nvSpPr>
        <p:spPr>
          <a:xfrm rot="5400000">
            <a:off x="764381" y="3626648"/>
            <a:ext cx="204788" cy="161924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12" name="Connecteur droit 211"/>
          <p:cNvCxnSpPr/>
          <p:nvPr/>
        </p:nvCxnSpPr>
        <p:spPr>
          <a:xfrm>
            <a:off x="5376863" y="1538288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Connecteur droit 212"/>
          <p:cNvCxnSpPr/>
          <p:nvPr/>
        </p:nvCxnSpPr>
        <p:spPr>
          <a:xfrm>
            <a:off x="5572130" y="1543035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onnecteur droit avec flèche 213"/>
          <p:cNvCxnSpPr/>
          <p:nvPr/>
        </p:nvCxnSpPr>
        <p:spPr>
          <a:xfrm flipV="1">
            <a:off x="3567113" y="1528763"/>
            <a:ext cx="195262" cy="2000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Connecteur droit 217"/>
          <p:cNvCxnSpPr/>
          <p:nvPr/>
        </p:nvCxnSpPr>
        <p:spPr>
          <a:xfrm>
            <a:off x="3567113" y="1519238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Connecteur droit 219"/>
          <p:cNvCxnSpPr/>
          <p:nvPr/>
        </p:nvCxnSpPr>
        <p:spPr>
          <a:xfrm>
            <a:off x="3762380" y="1523985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onnecteur droit avec flèche 220"/>
          <p:cNvCxnSpPr/>
          <p:nvPr/>
        </p:nvCxnSpPr>
        <p:spPr>
          <a:xfrm flipH="1" flipV="1">
            <a:off x="5381625" y="1543050"/>
            <a:ext cx="180975" cy="19050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Connecteur droit 231"/>
          <p:cNvCxnSpPr/>
          <p:nvPr/>
        </p:nvCxnSpPr>
        <p:spPr>
          <a:xfrm>
            <a:off x="3762375" y="1638300"/>
            <a:ext cx="162877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Connecteur droit 239"/>
          <p:cNvCxnSpPr/>
          <p:nvPr/>
        </p:nvCxnSpPr>
        <p:spPr>
          <a:xfrm>
            <a:off x="4181475" y="3810000"/>
            <a:ext cx="78105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Rectangle à coins arrondis 282"/>
          <p:cNvSpPr/>
          <p:nvPr/>
        </p:nvSpPr>
        <p:spPr>
          <a:xfrm>
            <a:off x="4943476" y="3490913"/>
            <a:ext cx="161925" cy="123825"/>
          </a:xfrm>
          <a:prstGeom prst="round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84" name="Connecteur droit 283"/>
          <p:cNvCxnSpPr>
            <a:endCxn id="283" idx="2"/>
          </p:cNvCxnSpPr>
          <p:nvPr/>
        </p:nvCxnSpPr>
        <p:spPr>
          <a:xfrm flipH="1" flipV="1">
            <a:off x="5024439" y="3614738"/>
            <a:ext cx="2397" cy="173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Connecteur droit 290"/>
          <p:cNvCxnSpPr/>
          <p:nvPr/>
        </p:nvCxnSpPr>
        <p:spPr>
          <a:xfrm flipH="1">
            <a:off x="3867150" y="3819525"/>
            <a:ext cx="1" cy="41910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Connecteur droit 293"/>
          <p:cNvCxnSpPr/>
          <p:nvPr/>
        </p:nvCxnSpPr>
        <p:spPr>
          <a:xfrm flipH="1">
            <a:off x="5305425" y="3800475"/>
            <a:ext cx="1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Connecteur droit 297"/>
          <p:cNvCxnSpPr/>
          <p:nvPr/>
        </p:nvCxnSpPr>
        <p:spPr>
          <a:xfrm>
            <a:off x="1057275" y="4314825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Connecteur droit 302"/>
          <p:cNvCxnSpPr/>
          <p:nvPr/>
        </p:nvCxnSpPr>
        <p:spPr>
          <a:xfrm>
            <a:off x="1428750" y="4305300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Connecteur droit 307"/>
          <p:cNvCxnSpPr/>
          <p:nvPr/>
        </p:nvCxnSpPr>
        <p:spPr>
          <a:xfrm>
            <a:off x="4481523" y="4686306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Connecteur droit 309"/>
          <p:cNvCxnSpPr/>
          <p:nvPr/>
        </p:nvCxnSpPr>
        <p:spPr>
          <a:xfrm>
            <a:off x="4491032" y="4729157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6" name="Forme libre 325"/>
          <p:cNvSpPr/>
          <p:nvPr/>
        </p:nvSpPr>
        <p:spPr>
          <a:xfrm flipH="1" flipV="1">
            <a:off x="7848600" y="1981197"/>
            <a:ext cx="590550" cy="590551"/>
          </a:xfrm>
          <a:custGeom>
            <a:avLst/>
            <a:gdLst>
              <a:gd name="connsiteX0" fmla="*/ 0 w 2514600"/>
              <a:gd name="connsiteY0" fmla="*/ 914400 h 914400"/>
              <a:gd name="connsiteX1" fmla="*/ 0 w 2514600"/>
              <a:gd name="connsiteY1" fmla="*/ 0 h 914400"/>
              <a:gd name="connsiteX2" fmla="*/ 2514600 w 25146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0" h="914400">
                <a:moveTo>
                  <a:pt x="0" y="914400"/>
                </a:moveTo>
                <a:lnTo>
                  <a:pt x="0" y="0"/>
                </a:lnTo>
                <a:lnTo>
                  <a:pt x="25146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29" name="Rectangle 328"/>
          <p:cNvSpPr/>
          <p:nvPr/>
        </p:nvSpPr>
        <p:spPr>
          <a:xfrm>
            <a:off x="6000750" y="1514475"/>
            <a:ext cx="200025" cy="21145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331" name="Forme libre 330"/>
          <p:cNvSpPr/>
          <p:nvPr/>
        </p:nvSpPr>
        <p:spPr>
          <a:xfrm>
            <a:off x="3009900" y="1495424"/>
            <a:ext cx="85725" cy="2066925"/>
          </a:xfrm>
          <a:custGeom>
            <a:avLst/>
            <a:gdLst>
              <a:gd name="connsiteX0" fmla="*/ 0 w 66675"/>
              <a:gd name="connsiteY0" fmla="*/ 0 h 1485900"/>
              <a:gd name="connsiteX1" fmla="*/ 0 w 66675"/>
              <a:gd name="connsiteY1" fmla="*/ 1485900 h 1485900"/>
              <a:gd name="connsiteX2" fmla="*/ 66675 w 66675"/>
              <a:gd name="connsiteY2" fmla="*/ 1476375 h 1485900"/>
              <a:gd name="connsiteX3" fmla="*/ 66675 w 66675"/>
              <a:gd name="connsiteY3" fmla="*/ 9525 h 148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675" h="1485900">
                <a:moveTo>
                  <a:pt x="0" y="0"/>
                </a:moveTo>
                <a:lnTo>
                  <a:pt x="0" y="1485900"/>
                </a:lnTo>
                <a:lnTo>
                  <a:pt x="66675" y="1476375"/>
                </a:lnTo>
                <a:lnTo>
                  <a:pt x="66675" y="9525"/>
                </a:lnTo>
              </a:path>
            </a:pathLst>
          </a:cu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2" name="Forme libre 331"/>
          <p:cNvSpPr/>
          <p:nvPr/>
        </p:nvSpPr>
        <p:spPr>
          <a:xfrm>
            <a:off x="6057900" y="1514474"/>
            <a:ext cx="95250" cy="2047875"/>
          </a:xfrm>
          <a:custGeom>
            <a:avLst/>
            <a:gdLst>
              <a:gd name="connsiteX0" fmla="*/ 0 w 66675"/>
              <a:gd name="connsiteY0" fmla="*/ 0 h 1485900"/>
              <a:gd name="connsiteX1" fmla="*/ 0 w 66675"/>
              <a:gd name="connsiteY1" fmla="*/ 1485900 h 1485900"/>
              <a:gd name="connsiteX2" fmla="*/ 66675 w 66675"/>
              <a:gd name="connsiteY2" fmla="*/ 1476375 h 1485900"/>
              <a:gd name="connsiteX3" fmla="*/ 66675 w 66675"/>
              <a:gd name="connsiteY3" fmla="*/ 9525 h 148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675" h="1485900">
                <a:moveTo>
                  <a:pt x="0" y="0"/>
                </a:moveTo>
                <a:lnTo>
                  <a:pt x="0" y="1485900"/>
                </a:lnTo>
                <a:lnTo>
                  <a:pt x="66675" y="1476375"/>
                </a:lnTo>
                <a:lnTo>
                  <a:pt x="66675" y="9525"/>
                </a:lnTo>
              </a:path>
            </a:pathLst>
          </a:cu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4" name="Rectangle 333"/>
          <p:cNvSpPr/>
          <p:nvPr/>
        </p:nvSpPr>
        <p:spPr>
          <a:xfrm>
            <a:off x="5848350" y="1285875"/>
            <a:ext cx="504825" cy="238126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 smtClean="0">
                <a:solidFill>
                  <a:schemeClr val="tx1"/>
                </a:solidFill>
              </a:rPr>
              <a:t>R</a:t>
            </a:r>
          </a:p>
        </p:txBody>
      </p:sp>
      <p:cxnSp>
        <p:nvCxnSpPr>
          <p:cNvPr id="338" name="Connecteur droit 337"/>
          <p:cNvCxnSpPr/>
          <p:nvPr/>
        </p:nvCxnSpPr>
        <p:spPr>
          <a:xfrm flipH="1">
            <a:off x="3876675" y="4314825"/>
            <a:ext cx="4" cy="93345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" name="Forme libre 347"/>
          <p:cNvSpPr/>
          <p:nvPr/>
        </p:nvSpPr>
        <p:spPr>
          <a:xfrm>
            <a:off x="1419225" y="3238500"/>
            <a:ext cx="3133725" cy="2047875"/>
          </a:xfrm>
          <a:custGeom>
            <a:avLst/>
            <a:gdLst>
              <a:gd name="connsiteX0" fmla="*/ 0 w 3133725"/>
              <a:gd name="connsiteY0" fmla="*/ 914400 h 2047875"/>
              <a:gd name="connsiteX1" fmla="*/ 0 w 3133725"/>
              <a:gd name="connsiteY1" fmla="*/ 0 h 2047875"/>
              <a:gd name="connsiteX2" fmla="*/ 619125 w 3133725"/>
              <a:gd name="connsiteY2" fmla="*/ 0 h 2047875"/>
              <a:gd name="connsiteX3" fmla="*/ 619125 w 3133725"/>
              <a:gd name="connsiteY3" fmla="*/ 2047875 h 2047875"/>
              <a:gd name="connsiteX4" fmla="*/ 3133725 w 3133725"/>
              <a:gd name="connsiteY4" fmla="*/ 2047875 h 2047875"/>
              <a:gd name="connsiteX5" fmla="*/ 3133725 w 3133725"/>
              <a:gd name="connsiteY5" fmla="*/ 1495425 h 2047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3725" h="2047875">
                <a:moveTo>
                  <a:pt x="0" y="914400"/>
                </a:moveTo>
                <a:lnTo>
                  <a:pt x="0" y="0"/>
                </a:lnTo>
                <a:lnTo>
                  <a:pt x="619125" y="0"/>
                </a:lnTo>
                <a:lnTo>
                  <a:pt x="619125" y="2047875"/>
                </a:lnTo>
                <a:lnTo>
                  <a:pt x="3133725" y="2047875"/>
                </a:lnTo>
                <a:lnTo>
                  <a:pt x="3133725" y="14954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51" name="Connecteur droit 350"/>
          <p:cNvCxnSpPr/>
          <p:nvPr/>
        </p:nvCxnSpPr>
        <p:spPr>
          <a:xfrm>
            <a:off x="2943225" y="1504950"/>
            <a:ext cx="0" cy="4572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Connecteur droit 351"/>
          <p:cNvCxnSpPr/>
          <p:nvPr/>
        </p:nvCxnSpPr>
        <p:spPr>
          <a:xfrm>
            <a:off x="3171825" y="1504950"/>
            <a:ext cx="0" cy="4572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Connecteur droit 352"/>
          <p:cNvCxnSpPr/>
          <p:nvPr/>
        </p:nvCxnSpPr>
        <p:spPr>
          <a:xfrm>
            <a:off x="5991225" y="1514475"/>
            <a:ext cx="0" cy="4572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Connecteur droit 353"/>
          <p:cNvCxnSpPr/>
          <p:nvPr/>
        </p:nvCxnSpPr>
        <p:spPr>
          <a:xfrm>
            <a:off x="6219825" y="1524000"/>
            <a:ext cx="0" cy="4572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" name="Forme libre 398"/>
          <p:cNvSpPr/>
          <p:nvPr/>
        </p:nvSpPr>
        <p:spPr>
          <a:xfrm flipV="1">
            <a:off x="6105525" y="4267200"/>
            <a:ext cx="447676" cy="247650"/>
          </a:xfrm>
          <a:custGeom>
            <a:avLst/>
            <a:gdLst>
              <a:gd name="connsiteX0" fmla="*/ 242888 w 242888"/>
              <a:gd name="connsiteY0" fmla="*/ 0 h 119062"/>
              <a:gd name="connsiteX1" fmla="*/ 242888 w 242888"/>
              <a:gd name="connsiteY1" fmla="*/ 119062 h 119062"/>
              <a:gd name="connsiteX2" fmla="*/ 0 w 242888"/>
              <a:gd name="connsiteY2" fmla="*/ 119062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88" h="119062">
                <a:moveTo>
                  <a:pt x="242888" y="0"/>
                </a:moveTo>
                <a:lnTo>
                  <a:pt x="242888" y="119062"/>
                </a:lnTo>
                <a:lnTo>
                  <a:pt x="0" y="119062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00" name="Connecteur droit 399"/>
          <p:cNvCxnSpPr/>
          <p:nvPr/>
        </p:nvCxnSpPr>
        <p:spPr>
          <a:xfrm>
            <a:off x="6105525" y="4086225"/>
            <a:ext cx="0" cy="4381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1" name="Organigramme : Joindre 410"/>
          <p:cNvSpPr/>
          <p:nvPr/>
        </p:nvSpPr>
        <p:spPr>
          <a:xfrm rot="10800000">
            <a:off x="6055542" y="4522010"/>
            <a:ext cx="95271" cy="100029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21" name="Organigramme : Joindre 420"/>
          <p:cNvSpPr/>
          <p:nvPr/>
        </p:nvSpPr>
        <p:spPr>
          <a:xfrm rot="5400000">
            <a:off x="7943867" y="833458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22" name="Rectangle 421"/>
          <p:cNvSpPr/>
          <p:nvPr/>
        </p:nvSpPr>
        <p:spPr>
          <a:xfrm>
            <a:off x="695324" y="2571750"/>
            <a:ext cx="7239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S302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446" name="Organigramme : Connecteur 445"/>
          <p:cNvSpPr/>
          <p:nvPr/>
        </p:nvSpPr>
        <p:spPr>
          <a:xfrm>
            <a:off x="1571625" y="1757361"/>
            <a:ext cx="395291" cy="404813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sp>
        <p:nvSpPr>
          <p:cNvPr id="448" name="Organigramme : Connecteur 447"/>
          <p:cNvSpPr/>
          <p:nvPr/>
        </p:nvSpPr>
        <p:spPr>
          <a:xfrm>
            <a:off x="7134225" y="1738311"/>
            <a:ext cx="395291" cy="404813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grpSp>
        <p:nvGrpSpPr>
          <p:cNvPr id="453" name="Groupe 452"/>
          <p:cNvGrpSpPr/>
          <p:nvPr/>
        </p:nvGrpSpPr>
        <p:grpSpPr>
          <a:xfrm>
            <a:off x="2617017" y="4502960"/>
            <a:ext cx="221430" cy="102377"/>
            <a:chOff x="7512867" y="6550835"/>
            <a:chExt cx="221430" cy="102377"/>
          </a:xfrm>
        </p:grpSpPr>
        <p:sp>
          <p:nvSpPr>
            <p:cNvPr id="454" name="Organigramme : Joindre 453"/>
            <p:cNvSpPr/>
            <p:nvPr/>
          </p:nvSpPr>
          <p:spPr>
            <a:xfrm rot="10800000">
              <a:off x="7512867" y="6550835"/>
              <a:ext cx="95271" cy="100029"/>
            </a:xfrm>
            <a:prstGeom prst="flowChartCollat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sp>
          <p:nvSpPr>
            <p:cNvPr id="455" name="Rectangle à coins arrondis 454"/>
            <p:cNvSpPr/>
            <p:nvPr/>
          </p:nvSpPr>
          <p:spPr>
            <a:xfrm>
              <a:off x="7672386" y="6553200"/>
              <a:ext cx="61911" cy="100012"/>
            </a:xfrm>
            <a:prstGeom prst="roundRect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cxnSp>
          <p:nvCxnSpPr>
            <p:cNvPr id="456" name="Connecteur droit 455"/>
            <p:cNvCxnSpPr/>
            <p:nvPr/>
          </p:nvCxnSpPr>
          <p:spPr>
            <a:xfrm>
              <a:off x="7572375" y="6605588"/>
              <a:ext cx="95250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7" name="Connecteur droit 456"/>
          <p:cNvCxnSpPr/>
          <p:nvPr/>
        </p:nvCxnSpPr>
        <p:spPr>
          <a:xfrm>
            <a:off x="2667001" y="4600575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8" name="Forme libre 457"/>
          <p:cNvSpPr/>
          <p:nvPr/>
        </p:nvSpPr>
        <p:spPr>
          <a:xfrm>
            <a:off x="2595563" y="4733927"/>
            <a:ext cx="138112" cy="80962"/>
          </a:xfrm>
          <a:custGeom>
            <a:avLst/>
            <a:gdLst>
              <a:gd name="connsiteX0" fmla="*/ 0 w 138112"/>
              <a:gd name="connsiteY0" fmla="*/ 0 h 80962"/>
              <a:gd name="connsiteX1" fmla="*/ 61912 w 138112"/>
              <a:gd name="connsiteY1" fmla="*/ 80962 h 80962"/>
              <a:gd name="connsiteX2" fmla="*/ 138112 w 138112"/>
              <a:gd name="connsiteY2" fmla="*/ 9525 h 8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112" h="80962">
                <a:moveTo>
                  <a:pt x="0" y="0"/>
                </a:moveTo>
                <a:lnTo>
                  <a:pt x="61912" y="80962"/>
                </a:lnTo>
                <a:lnTo>
                  <a:pt x="138112" y="9525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459" name="Connecteur droit 458"/>
          <p:cNvCxnSpPr/>
          <p:nvPr/>
        </p:nvCxnSpPr>
        <p:spPr>
          <a:xfrm>
            <a:off x="2657475" y="4824414"/>
            <a:ext cx="0" cy="1381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6" name="Forme libre 465"/>
          <p:cNvSpPr/>
          <p:nvPr/>
        </p:nvSpPr>
        <p:spPr>
          <a:xfrm>
            <a:off x="3295649" y="1371600"/>
            <a:ext cx="771525" cy="847725"/>
          </a:xfrm>
          <a:custGeom>
            <a:avLst/>
            <a:gdLst>
              <a:gd name="connsiteX0" fmla="*/ 0 w 762000"/>
              <a:gd name="connsiteY0" fmla="*/ 0 h 866775"/>
              <a:gd name="connsiteX1" fmla="*/ 762000 w 762000"/>
              <a:gd name="connsiteY1" fmla="*/ 0 h 866775"/>
              <a:gd name="connsiteX2" fmla="*/ 762000 w 762000"/>
              <a:gd name="connsiteY2" fmla="*/ 866775 h 86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2000" h="866775">
                <a:moveTo>
                  <a:pt x="0" y="0"/>
                </a:moveTo>
                <a:lnTo>
                  <a:pt x="762000" y="0"/>
                </a:lnTo>
                <a:lnTo>
                  <a:pt x="762000" y="866775"/>
                </a:lnTo>
              </a:path>
            </a:pathLst>
          </a:cu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7" name="Forme libre 466"/>
          <p:cNvSpPr/>
          <p:nvPr/>
        </p:nvSpPr>
        <p:spPr>
          <a:xfrm flipH="1">
            <a:off x="5057773" y="1381125"/>
            <a:ext cx="790575" cy="847725"/>
          </a:xfrm>
          <a:custGeom>
            <a:avLst/>
            <a:gdLst>
              <a:gd name="connsiteX0" fmla="*/ 0 w 762000"/>
              <a:gd name="connsiteY0" fmla="*/ 0 h 866775"/>
              <a:gd name="connsiteX1" fmla="*/ 762000 w 762000"/>
              <a:gd name="connsiteY1" fmla="*/ 0 h 866775"/>
              <a:gd name="connsiteX2" fmla="*/ 762000 w 762000"/>
              <a:gd name="connsiteY2" fmla="*/ 866775 h 86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2000" h="866775">
                <a:moveTo>
                  <a:pt x="0" y="0"/>
                </a:moveTo>
                <a:lnTo>
                  <a:pt x="762000" y="0"/>
                </a:lnTo>
                <a:lnTo>
                  <a:pt x="762000" y="866775"/>
                </a:lnTo>
              </a:path>
            </a:pathLst>
          </a:cu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8" name="Organigramme : Connecteur 467"/>
          <p:cNvSpPr/>
          <p:nvPr/>
        </p:nvSpPr>
        <p:spPr>
          <a:xfrm>
            <a:off x="3919537" y="2219326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sp>
        <p:nvSpPr>
          <p:cNvPr id="469" name="Rectangle 468"/>
          <p:cNvSpPr/>
          <p:nvPr/>
        </p:nvSpPr>
        <p:spPr>
          <a:xfrm>
            <a:off x="3848100" y="2209800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T303 B2</a:t>
            </a:r>
          </a:p>
        </p:txBody>
      </p:sp>
      <p:cxnSp>
        <p:nvCxnSpPr>
          <p:cNvPr id="470" name="Connecteur droit 469"/>
          <p:cNvCxnSpPr>
            <a:stCxn id="468" idx="2"/>
          </p:cNvCxnSpPr>
          <p:nvPr/>
        </p:nvCxnSpPr>
        <p:spPr>
          <a:xfrm flipH="1" flipV="1">
            <a:off x="3048000" y="2362200"/>
            <a:ext cx="87153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" name="Organigramme : Connecteur 470"/>
          <p:cNvSpPr/>
          <p:nvPr/>
        </p:nvSpPr>
        <p:spPr>
          <a:xfrm>
            <a:off x="4929187" y="2219326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sp>
        <p:nvSpPr>
          <p:cNvPr id="472" name="Rectangle 471"/>
          <p:cNvSpPr/>
          <p:nvPr/>
        </p:nvSpPr>
        <p:spPr>
          <a:xfrm>
            <a:off x="4857750" y="2209800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T303 A2</a:t>
            </a:r>
          </a:p>
        </p:txBody>
      </p:sp>
      <p:cxnSp>
        <p:nvCxnSpPr>
          <p:cNvPr id="473" name="Connecteur droit 472"/>
          <p:cNvCxnSpPr/>
          <p:nvPr/>
        </p:nvCxnSpPr>
        <p:spPr>
          <a:xfrm flipH="1" flipV="1">
            <a:off x="5229225" y="2362200"/>
            <a:ext cx="87153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4" name="Connecteur droit avec flèche 473"/>
          <p:cNvCxnSpPr/>
          <p:nvPr/>
        </p:nvCxnSpPr>
        <p:spPr>
          <a:xfrm>
            <a:off x="3705225" y="1809750"/>
            <a:ext cx="1657350" cy="0"/>
          </a:xfrm>
          <a:prstGeom prst="straightConnector1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Organigramme : Joindre 175"/>
          <p:cNvSpPr/>
          <p:nvPr/>
        </p:nvSpPr>
        <p:spPr>
          <a:xfrm rot="5400000">
            <a:off x="2293167" y="2369359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81" name="Organigramme : Joindre 180"/>
          <p:cNvSpPr/>
          <p:nvPr/>
        </p:nvSpPr>
        <p:spPr>
          <a:xfrm rot="5400000">
            <a:off x="6779441" y="2345547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87" name="Organigramme : Joindre 186"/>
          <p:cNvSpPr/>
          <p:nvPr/>
        </p:nvSpPr>
        <p:spPr>
          <a:xfrm rot="5400000">
            <a:off x="6284141" y="4212447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88" name="Organigramme : Joindre 187"/>
          <p:cNvSpPr/>
          <p:nvPr/>
        </p:nvSpPr>
        <p:spPr>
          <a:xfrm rot="5400000">
            <a:off x="2836091" y="4193397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89" name="Forme libre 188"/>
          <p:cNvSpPr/>
          <p:nvPr/>
        </p:nvSpPr>
        <p:spPr>
          <a:xfrm>
            <a:off x="2419350" y="1714500"/>
            <a:ext cx="257175" cy="247650"/>
          </a:xfrm>
          <a:custGeom>
            <a:avLst/>
            <a:gdLst>
              <a:gd name="connsiteX0" fmla="*/ 0 w 257175"/>
              <a:gd name="connsiteY0" fmla="*/ 0 h 247650"/>
              <a:gd name="connsiteX1" fmla="*/ 0 w 257175"/>
              <a:gd name="connsiteY1" fmla="*/ 142875 h 247650"/>
              <a:gd name="connsiteX2" fmla="*/ 257175 w 257175"/>
              <a:gd name="connsiteY2" fmla="*/ 142875 h 247650"/>
              <a:gd name="connsiteX3" fmla="*/ 257175 w 257175"/>
              <a:gd name="connsiteY3" fmla="*/ 24765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247650">
                <a:moveTo>
                  <a:pt x="0" y="0"/>
                </a:moveTo>
                <a:lnTo>
                  <a:pt x="0" y="142875"/>
                </a:lnTo>
                <a:lnTo>
                  <a:pt x="257175" y="142875"/>
                </a:lnTo>
                <a:lnTo>
                  <a:pt x="257175" y="24765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2" name="Triangle isocèle 191"/>
          <p:cNvSpPr/>
          <p:nvPr/>
        </p:nvSpPr>
        <p:spPr>
          <a:xfrm>
            <a:off x="2381230" y="1600201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93" name="Triangle isocèle 192"/>
          <p:cNvSpPr/>
          <p:nvPr/>
        </p:nvSpPr>
        <p:spPr>
          <a:xfrm rot="16200000" flipH="1" flipV="1">
            <a:off x="2325595" y="1524138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4" name="Forme libre 193"/>
          <p:cNvSpPr/>
          <p:nvPr/>
        </p:nvSpPr>
        <p:spPr>
          <a:xfrm>
            <a:off x="2362177" y="1381124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5" name="Bouée 194"/>
          <p:cNvSpPr/>
          <p:nvPr/>
        </p:nvSpPr>
        <p:spPr>
          <a:xfrm>
            <a:off x="2176440" y="952501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96" name="Rectangle 195"/>
          <p:cNvSpPr/>
          <p:nvPr/>
        </p:nvSpPr>
        <p:spPr>
          <a:xfrm>
            <a:off x="2152649" y="990600"/>
            <a:ext cx="4953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3011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01" name="Forme libre 200"/>
          <p:cNvSpPr/>
          <p:nvPr/>
        </p:nvSpPr>
        <p:spPr>
          <a:xfrm flipH="1">
            <a:off x="6438900" y="1714500"/>
            <a:ext cx="257175" cy="247650"/>
          </a:xfrm>
          <a:custGeom>
            <a:avLst/>
            <a:gdLst>
              <a:gd name="connsiteX0" fmla="*/ 0 w 257175"/>
              <a:gd name="connsiteY0" fmla="*/ 0 h 247650"/>
              <a:gd name="connsiteX1" fmla="*/ 0 w 257175"/>
              <a:gd name="connsiteY1" fmla="*/ 142875 h 247650"/>
              <a:gd name="connsiteX2" fmla="*/ 257175 w 257175"/>
              <a:gd name="connsiteY2" fmla="*/ 142875 h 247650"/>
              <a:gd name="connsiteX3" fmla="*/ 257175 w 257175"/>
              <a:gd name="connsiteY3" fmla="*/ 24765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247650">
                <a:moveTo>
                  <a:pt x="0" y="0"/>
                </a:moveTo>
                <a:lnTo>
                  <a:pt x="0" y="142875"/>
                </a:lnTo>
                <a:lnTo>
                  <a:pt x="257175" y="142875"/>
                </a:lnTo>
                <a:lnTo>
                  <a:pt x="257175" y="24765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2" name="Triangle isocèle 201"/>
          <p:cNvSpPr/>
          <p:nvPr/>
        </p:nvSpPr>
        <p:spPr>
          <a:xfrm>
            <a:off x="6667503" y="1609727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03" name="Triangle isocèle 202"/>
          <p:cNvSpPr/>
          <p:nvPr/>
        </p:nvSpPr>
        <p:spPr>
          <a:xfrm rot="5400000" flipV="1">
            <a:off x="6735693" y="1533664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4" name="Forme libre 203"/>
          <p:cNvSpPr/>
          <p:nvPr/>
        </p:nvSpPr>
        <p:spPr>
          <a:xfrm>
            <a:off x="6648450" y="1390650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7" name="Rectangle 206"/>
          <p:cNvSpPr/>
          <p:nvPr/>
        </p:nvSpPr>
        <p:spPr>
          <a:xfrm>
            <a:off x="6457949" y="1019175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3012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08" name="Bouée 207"/>
          <p:cNvSpPr/>
          <p:nvPr/>
        </p:nvSpPr>
        <p:spPr>
          <a:xfrm>
            <a:off x="6472215" y="971551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grpSp>
        <p:nvGrpSpPr>
          <p:cNvPr id="224" name="Groupe 223"/>
          <p:cNvGrpSpPr/>
          <p:nvPr/>
        </p:nvGrpSpPr>
        <p:grpSpPr>
          <a:xfrm>
            <a:off x="2652714" y="4295775"/>
            <a:ext cx="61912" cy="133350"/>
            <a:chOff x="2105025" y="3290888"/>
            <a:chExt cx="95251" cy="209550"/>
          </a:xfrm>
        </p:grpSpPr>
        <p:sp>
          <p:nvSpPr>
            <p:cNvPr id="223" name="Rectangle 222"/>
            <p:cNvSpPr/>
            <p:nvPr/>
          </p:nvSpPr>
          <p:spPr>
            <a:xfrm rot="-2640000">
              <a:off x="2152651" y="3357562"/>
              <a:ext cx="47625" cy="1428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2" name="Rectangle 221"/>
            <p:cNvSpPr/>
            <p:nvPr/>
          </p:nvSpPr>
          <p:spPr>
            <a:xfrm>
              <a:off x="2105025" y="3290888"/>
              <a:ext cx="45719" cy="2095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33" name="Forme libre 232"/>
          <p:cNvSpPr/>
          <p:nvPr/>
        </p:nvSpPr>
        <p:spPr>
          <a:xfrm>
            <a:off x="2505092" y="4248150"/>
            <a:ext cx="166688" cy="219075"/>
          </a:xfrm>
          <a:custGeom>
            <a:avLst/>
            <a:gdLst>
              <a:gd name="connsiteX0" fmla="*/ 271463 w 271463"/>
              <a:gd name="connsiteY0" fmla="*/ 0 h 247650"/>
              <a:gd name="connsiteX1" fmla="*/ 0 w 271463"/>
              <a:gd name="connsiteY1" fmla="*/ 0 h 247650"/>
              <a:gd name="connsiteX2" fmla="*/ 0 w 271463"/>
              <a:gd name="connsiteY2" fmla="*/ 247650 h 247650"/>
              <a:gd name="connsiteX3" fmla="*/ 252413 w 271463"/>
              <a:gd name="connsiteY3" fmla="*/ 24765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463" h="247650">
                <a:moveTo>
                  <a:pt x="271463" y="0"/>
                </a:moveTo>
                <a:lnTo>
                  <a:pt x="0" y="0"/>
                </a:lnTo>
                <a:lnTo>
                  <a:pt x="0" y="247650"/>
                </a:lnTo>
                <a:lnTo>
                  <a:pt x="252413" y="247650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grpSp>
        <p:nvGrpSpPr>
          <p:cNvPr id="226" name="Groupe 225"/>
          <p:cNvGrpSpPr/>
          <p:nvPr/>
        </p:nvGrpSpPr>
        <p:grpSpPr>
          <a:xfrm>
            <a:off x="2490774" y="4295775"/>
            <a:ext cx="61912" cy="133350"/>
            <a:chOff x="2105025" y="3290888"/>
            <a:chExt cx="95251" cy="209550"/>
          </a:xfrm>
        </p:grpSpPr>
        <p:sp>
          <p:nvSpPr>
            <p:cNvPr id="230" name="Rectangle 229"/>
            <p:cNvSpPr/>
            <p:nvPr/>
          </p:nvSpPr>
          <p:spPr>
            <a:xfrm rot="-2640000">
              <a:off x="2152651" y="3357562"/>
              <a:ext cx="47625" cy="1428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1" name="Rectangle 230"/>
            <p:cNvSpPr/>
            <p:nvPr/>
          </p:nvSpPr>
          <p:spPr>
            <a:xfrm>
              <a:off x="2105025" y="3290888"/>
              <a:ext cx="45719" cy="2095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35" name="Forme libre 234"/>
          <p:cNvSpPr/>
          <p:nvPr/>
        </p:nvSpPr>
        <p:spPr>
          <a:xfrm flipH="1">
            <a:off x="6543692" y="4267200"/>
            <a:ext cx="166688" cy="219075"/>
          </a:xfrm>
          <a:custGeom>
            <a:avLst/>
            <a:gdLst>
              <a:gd name="connsiteX0" fmla="*/ 271463 w 271463"/>
              <a:gd name="connsiteY0" fmla="*/ 0 h 247650"/>
              <a:gd name="connsiteX1" fmla="*/ 0 w 271463"/>
              <a:gd name="connsiteY1" fmla="*/ 0 h 247650"/>
              <a:gd name="connsiteX2" fmla="*/ 0 w 271463"/>
              <a:gd name="connsiteY2" fmla="*/ 247650 h 247650"/>
              <a:gd name="connsiteX3" fmla="*/ 252413 w 271463"/>
              <a:gd name="connsiteY3" fmla="*/ 24765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463" h="247650">
                <a:moveTo>
                  <a:pt x="271463" y="0"/>
                </a:moveTo>
                <a:lnTo>
                  <a:pt x="0" y="0"/>
                </a:lnTo>
                <a:lnTo>
                  <a:pt x="0" y="247650"/>
                </a:lnTo>
                <a:lnTo>
                  <a:pt x="252413" y="247650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grpSp>
        <p:nvGrpSpPr>
          <p:cNvPr id="236" name="Groupe 235"/>
          <p:cNvGrpSpPr/>
          <p:nvPr/>
        </p:nvGrpSpPr>
        <p:grpSpPr>
          <a:xfrm flipH="1">
            <a:off x="6500799" y="4314825"/>
            <a:ext cx="61912" cy="133350"/>
            <a:chOff x="2105025" y="3290888"/>
            <a:chExt cx="95251" cy="209550"/>
          </a:xfrm>
        </p:grpSpPr>
        <p:sp>
          <p:nvSpPr>
            <p:cNvPr id="237" name="Rectangle 236"/>
            <p:cNvSpPr/>
            <p:nvPr/>
          </p:nvSpPr>
          <p:spPr>
            <a:xfrm rot="-2640000">
              <a:off x="2152651" y="3357562"/>
              <a:ext cx="47625" cy="1428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8" name="Rectangle 237"/>
            <p:cNvSpPr/>
            <p:nvPr/>
          </p:nvSpPr>
          <p:spPr>
            <a:xfrm>
              <a:off x="2105025" y="3290888"/>
              <a:ext cx="45719" cy="2095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241" name="Groupe 240"/>
          <p:cNvGrpSpPr/>
          <p:nvPr/>
        </p:nvGrpSpPr>
        <p:grpSpPr>
          <a:xfrm flipH="1">
            <a:off x="6662739" y="4314825"/>
            <a:ext cx="61912" cy="133350"/>
            <a:chOff x="2105025" y="3290888"/>
            <a:chExt cx="95251" cy="209550"/>
          </a:xfrm>
        </p:grpSpPr>
        <p:sp>
          <p:nvSpPr>
            <p:cNvPr id="242" name="Rectangle 241"/>
            <p:cNvSpPr/>
            <p:nvPr/>
          </p:nvSpPr>
          <p:spPr>
            <a:xfrm rot="-2640000">
              <a:off x="2152651" y="3357562"/>
              <a:ext cx="47625" cy="1428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3" name="Rectangle 242"/>
            <p:cNvSpPr/>
            <p:nvPr/>
          </p:nvSpPr>
          <p:spPr>
            <a:xfrm>
              <a:off x="2105025" y="3290888"/>
              <a:ext cx="45719" cy="2095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44" name="Rectangle 243"/>
          <p:cNvSpPr/>
          <p:nvPr/>
        </p:nvSpPr>
        <p:spPr>
          <a:xfrm>
            <a:off x="266700" y="6181726"/>
            <a:ext cx="1904999" cy="361950"/>
          </a:xfrm>
          <a:prstGeom prst="rect">
            <a:avLst/>
          </a:prstGeom>
          <a:solidFill>
            <a:srgbClr val="FFFF99"/>
          </a:solidFill>
          <a:ln w="6350" cmpd="dbl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 smtClean="0">
                <a:solidFill>
                  <a:schemeClr val="tx1"/>
                </a:solidFill>
              </a:rPr>
              <a:t>PCF AIR INSTRUMENT </a:t>
            </a:r>
          </a:p>
          <a:p>
            <a:pPr algn="ctr"/>
            <a:r>
              <a:rPr lang="fr-FR" sz="1100" b="1" dirty="0" smtClean="0">
                <a:solidFill>
                  <a:schemeClr val="tx1"/>
                </a:solidFill>
              </a:rPr>
              <a:t>7841 901 330</a:t>
            </a:r>
          </a:p>
        </p:txBody>
      </p:sp>
      <p:sp>
        <p:nvSpPr>
          <p:cNvPr id="211" name="Forme libre 210"/>
          <p:cNvSpPr/>
          <p:nvPr/>
        </p:nvSpPr>
        <p:spPr>
          <a:xfrm flipV="1">
            <a:off x="5314950" y="4333875"/>
            <a:ext cx="609600" cy="952500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15" name="Forme libre 214"/>
          <p:cNvSpPr/>
          <p:nvPr/>
        </p:nvSpPr>
        <p:spPr>
          <a:xfrm flipV="1">
            <a:off x="3876675" y="5333999"/>
            <a:ext cx="2076449" cy="238126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97" name="Rectangle 196"/>
          <p:cNvSpPr/>
          <p:nvPr/>
        </p:nvSpPr>
        <p:spPr>
          <a:xfrm>
            <a:off x="5634039" y="5229225"/>
            <a:ext cx="576262" cy="1143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09" name="Rectangle 208"/>
          <p:cNvSpPr/>
          <p:nvPr/>
        </p:nvSpPr>
        <p:spPr>
          <a:xfrm>
            <a:off x="5534025" y="52673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Events 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10" name="Rectangle 209"/>
          <p:cNvSpPr/>
          <p:nvPr/>
        </p:nvSpPr>
        <p:spPr>
          <a:xfrm>
            <a:off x="5634039" y="5514975"/>
            <a:ext cx="576262" cy="1143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46" name="Rectangle 245"/>
          <p:cNvSpPr/>
          <p:nvPr/>
        </p:nvSpPr>
        <p:spPr>
          <a:xfrm flipH="1">
            <a:off x="1523999" y="1819275"/>
            <a:ext cx="466725" cy="257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PSH</a:t>
            </a:r>
          </a:p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303B</a:t>
            </a:r>
          </a:p>
        </p:txBody>
      </p:sp>
      <p:sp>
        <p:nvSpPr>
          <p:cNvPr id="247" name="Rectangle 246"/>
          <p:cNvSpPr/>
          <p:nvPr/>
        </p:nvSpPr>
        <p:spPr>
          <a:xfrm flipH="1">
            <a:off x="7105649" y="1800225"/>
            <a:ext cx="466725" cy="257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PSH</a:t>
            </a:r>
          </a:p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303A</a:t>
            </a:r>
          </a:p>
        </p:txBody>
      </p:sp>
      <p:grpSp>
        <p:nvGrpSpPr>
          <p:cNvPr id="225" name="Groupe 411"/>
          <p:cNvGrpSpPr/>
          <p:nvPr/>
        </p:nvGrpSpPr>
        <p:grpSpPr>
          <a:xfrm>
            <a:off x="3807641" y="4219575"/>
            <a:ext cx="269059" cy="123825"/>
            <a:chOff x="8351067" y="4798235"/>
            <a:chExt cx="221430" cy="102377"/>
          </a:xfrm>
        </p:grpSpPr>
        <p:sp>
          <p:nvSpPr>
            <p:cNvPr id="229" name="Organigramme : Joindre 228"/>
            <p:cNvSpPr/>
            <p:nvPr/>
          </p:nvSpPr>
          <p:spPr>
            <a:xfrm rot="10800000">
              <a:off x="8351067" y="4798235"/>
              <a:ext cx="95271" cy="100029"/>
            </a:xfrm>
            <a:prstGeom prst="flowChartCollate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sp>
          <p:nvSpPr>
            <p:cNvPr id="251" name="Rectangle à coins arrondis 250"/>
            <p:cNvSpPr/>
            <p:nvPr/>
          </p:nvSpPr>
          <p:spPr>
            <a:xfrm>
              <a:off x="8510586" y="4800600"/>
              <a:ext cx="61911" cy="100012"/>
            </a:xfrm>
            <a:prstGeom prst="roundRect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cxnSp>
          <p:nvCxnSpPr>
            <p:cNvPr id="252" name="Connecteur droit 251"/>
            <p:cNvCxnSpPr/>
            <p:nvPr/>
          </p:nvCxnSpPr>
          <p:spPr>
            <a:xfrm>
              <a:off x="8410575" y="4852988"/>
              <a:ext cx="95250" cy="0"/>
            </a:xfrm>
            <a:prstGeom prst="line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56" name="Groupe 411"/>
          <p:cNvGrpSpPr/>
          <p:nvPr/>
        </p:nvGrpSpPr>
        <p:grpSpPr>
          <a:xfrm>
            <a:off x="5236391" y="4210050"/>
            <a:ext cx="269059" cy="123825"/>
            <a:chOff x="8351067" y="4798235"/>
            <a:chExt cx="221430" cy="102377"/>
          </a:xfrm>
        </p:grpSpPr>
        <p:sp>
          <p:nvSpPr>
            <p:cNvPr id="258" name="Organigramme : Joindre 257"/>
            <p:cNvSpPr/>
            <p:nvPr/>
          </p:nvSpPr>
          <p:spPr>
            <a:xfrm rot="10800000">
              <a:off x="8351067" y="4798235"/>
              <a:ext cx="95271" cy="100029"/>
            </a:xfrm>
            <a:prstGeom prst="flowChartCollat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sp>
          <p:nvSpPr>
            <p:cNvPr id="266" name="Rectangle à coins arrondis 265"/>
            <p:cNvSpPr/>
            <p:nvPr/>
          </p:nvSpPr>
          <p:spPr>
            <a:xfrm>
              <a:off x="8510586" y="4800600"/>
              <a:ext cx="61911" cy="100012"/>
            </a:xfrm>
            <a:prstGeom prst="roundRect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cxnSp>
          <p:nvCxnSpPr>
            <p:cNvPr id="267" name="Connecteur droit 266"/>
            <p:cNvCxnSpPr/>
            <p:nvPr/>
          </p:nvCxnSpPr>
          <p:spPr>
            <a:xfrm>
              <a:off x="8410575" y="4852988"/>
              <a:ext cx="95250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69" name="Forme libre 268"/>
          <p:cNvSpPr/>
          <p:nvPr/>
        </p:nvSpPr>
        <p:spPr>
          <a:xfrm>
            <a:off x="3333750" y="1638301"/>
            <a:ext cx="238125" cy="314324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0" name="Forme libre 269"/>
          <p:cNvSpPr/>
          <p:nvPr/>
        </p:nvSpPr>
        <p:spPr>
          <a:xfrm flipH="1">
            <a:off x="5572126" y="1638301"/>
            <a:ext cx="247650" cy="314324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9" name="Connecteur droit 238"/>
          <p:cNvCxnSpPr/>
          <p:nvPr/>
        </p:nvCxnSpPr>
        <p:spPr>
          <a:xfrm flipV="1">
            <a:off x="5045886" y="3800475"/>
            <a:ext cx="488139" cy="240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à coins arrondis 21"/>
          <p:cNvSpPr/>
          <p:nvPr/>
        </p:nvSpPr>
        <p:spPr>
          <a:xfrm>
            <a:off x="5486400" y="1962151"/>
            <a:ext cx="1209675" cy="2119312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à coins arrondis 35"/>
          <p:cNvSpPr/>
          <p:nvPr/>
        </p:nvSpPr>
        <p:spPr>
          <a:xfrm>
            <a:off x="2466974" y="1962150"/>
            <a:ext cx="1209675" cy="2114550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9" name="Connecteur droit 48"/>
          <p:cNvCxnSpPr/>
          <p:nvPr/>
        </p:nvCxnSpPr>
        <p:spPr>
          <a:xfrm flipV="1">
            <a:off x="3676650" y="3807622"/>
            <a:ext cx="407211" cy="2378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rganigramme : Joindre 49"/>
          <p:cNvSpPr/>
          <p:nvPr/>
        </p:nvSpPr>
        <p:spPr>
          <a:xfrm rot="5400000">
            <a:off x="7746214" y="5317334"/>
            <a:ext cx="204788" cy="180974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81" name="Connecteur droit 80"/>
          <p:cNvCxnSpPr/>
          <p:nvPr/>
        </p:nvCxnSpPr>
        <p:spPr>
          <a:xfrm>
            <a:off x="6553201" y="4629150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1"/>
          <p:cNvCxnSpPr/>
          <p:nvPr/>
        </p:nvCxnSpPr>
        <p:spPr>
          <a:xfrm>
            <a:off x="3133716" y="1809735"/>
            <a:ext cx="2886084" cy="15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Organigramme : Joindre 87"/>
          <p:cNvSpPr/>
          <p:nvPr/>
        </p:nvSpPr>
        <p:spPr>
          <a:xfrm rot="5400000">
            <a:off x="4000517" y="3719516"/>
            <a:ext cx="204788" cy="157162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94" name="Rectangle à coins arrondis 93"/>
          <p:cNvSpPr/>
          <p:nvPr/>
        </p:nvSpPr>
        <p:spPr>
          <a:xfrm>
            <a:off x="4019551" y="3490913"/>
            <a:ext cx="161925" cy="123825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96" name="Connecteur droit 95"/>
          <p:cNvCxnSpPr>
            <a:endCxn id="94" idx="2"/>
          </p:cNvCxnSpPr>
          <p:nvPr/>
        </p:nvCxnSpPr>
        <p:spPr>
          <a:xfrm flipH="1" flipV="1">
            <a:off x="4100514" y="3614738"/>
            <a:ext cx="2397" cy="173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Forme libre 100"/>
          <p:cNvSpPr/>
          <p:nvPr/>
        </p:nvSpPr>
        <p:spPr>
          <a:xfrm>
            <a:off x="6481763" y="4762502"/>
            <a:ext cx="138112" cy="80962"/>
          </a:xfrm>
          <a:custGeom>
            <a:avLst/>
            <a:gdLst>
              <a:gd name="connsiteX0" fmla="*/ 0 w 138112"/>
              <a:gd name="connsiteY0" fmla="*/ 0 h 80962"/>
              <a:gd name="connsiteX1" fmla="*/ 61912 w 138112"/>
              <a:gd name="connsiteY1" fmla="*/ 80962 h 80962"/>
              <a:gd name="connsiteX2" fmla="*/ 138112 w 138112"/>
              <a:gd name="connsiteY2" fmla="*/ 9525 h 8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112" h="80962">
                <a:moveTo>
                  <a:pt x="0" y="0"/>
                </a:moveTo>
                <a:lnTo>
                  <a:pt x="61912" y="80962"/>
                </a:lnTo>
                <a:lnTo>
                  <a:pt x="138112" y="9525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03" name="Connecteur droit 102"/>
          <p:cNvCxnSpPr/>
          <p:nvPr/>
        </p:nvCxnSpPr>
        <p:spPr>
          <a:xfrm>
            <a:off x="6543675" y="4852989"/>
            <a:ext cx="0" cy="1381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Forme libre 127"/>
          <p:cNvSpPr/>
          <p:nvPr/>
        </p:nvSpPr>
        <p:spPr>
          <a:xfrm flipH="1">
            <a:off x="5867398" y="923922"/>
            <a:ext cx="1952626" cy="3571877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9" name="Organigramme : Délai 128"/>
          <p:cNvSpPr/>
          <p:nvPr/>
        </p:nvSpPr>
        <p:spPr>
          <a:xfrm rot="5400000">
            <a:off x="5103018" y="769165"/>
            <a:ext cx="433388" cy="390524"/>
          </a:xfrm>
          <a:prstGeom prst="flowChartDelay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31" name="Connecteur droit 130"/>
          <p:cNvCxnSpPr/>
          <p:nvPr/>
        </p:nvCxnSpPr>
        <p:spPr>
          <a:xfrm>
            <a:off x="5110163" y="714396"/>
            <a:ext cx="414337" cy="0"/>
          </a:xfrm>
          <a:prstGeom prst="lin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0" name="Connecteur droit 139"/>
          <p:cNvCxnSpPr/>
          <p:nvPr/>
        </p:nvCxnSpPr>
        <p:spPr>
          <a:xfrm>
            <a:off x="5514975" y="923925"/>
            <a:ext cx="2000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eur droit 148"/>
          <p:cNvCxnSpPr/>
          <p:nvPr/>
        </p:nvCxnSpPr>
        <p:spPr>
          <a:xfrm flipH="1">
            <a:off x="8410575" y="3971925"/>
            <a:ext cx="9526" cy="5143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Forme libre 149"/>
          <p:cNvSpPr/>
          <p:nvPr/>
        </p:nvSpPr>
        <p:spPr>
          <a:xfrm flipH="1">
            <a:off x="7486648" y="3695700"/>
            <a:ext cx="438149" cy="1724025"/>
          </a:xfrm>
          <a:custGeom>
            <a:avLst/>
            <a:gdLst>
              <a:gd name="connsiteX0" fmla="*/ 0 w 1462088"/>
              <a:gd name="connsiteY0" fmla="*/ 1428750 h 1428750"/>
              <a:gd name="connsiteX1" fmla="*/ 1462088 w 1462088"/>
              <a:gd name="connsiteY1" fmla="*/ 1428750 h 1428750"/>
              <a:gd name="connsiteX2" fmla="*/ 1462088 w 1462088"/>
              <a:gd name="connsiteY2" fmla="*/ 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62088" h="1428750">
                <a:moveTo>
                  <a:pt x="0" y="1428750"/>
                </a:moveTo>
                <a:lnTo>
                  <a:pt x="1462088" y="1428750"/>
                </a:lnTo>
                <a:lnTo>
                  <a:pt x="1462088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7" name="Connecteur droit 156"/>
          <p:cNvCxnSpPr/>
          <p:nvPr/>
        </p:nvCxnSpPr>
        <p:spPr>
          <a:xfrm>
            <a:off x="7477125" y="4495800"/>
            <a:ext cx="94297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Forme libre 159"/>
          <p:cNvSpPr/>
          <p:nvPr/>
        </p:nvSpPr>
        <p:spPr>
          <a:xfrm flipH="1" flipV="1">
            <a:off x="2666998" y="4248148"/>
            <a:ext cx="400049" cy="266702"/>
          </a:xfrm>
          <a:custGeom>
            <a:avLst/>
            <a:gdLst>
              <a:gd name="connsiteX0" fmla="*/ 242888 w 242888"/>
              <a:gd name="connsiteY0" fmla="*/ 0 h 119062"/>
              <a:gd name="connsiteX1" fmla="*/ 242888 w 242888"/>
              <a:gd name="connsiteY1" fmla="*/ 119062 h 119062"/>
              <a:gd name="connsiteX2" fmla="*/ 0 w 242888"/>
              <a:gd name="connsiteY2" fmla="*/ 119062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88" h="119062">
                <a:moveTo>
                  <a:pt x="242888" y="0"/>
                </a:moveTo>
                <a:lnTo>
                  <a:pt x="242888" y="119062"/>
                </a:lnTo>
                <a:lnTo>
                  <a:pt x="0" y="119062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2" name="Organigramme : Joindre 161"/>
          <p:cNvSpPr/>
          <p:nvPr/>
        </p:nvSpPr>
        <p:spPr>
          <a:xfrm rot="10800000">
            <a:off x="7381853" y="3529034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66" name="Connecteur droit avec flèche 165"/>
          <p:cNvCxnSpPr/>
          <p:nvPr/>
        </p:nvCxnSpPr>
        <p:spPr>
          <a:xfrm>
            <a:off x="7810500" y="923925"/>
            <a:ext cx="533400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Forme libre 176"/>
          <p:cNvSpPr/>
          <p:nvPr/>
        </p:nvSpPr>
        <p:spPr>
          <a:xfrm>
            <a:off x="6700838" y="2152650"/>
            <a:ext cx="633412" cy="247650"/>
          </a:xfrm>
          <a:custGeom>
            <a:avLst/>
            <a:gdLst>
              <a:gd name="connsiteX0" fmla="*/ 0 w 357187"/>
              <a:gd name="connsiteY0" fmla="*/ 247650 h 247650"/>
              <a:gd name="connsiteX1" fmla="*/ 357187 w 357187"/>
              <a:gd name="connsiteY1" fmla="*/ 247650 h 247650"/>
              <a:gd name="connsiteX2" fmla="*/ 357187 w 35718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187" h="247650">
                <a:moveTo>
                  <a:pt x="0" y="247650"/>
                </a:moveTo>
                <a:lnTo>
                  <a:pt x="357187" y="247650"/>
                </a:lnTo>
                <a:lnTo>
                  <a:pt x="357187" y="0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6" name="Forme libre 185"/>
          <p:cNvSpPr/>
          <p:nvPr/>
        </p:nvSpPr>
        <p:spPr>
          <a:xfrm flipH="1">
            <a:off x="1771650" y="2171699"/>
            <a:ext cx="685801" cy="247650"/>
          </a:xfrm>
          <a:custGeom>
            <a:avLst/>
            <a:gdLst>
              <a:gd name="connsiteX0" fmla="*/ 0 w 357187"/>
              <a:gd name="connsiteY0" fmla="*/ 247650 h 247650"/>
              <a:gd name="connsiteX1" fmla="*/ 357187 w 357187"/>
              <a:gd name="connsiteY1" fmla="*/ 247650 h 247650"/>
              <a:gd name="connsiteX2" fmla="*/ 357187 w 35718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187" h="247650">
                <a:moveTo>
                  <a:pt x="0" y="247650"/>
                </a:moveTo>
                <a:lnTo>
                  <a:pt x="357187" y="247650"/>
                </a:lnTo>
                <a:lnTo>
                  <a:pt x="357187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0" name="Organigramme : Connecteur 189"/>
          <p:cNvSpPr/>
          <p:nvPr/>
        </p:nvSpPr>
        <p:spPr>
          <a:xfrm>
            <a:off x="6781802" y="1790700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1" name="Connecteur droit 190"/>
          <p:cNvCxnSpPr/>
          <p:nvPr/>
        </p:nvCxnSpPr>
        <p:spPr>
          <a:xfrm>
            <a:off x="6934210" y="2081213"/>
            <a:ext cx="1" cy="3143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Organigramme : Connecteur 226"/>
          <p:cNvSpPr/>
          <p:nvPr/>
        </p:nvSpPr>
        <p:spPr>
          <a:xfrm>
            <a:off x="2076453" y="1814512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28" name="Connecteur droit 227"/>
          <p:cNvCxnSpPr/>
          <p:nvPr/>
        </p:nvCxnSpPr>
        <p:spPr>
          <a:xfrm>
            <a:off x="2228861" y="2105025"/>
            <a:ext cx="1" cy="3143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cteur droit 233"/>
          <p:cNvCxnSpPr/>
          <p:nvPr/>
        </p:nvCxnSpPr>
        <p:spPr>
          <a:xfrm flipH="1">
            <a:off x="4552950" y="3810000"/>
            <a:ext cx="1" cy="8763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Connecteur droit 244"/>
          <p:cNvCxnSpPr/>
          <p:nvPr/>
        </p:nvCxnSpPr>
        <p:spPr>
          <a:xfrm>
            <a:off x="561975" y="4733925"/>
            <a:ext cx="981075" cy="0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Connecteur droit 247"/>
          <p:cNvCxnSpPr/>
          <p:nvPr/>
        </p:nvCxnSpPr>
        <p:spPr>
          <a:xfrm>
            <a:off x="704850" y="4314825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Organigramme : Joindre 248"/>
          <p:cNvSpPr/>
          <p:nvPr/>
        </p:nvSpPr>
        <p:spPr>
          <a:xfrm rot="10800000">
            <a:off x="590528" y="4138634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50" name="Organigramme : Joindre 249"/>
          <p:cNvSpPr/>
          <p:nvPr/>
        </p:nvSpPr>
        <p:spPr>
          <a:xfrm rot="10800000">
            <a:off x="1323953" y="4148159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53" name="Connecteur droit avec flèche 252"/>
          <p:cNvCxnSpPr>
            <a:endCxn id="422" idx="2"/>
          </p:cNvCxnSpPr>
          <p:nvPr/>
        </p:nvCxnSpPr>
        <p:spPr>
          <a:xfrm flipV="1">
            <a:off x="1057275" y="2886075"/>
            <a:ext cx="0" cy="1285876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Connecteur droit 254"/>
          <p:cNvCxnSpPr/>
          <p:nvPr/>
        </p:nvCxnSpPr>
        <p:spPr>
          <a:xfrm flipV="1">
            <a:off x="842964" y="3709988"/>
            <a:ext cx="209549" cy="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Connecteur droit 256"/>
          <p:cNvCxnSpPr/>
          <p:nvPr/>
        </p:nvCxnSpPr>
        <p:spPr>
          <a:xfrm flipV="1">
            <a:off x="681039" y="3709988"/>
            <a:ext cx="209549" cy="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onnecteur droit 258"/>
          <p:cNvCxnSpPr/>
          <p:nvPr/>
        </p:nvCxnSpPr>
        <p:spPr>
          <a:xfrm>
            <a:off x="1057275" y="4733925"/>
            <a:ext cx="0" cy="5238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Rectangle 259"/>
          <p:cNvSpPr/>
          <p:nvPr/>
        </p:nvSpPr>
        <p:spPr>
          <a:xfrm>
            <a:off x="2657475" y="3676650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S303B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61" name="Rectangle 260"/>
          <p:cNvSpPr/>
          <p:nvPr/>
        </p:nvSpPr>
        <p:spPr>
          <a:xfrm>
            <a:off x="5705475" y="368617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S303A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62" name="Rectangle 261"/>
          <p:cNvSpPr/>
          <p:nvPr/>
        </p:nvSpPr>
        <p:spPr>
          <a:xfrm>
            <a:off x="2952750" y="1504950"/>
            <a:ext cx="200025" cy="21145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3" name="Rectangle 262"/>
          <p:cNvSpPr/>
          <p:nvPr/>
        </p:nvSpPr>
        <p:spPr>
          <a:xfrm>
            <a:off x="647700" y="5248275"/>
            <a:ext cx="819150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Sortie F301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4" name="Rectangle 263"/>
          <p:cNvSpPr/>
          <p:nvPr/>
        </p:nvSpPr>
        <p:spPr>
          <a:xfrm>
            <a:off x="333374" y="2867025"/>
            <a:ext cx="7239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S301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5" name="Rectangle 264"/>
          <p:cNvSpPr/>
          <p:nvPr/>
        </p:nvSpPr>
        <p:spPr>
          <a:xfrm>
            <a:off x="8020050" y="1476376"/>
            <a:ext cx="866775" cy="4952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Réseau usine 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125" name="Organigramme : Joindre 124"/>
          <p:cNvSpPr/>
          <p:nvPr/>
        </p:nvSpPr>
        <p:spPr>
          <a:xfrm rot="5400000">
            <a:off x="4924442" y="3714772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68" name="Rectangle 267"/>
          <p:cNvSpPr/>
          <p:nvPr/>
        </p:nvSpPr>
        <p:spPr>
          <a:xfrm>
            <a:off x="5086350" y="771525"/>
            <a:ext cx="4762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 smtClean="0">
                <a:solidFill>
                  <a:schemeClr val="tx1"/>
                </a:solidFill>
              </a:rPr>
              <a:t>X 303</a:t>
            </a:r>
            <a:endParaRPr lang="fr-FR" sz="1200" b="1" dirty="0">
              <a:solidFill>
                <a:schemeClr val="tx1"/>
              </a:solidFill>
            </a:endParaRPr>
          </a:p>
        </p:txBody>
      </p:sp>
      <p:sp>
        <p:nvSpPr>
          <p:cNvPr id="277" name="Rectangle 276"/>
          <p:cNvSpPr/>
          <p:nvPr/>
        </p:nvSpPr>
        <p:spPr>
          <a:xfrm>
            <a:off x="2057400" y="1800225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8" name="Rectangle 277"/>
          <p:cNvSpPr/>
          <p:nvPr/>
        </p:nvSpPr>
        <p:spPr>
          <a:xfrm>
            <a:off x="6762750" y="1771650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80" name="Rectangle 279"/>
          <p:cNvSpPr/>
          <p:nvPr/>
        </p:nvSpPr>
        <p:spPr>
          <a:xfrm>
            <a:off x="3409950" y="609600"/>
            <a:ext cx="80962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Hygromètre AR303</a:t>
            </a:r>
          </a:p>
        </p:txBody>
      </p:sp>
      <p:sp>
        <p:nvSpPr>
          <p:cNvPr id="282" name="Forme libre 281"/>
          <p:cNvSpPr/>
          <p:nvPr/>
        </p:nvSpPr>
        <p:spPr>
          <a:xfrm flipH="1">
            <a:off x="3809998" y="923925"/>
            <a:ext cx="752475" cy="295275"/>
          </a:xfrm>
          <a:custGeom>
            <a:avLst/>
            <a:gdLst>
              <a:gd name="connsiteX0" fmla="*/ 0 w 923925"/>
              <a:gd name="connsiteY0" fmla="*/ 457200 h 457200"/>
              <a:gd name="connsiteX1" fmla="*/ 923925 w 923925"/>
              <a:gd name="connsiteY1" fmla="*/ 457200 h 457200"/>
              <a:gd name="connsiteX2" fmla="*/ 923925 w 923925"/>
              <a:gd name="connsiteY2" fmla="*/ 0 h 457200"/>
              <a:gd name="connsiteX3" fmla="*/ 923925 w 923925"/>
              <a:gd name="connsiteY3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3925" h="457200">
                <a:moveTo>
                  <a:pt x="0" y="457200"/>
                </a:moveTo>
                <a:lnTo>
                  <a:pt x="923925" y="457200"/>
                </a:lnTo>
                <a:lnTo>
                  <a:pt x="923925" y="0"/>
                </a:lnTo>
                <a:lnTo>
                  <a:pt x="923925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0" name="Forme libre 299"/>
          <p:cNvSpPr/>
          <p:nvPr/>
        </p:nvSpPr>
        <p:spPr>
          <a:xfrm>
            <a:off x="7477124" y="2571750"/>
            <a:ext cx="295275" cy="962023"/>
          </a:xfrm>
          <a:custGeom>
            <a:avLst/>
            <a:gdLst>
              <a:gd name="connsiteX0" fmla="*/ 0 w 2514600"/>
              <a:gd name="connsiteY0" fmla="*/ 914400 h 914400"/>
              <a:gd name="connsiteX1" fmla="*/ 0 w 2514600"/>
              <a:gd name="connsiteY1" fmla="*/ 0 h 914400"/>
              <a:gd name="connsiteX2" fmla="*/ 2514600 w 25146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0" h="914400">
                <a:moveTo>
                  <a:pt x="0" y="914400"/>
                </a:moveTo>
                <a:lnTo>
                  <a:pt x="0" y="0"/>
                </a:lnTo>
                <a:lnTo>
                  <a:pt x="25146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05" name="Organigramme : Connecteur 304"/>
          <p:cNvSpPr/>
          <p:nvPr/>
        </p:nvSpPr>
        <p:spPr>
          <a:xfrm>
            <a:off x="3981450" y="4510086"/>
            <a:ext cx="395291" cy="404813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306" name="Connecteur droit 305"/>
          <p:cNvCxnSpPr/>
          <p:nvPr/>
        </p:nvCxnSpPr>
        <p:spPr>
          <a:xfrm>
            <a:off x="4371975" y="4705350"/>
            <a:ext cx="266712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" name="Rectangle 308"/>
          <p:cNvSpPr/>
          <p:nvPr/>
        </p:nvSpPr>
        <p:spPr>
          <a:xfrm flipH="1">
            <a:off x="3876675" y="4600575"/>
            <a:ext cx="619125" cy="257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FT 599</a:t>
            </a:r>
          </a:p>
        </p:txBody>
      </p:sp>
      <p:cxnSp>
        <p:nvCxnSpPr>
          <p:cNvPr id="317" name="Connecteur droit 316"/>
          <p:cNvCxnSpPr/>
          <p:nvPr/>
        </p:nvCxnSpPr>
        <p:spPr>
          <a:xfrm>
            <a:off x="3067050" y="4067175"/>
            <a:ext cx="0" cy="4381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" name="Rectangle à coins arrondis 343"/>
          <p:cNvSpPr/>
          <p:nvPr/>
        </p:nvSpPr>
        <p:spPr>
          <a:xfrm>
            <a:off x="2352675" y="6067425"/>
            <a:ext cx="3790950" cy="47625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S303 : A = service, B = refroidissement</a:t>
            </a:r>
          </a:p>
        </p:txBody>
      </p:sp>
      <p:sp>
        <p:nvSpPr>
          <p:cNvPr id="345" name="Rectangle 344"/>
          <p:cNvSpPr/>
          <p:nvPr/>
        </p:nvSpPr>
        <p:spPr>
          <a:xfrm>
            <a:off x="7753350" y="5257800"/>
            <a:ext cx="10096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S302</a:t>
            </a:r>
          </a:p>
        </p:txBody>
      </p:sp>
      <p:sp>
        <p:nvSpPr>
          <p:cNvPr id="126" name="Organigramme : Joindre 125"/>
          <p:cNvSpPr/>
          <p:nvPr/>
        </p:nvSpPr>
        <p:spPr>
          <a:xfrm rot="5400000">
            <a:off x="5676917" y="842983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57" name="Forme libre 356"/>
          <p:cNvSpPr/>
          <p:nvPr/>
        </p:nvSpPr>
        <p:spPr>
          <a:xfrm>
            <a:off x="8124825" y="3562350"/>
            <a:ext cx="571500" cy="409575"/>
          </a:xfrm>
          <a:custGeom>
            <a:avLst/>
            <a:gdLst>
              <a:gd name="connsiteX0" fmla="*/ 0 w 571500"/>
              <a:gd name="connsiteY0" fmla="*/ 9525 h 409575"/>
              <a:gd name="connsiteX1" fmla="*/ 0 w 571500"/>
              <a:gd name="connsiteY1" fmla="*/ 409575 h 409575"/>
              <a:gd name="connsiteX2" fmla="*/ 571500 w 571500"/>
              <a:gd name="connsiteY2" fmla="*/ 409575 h 409575"/>
              <a:gd name="connsiteX3" fmla="*/ 571500 w 571500"/>
              <a:gd name="connsiteY3" fmla="*/ 0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500" h="409575">
                <a:moveTo>
                  <a:pt x="0" y="9525"/>
                </a:moveTo>
                <a:lnTo>
                  <a:pt x="0" y="409575"/>
                </a:lnTo>
                <a:lnTo>
                  <a:pt x="571500" y="409575"/>
                </a:lnTo>
                <a:lnTo>
                  <a:pt x="5715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58" name="Triangle isocèle 357"/>
          <p:cNvSpPr/>
          <p:nvPr/>
        </p:nvSpPr>
        <p:spPr>
          <a:xfrm>
            <a:off x="8086728" y="3448052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59" name="Triangle isocèle 358"/>
          <p:cNvSpPr/>
          <p:nvPr/>
        </p:nvSpPr>
        <p:spPr>
          <a:xfrm rot="5400000" flipV="1">
            <a:off x="8154918" y="3371989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0" name="Forme libre 359"/>
          <p:cNvSpPr/>
          <p:nvPr/>
        </p:nvSpPr>
        <p:spPr>
          <a:xfrm>
            <a:off x="8067675" y="3228975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1" name="Rectangle 360"/>
          <p:cNvSpPr/>
          <p:nvPr/>
        </p:nvSpPr>
        <p:spPr>
          <a:xfrm>
            <a:off x="7877174" y="2857500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3009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362" name="Bouée 361"/>
          <p:cNvSpPr/>
          <p:nvPr/>
        </p:nvSpPr>
        <p:spPr>
          <a:xfrm>
            <a:off x="7891440" y="2809876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63" name="Triangle isocèle 362"/>
          <p:cNvSpPr/>
          <p:nvPr/>
        </p:nvSpPr>
        <p:spPr>
          <a:xfrm>
            <a:off x="8658228" y="3448052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64" name="Triangle isocèle 363"/>
          <p:cNvSpPr/>
          <p:nvPr/>
        </p:nvSpPr>
        <p:spPr>
          <a:xfrm rot="5400000" flipV="1">
            <a:off x="8726418" y="3371989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5" name="Forme libre 364"/>
          <p:cNvSpPr/>
          <p:nvPr/>
        </p:nvSpPr>
        <p:spPr>
          <a:xfrm>
            <a:off x="8639175" y="3228975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6" name="Rectangle 365"/>
          <p:cNvSpPr/>
          <p:nvPr/>
        </p:nvSpPr>
        <p:spPr>
          <a:xfrm>
            <a:off x="8448674" y="2857500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3010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367" name="Bouée 366"/>
          <p:cNvSpPr/>
          <p:nvPr/>
        </p:nvSpPr>
        <p:spPr>
          <a:xfrm>
            <a:off x="8462940" y="2809876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68" name="Organigramme : Joindre 367"/>
          <p:cNvSpPr/>
          <p:nvPr/>
        </p:nvSpPr>
        <p:spPr>
          <a:xfrm>
            <a:off x="8067675" y="3612372"/>
            <a:ext cx="111963" cy="111903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69" name="Organigramme : Joindre 368"/>
          <p:cNvSpPr/>
          <p:nvPr/>
        </p:nvSpPr>
        <p:spPr>
          <a:xfrm>
            <a:off x="8639175" y="3612372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71" name="Connecteur droit 370"/>
          <p:cNvCxnSpPr/>
          <p:nvPr/>
        </p:nvCxnSpPr>
        <p:spPr>
          <a:xfrm flipV="1">
            <a:off x="8133182" y="3667125"/>
            <a:ext cx="582193" cy="1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e 378"/>
          <p:cNvGrpSpPr/>
          <p:nvPr/>
        </p:nvGrpSpPr>
        <p:grpSpPr>
          <a:xfrm>
            <a:off x="8239125" y="3619500"/>
            <a:ext cx="361950" cy="104775"/>
            <a:chOff x="8048625" y="1771650"/>
            <a:chExt cx="361950" cy="104775"/>
          </a:xfrm>
        </p:grpSpPr>
        <p:cxnSp>
          <p:nvCxnSpPr>
            <p:cNvPr id="374" name="Connecteur droit 373"/>
            <p:cNvCxnSpPr/>
            <p:nvPr/>
          </p:nvCxnSpPr>
          <p:spPr>
            <a:xfrm flipH="1">
              <a:off x="80486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Connecteur droit 374"/>
            <p:cNvCxnSpPr/>
            <p:nvPr/>
          </p:nvCxnSpPr>
          <p:spPr>
            <a:xfrm flipH="1">
              <a:off x="81248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Connecteur droit 375"/>
            <p:cNvCxnSpPr/>
            <p:nvPr/>
          </p:nvCxnSpPr>
          <p:spPr>
            <a:xfrm flipH="1">
              <a:off x="82010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Connecteur droit 376"/>
            <p:cNvCxnSpPr/>
            <p:nvPr/>
          </p:nvCxnSpPr>
          <p:spPr>
            <a:xfrm flipH="1">
              <a:off x="82772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Connecteur droit 377"/>
            <p:cNvCxnSpPr/>
            <p:nvPr/>
          </p:nvCxnSpPr>
          <p:spPr>
            <a:xfrm flipH="1">
              <a:off x="83534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e 391"/>
          <p:cNvGrpSpPr/>
          <p:nvPr/>
        </p:nvGrpSpPr>
        <p:grpSpPr>
          <a:xfrm>
            <a:off x="6503217" y="4522010"/>
            <a:ext cx="221430" cy="102377"/>
            <a:chOff x="7512867" y="6550835"/>
            <a:chExt cx="221430" cy="102377"/>
          </a:xfrm>
        </p:grpSpPr>
        <p:sp>
          <p:nvSpPr>
            <p:cNvPr id="216" name="Organigramme : Joindre 215"/>
            <p:cNvSpPr/>
            <p:nvPr/>
          </p:nvSpPr>
          <p:spPr>
            <a:xfrm rot="10800000">
              <a:off x="7512867" y="6550835"/>
              <a:ext cx="95271" cy="100029"/>
            </a:xfrm>
            <a:prstGeom prst="flowChartCollat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sp>
          <p:nvSpPr>
            <p:cNvPr id="217" name="Rectangle à coins arrondis 216"/>
            <p:cNvSpPr/>
            <p:nvPr/>
          </p:nvSpPr>
          <p:spPr>
            <a:xfrm>
              <a:off x="7672386" y="6553200"/>
              <a:ext cx="61911" cy="100012"/>
            </a:xfrm>
            <a:prstGeom prst="roundRect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cxnSp>
          <p:nvCxnSpPr>
            <p:cNvPr id="219" name="Connecteur droit 218"/>
            <p:cNvCxnSpPr/>
            <p:nvPr/>
          </p:nvCxnSpPr>
          <p:spPr>
            <a:xfrm>
              <a:off x="7572375" y="6605588"/>
              <a:ext cx="95250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2" name="Organigramme : Joindre 381"/>
          <p:cNvSpPr/>
          <p:nvPr/>
        </p:nvSpPr>
        <p:spPr>
          <a:xfrm rot="10800000">
            <a:off x="3017067" y="4502960"/>
            <a:ext cx="95271" cy="100029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83" name="Rectangle 382"/>
          <p:cNvSpPr/>
          <p:nvPr/>
        </p:nvSpPr>
        <p:spPr>
          <a:xfrm>
            <a:off x="8134351" y="762000"/>
            <a:ext cx="828674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CK4</a:t>
            </a:r>
          </a:p>
        </p:txBody>
      </p:sp>
      <p:sp>
        <p:nvSpPr>
          <p:cNvPr id="387" name="Forme libre 386"/>
          <p:cNvSpPr/>
          <p:nvPr/>
        </p:nvSpPr>
        <p:spPr>
          <a:xfrm>
            <a:off x="4562475" y="923926"/>
            <a:ext cx="561975" cy="714374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5" name="Organigramme : Joindre 204"/>
          <p:cNvSpPr/>
          <p:nvPr/>
        </p:nvSpPr>
        <p:spPr>
          <a:xfrm rot="10800000">
            <a:off x="952478" y="4148159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06" name="Connecteur droit avec flèche 205"/>
          <p:cNvCxnSpPr/>
          <p:nvPr/>
        </p:nvCxnSpPr>
        <p:spPr>
          <a:xfrm flipV="1">
            <a:off x="695325" y="3171825"/>
            <a:ext cx="0" cy="100012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Organigramme : Joindre 253"/>
          <p:cNvSpPr/>
          <p:nvPr/>
        </p:nvSpPr>
        <p:spPr>
          <a:xfrm rot="5400000">
            <a:off x="764381" y="3626648"/>
            <a:ext cx="204788" cy="161924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12" name="Connecteur droit 211"/>
          <p:cNvCxnSpPr/>
          <p:nvPr/>
        </p:nvCxnSpPr>
        <p:spPr>
          <a:xfrm>
            <a:off x="5376863" y="1538288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Connecteur droit 212"/>
          <p:cNvCxnSpPr/>
          <p:nvPr/>
        </p:nvCxnSpPr>
        <p:spPr>
          <a:xfrm>
            <a:off x="5572130" y="1543035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onnecteur droit avec flèche 213"/>
          <p:cNvCxnSpPr/>
          <p:nvPr/>
        </p:nvCxnSpPr>
        <p:spPr>
          <a:xfrm flipV="1">
            <a:off x="3567113" y="1528763"/>
            <a:ext cx="195262" cy="2000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Connecteur droit 217"/>
          <p:cNvCxnSpPr/>
          <p:nvPr/>
        </p:nvCxnSpPr>
        <p:spPr>
          <a:xfrm>
            <a:off x="3567113" y="1519238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Connecteur droit 219"/>
          <p:cNvCxnSpPr/>
          <p:nvPr/>
        </p:nvCxnSpPr>
        <p:spPr>
          <a:xfrm>
            <a:off x="3762380" y="1523985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onnecteur droit avec flèche 220"/>
          <p:cNvCxnSpPr/>
          <p:nvPr/>
        </p:nvCxnSpPr>
        <p:spPr>
          <a:xfrm flipH="1" flipV="1">
            <a:off x="5381625" y="1543050"/>
            <a:ext cx="180975" cy="19050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Connecteur droit 231"/>
          <p:cNvCxnSpPr/>
          <p:nvPr/>
        </p:nvCxnSpPr>
        <p:spPr>
          <a:xfrm>
            <a:off x="3762375" y="1638300"/>
            <a:ext cx="162877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Connecteur droit 239"/>
          <p:cNvCxnSpPr/>
          <p:nvPr/>
        </p:nvCxnSpPr>
        <p:spPr>
          <a:xfrm>
            <a:off x="4181475" y="3810000"/>
            <a:ext cx="78105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Rectangle à coins arrondis 282"/>
          <p:cNvSpPr/>
          <p:nvPr/>
        </p:nvSpPr>
        <p:spPr>
          <a:xfrm>
            <a:off x="4943476" y="3490913"/>
            <a:ext cx="161925" cy="123825"/>
          </a:xfrm>
          <a:prstGeom prst="round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84" name="Connecteur droit 283"/>
          <p:cNvCxnSpPr>
            <a:endCxn id="283" idx="2"/>
          </p:cNvCxnSpPr>
          <p:nvPr/>
        </p:nvCxnSpPr>
        <p:spPr>
          <a:xfrm flipH="1" flipV="1">
            <a:off x="5024439" y="3614738"/>
            <a:ext cx="2397" cy="173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Connecteur droit 290"/>
          <p:cNvCxnSpPr/>
          <p:nvPr/>
        </p:nvCxnSpPr>
        <p:spPr>
          <a:xfrm flipH="1">
            <a:off x="3867150" y="3819525"/>
            <a:ext cx="1" cy="41910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Connecteur droit 293"/>
          <p:cNvCxnSpPr/>
          <p:nvPr/>
        </p:nvCxnSpPr>
        <p:spPr>
          <a:xfrm flipH="1">
            <a:off x="5305425" y="3800475"/>
            <a:ext cx="1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Connecteur droit 297"/>
          <p:cNvCxnSpPr/>
          <p:nvPr/>
        </p:nvCxnSpPr>
        <p:spPr>
          <a:xfrm>
            <a:off x="1057275" y="4314825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Connecteur droit 302"/>
          <p:cNvCxnSpPr/>
          <p:nvPr/>
        </p:nvCxnSpPr>
        <p:spPr>
          <a:xfrm>
            <a:off x="1428750" y="4305300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Connecteur droit 307"/>
          <p:cNvCxnSpPr/>
          <p:nvPr/>
        </p:nvCxnSpPr>
        <p:spPr>
          <a:xfrm>
            <a:off x="4481523" y="4686306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Connecteur droit 309"/>
          <p:cNvCxnSpPr/>
          <p:nvPr/>
        </p:nvCxnSpPr>
        <p:spPr>
          <a:xfrm>
            <a:off x="4491032" y="4729157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6" name="Forme libre 325"/>
          <p:cNvSpPr/>
          <p:nvPr/>
        </p:nvSpPr>
        <p:spPr>
          <a:xfrm flipH="1" flipV="1">
            <a:off x="7848600" y="1981197"/>
            <a:ext cx="590550" cy="590551"/>
          </a:xfrm>
          <a:custGeom>
            <a:avLst/>
            <a:gdLst>
              <a:gd name="connsiteX0" fmla="*/ 0 w 2514600"/>
              <a:gd name="connsiteY0" fmla="*/ 914400 h 914400"/>
              <a:gd name="connsiteX1" fmla="*/ 0 w 2514600"/>
              <a:gd name="connsiteY1" fmla="*/ 0 h 914400"/>
              <a:gd name="connsiteX2" fmla="*/ 2514600 w 25146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0" h="914400">
                <a:moveTo>
                  <a:pt x="0" y="914400"/>
                </a:moveTo>
                <a:lnTo>
                  <a:pt x="0" y="0"/>
                </a:lnTo>
                <a:lnTo>
                  <a:pt x="25146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29" name="Rectangle 328"/>
          <p:cNvSpPr/>
          <p:nvPr/>
        </p:nvSpPr>
        <p:spPr>
          <a:xfrm>
            <a:off x="6000750" y="1514475"/>
            <a:ext cx="200025" cy="21145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331" name="Forme libre 330"/>
          <p:cNvSpPr/>
          <p:nvPr/>
        </p:nvSpPr>
        <p:spPr>
          <a:xfrm>
            <a:off x="3009900" y="1495424"/>
            <a:ext cx="85725" cy="2066925"/>
          </a:xfrm>
          <a:custGeom>
            <a:avLst/>
            <a:gdLst>
              <a:gd name="connsiteX0" fmla="*/ 0 w 66675"/>
              <a:gd name="connsiteY0" fmla="*/ 0 h 1485900"/>
              <a:gd name="connsiteX1" fmla="*/ 0 w 66675"/>
              <a:gd name="connsiteY1" fmla="*/ 1485900 h 1485900"/>
              <a:gd name="connsiteX2" fmla="*/ 66675 w 66675"/>
              <a:gd name="connsiteY2" fmla="*/ 1476375 h 1485900"/>
              <a:gd name="connsiteX3" fmla="*/ 66675 w 66675"/>
              <a:gd name="connsiteY3" fmla="*/ 9525 h 148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675" h="1485900">
                <a:moveTo>
                  <a:pt x="0" y="0"/>
                </a:moveTo>
                <a:lnTo>
                  <a:pt x="0" y="1485900"/>
                </a:lnTo>
                <a:lnTo>
                  <a:pt x="66675" y="1476375"/>
                </a:lnTo>
                <a:lnTo>
                  <a:pt x="66675" y="9525"/>
                </a:lnTo>
              </a:path>
            </a:pathLst>
          </a:cu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2" name="Forme libre 331"/>
          <p:cNvSpPr/>
          <p:nvPr/>
        </p:nvSpPr>
        <p:spPr>
          <a:xfrm>
            <a:off x="6057900" y="1514474"/>
            <a:ext cx="95250" cy="2047875"/>
          </a:xfrm>
          <a:custGeom>
            <a:avLst/>
            <a:gdLst>
              <a:gd name="connsiteX0" fmla="*/ 0 w 66675"/>
              <a:gd name="connsiteY0" fmla="*/ 0 h 1485900"/>
              <a:gd name="connsiteX1" fmla="*/ 0 w 66675"/>
              <a:gd name="connsiteY1" fmla="*/ 1485900 h 1485900"/>
              <a:gd name="connsiteX2" fmla="*/ 66675 w 66675"/>
              <a:gd name="connsiteY2" fmla="*/ 1476375 h 1485900"/>
              <a:gd name="connsiteX3" fmla="*/ 66675 w 66675"/>
              <a:gd name="connsiteY3" fmla="*/ 9525 h 148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675" h="1485900">
                <a:moveTo>
                  <a:pt x="0" y="0"/>
                </a:moveTo>
                <a:lnTo>
                  <a:pt x="0" y="1485900"/>
                </a:lnTo>
                <a:lnTo>
                  <a:pt x="66675" y="1476375"/>
                </a:lnTo>
                <a:lnTo>
                  <a:pt x="66675" y="9525"/>
                </a:lnTo>
              </a:path>
            </a:pathLst>
          </a:cu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38" name="Connecteur droit 337"/>
          <p:cNvCxnSpPr/>
          <p:nvPr/>
        </p:nvCxnSpPr>
        <p:spPr>
          <a:xfrm flipH="1">
            <a:off x="3876675" y="4314825"/>
            <a:ext cx="4" cy="93345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" name="Forme libre 347"/>
          <p:cNvSpPr/>
          <p:nvPr/>
        </p:nvSpPr>
        <p:spPr>
          <a:xfrm>
            <a:off x="1419225" y="3238500"/>
            <a:ext cx="3133725" cy="2047875"/>
          </a:xfrm>
          <a:custGeom>
            <a:avLst/>
            <a:gdLst>
              <a:gd name="connsiteX0" fmla="*/ 0 w 3133725"/>
              <a:gd name="connsiteY0" fmla="*/ 914400 h 2047875"/>
              <a:gd name="connsiteX1" fmla="*/ 0 w 3133725"/>
              <a:gd name="connsiteY1" fmla="*/ 0 h 2047875"/>
              <a:gd name="connsiteX2" fmla="*/ 619125 w 3133725"/>
              <a:gd name="connsiteY2" fmla="*/ 0 h 2047875"/>
              <a:gd name="connsiteX3" fmla="*/ 619125 w 3133725"/>
              <a:gd name="connsiteY3" fmla="*/ 2047875 h 2047875"/>
              <a:gd name="connsiteX4" fmla="*/ 3133725 w 3133725"/>
              <a:gd name="connsiteY4" fmla="*/ 2047875 h 2047875"/>
              <a:gd name="connsiteX5" fmla="*/ 3133725 w 3133725"/>
              <a:gd name="connsiteY5" fmla="*/ 1495425 h 2047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3725" h="2047875">
                <a:moveTo>
                  <a:pt x="0" y="914400"/>
                </a:moveTo>
                <a:lnTo>
                  <a:pt x="0" y="0"/>
                </a:lnTo>
                <a:lnTo>
                  <a:pt x="619125" y="0"/>
                </a:lnTo>
                <a:lnTo>
                  <a:pt x="619125" y="2047875"/>
                </a:lnTo>
                <a:lnTo>
                  <a:pt x="3133725" y="2047875"/>
                </a:lnTo>
                <a:lnTo>
                  <a:pt x="3133725" y="14954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51" name="Connecteur droit 350"/>
          <p:cNvCxnSpPr/>
          <p:nvPr/>
        </p:nvCxnSpPr>
        <p:spPr>
          <a:xfrm>
            <a:off x="2943225" y="1504950"/>
            <a:ext cx="0" cy="4572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Connecteur droit 351"/>
          <p:cNvCxnSpPr/>
          <p:nvPr/>
        </p:nvCxnSpPr>
        <p:spPr>
          <a:xfrm>
            <a:off x="3171825" y="1504950"/>
            <a:ext cx="0" cy="4572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Connecteur droit 352"/>
          <p:cNvCxnSpPr/>
          <p:nvPr/>
        </p:nvCxnSpPr>
        <p:spPr>
          <a:xfrm>
            <a:off x="5991225" y="1514475"/>
            <a:ext cx="0" cy="4572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Connecteur droit 353"/>
          <p:cNvCxnSpPr/>
          <p:nvPr/>
        </p:nvCxnSpPr>
        <p:spPr>
          <a:xfrm>
            <a:off x="6219825" y="1524000"/>
            <a:ext cx="0" cy="4572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" name="Forme libre 398"/>
          <p:cNvSpPr/>
          <p:nvPr/>
        </p:nvSpPr>
        <p:spPr>
          <a:xfrm flipV="1">
            <a:off x="6105525" y="4267200"/>
            <a:ext cx="447676" cy="247650"/>
          </a:xfrm>
          <a:custGeom>
            <a:avLst/>
            <a:gdLst>
              <a:gd name="connsiteX0" fmla="*/ 242888 w 242888"/>
              <a:gd name="connsiteY0" fmla="*/ 0 h 119062"/>
              <a:gd name="connsiteX1" fmla="*/ 242888 w 242888"/>
              <a:gd name="connsiteY1" fmla="*/ 119062 h 119062"/>
              <a:gd name="connsiteX2" fmla="*/ 0 w 242888"/>
              <a:gd name="connsiteY2" fmla="*/ 119062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88" h="119062">
                <a:moveTo>
                  <a:pt x="242888" y="0"/>
                </a:moveTo>
                <a:lnTo>
                  <a:pt x="242888" y="119062"/>
                </a:lnTo>
                <a:lnTo>
                  <a:pt x="0" y="119062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00" name="Connecteur droit 399"/>
          <p:cNvCxnSpPr/>
          <p:nvPr/>
        </p:nvCxnSpPr>
        <p:spPr>
          <a:xfrm>
            <a:off x="6105525" y="4086225"/>
            <a:ext cx="0" cy="4381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1" name="Organigramme : Joindre 410"/>
          <p:cNvSpPr/>
          <p:nvPr/>
        </p:nvSpPr>
        <p:spPr>
          <a:xfrm rot="10800000">
            <a:off x="6055542" y="4522010"/>
            <a:ext cx="95271" cy="100029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21" name="Organigramme : Joindre 420"/>
          <p:cNvSpPr/>
          <p:nvPr/>
        </p:nvSpPr>
        <p:spPr>
          <a:xfrm rot="5400000">
            <a:off x="7943867" y="833458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22" name="Rectangle 421"/>
          <p:cNvSpPr/>
          <p:nvPr/>
        </p:nvSpPr>
        <p:spPr>
          <a:xfrm>
            <a:off x="695324" y="2571750"/>
            <a:ext cx="7239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S302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446" name="Organigramme : Connecteur 445"/>
          <p:cNvSpPr/>
          <p:nvPr/>
        </p:nvSpPr>
        <p:spPr>
          <a:xfrm>
            <a:off x="1571625" y="1757361"/>
            <a:ext cx="395291" cy="404813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sp>
        <p:nvSpPr>
          <p:cNvPr id="448" name="Organigramme : Connecteur 447"/>
          <p:cNvSpPr/>
          <p:nvPr/>
        </p:nvSpPr>
        <p:spPr>
          <a:xfrm>
            <a:off x="7134225" y="1738311"/>
            <a:ext cx="395291" cy="404813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grpSp>
        <p:nvGrpSpPr>
          <p:cNvPr id="4" name="Groupe 452"/>
          <p:cNvGrpSpPr/>
          <p:nvPr/>
        </p:nvGrpSpPr>
        <p:grpSpPr>
          <a:xfrm>
            <a:off x="2617017" y="4502960"/>
            <a:ext cx="221430" cy="102377"/>
            <a:chOff x="7512867" y="6550835"/>
            <a:chExt cx="221430" cy="102377"/>
          </a:xfrm>
        </p:grpSpPr>
        <p:sp>
          <p:nvSpPr>
            <p:cNvPr id="454" name="Organigramme : Joindre 453"/>
            <p:cNvSpPr/>
            <p:nvPr/>
          </p:nvSpPr>
          <p:spPr>
            <a:xfrm rot="10800000">
              <a:off x="7512867" y="6550835"/>
              <a:ext cx="95271" cy="100029"/>
            </a:xfrm>
            <a:prstGeom prst="flowChartCollat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sp>
          <p:nvSpPr>
            <p:cNvPr id="455" name="Rectangle à coins arrondis 454"/>
            <p:cNvSpPr/>
            <p:nvPr/>
          </p:nvSpPr>
          <p:spPr>
            <a:xfrm>
              <a:off x="7672386" y="6553200"/>
              <a:ext cx="61911" cy="100012"/>
            </a:xfrm>
            <a:prstGeom prst="roundRect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cxnSp>
          <p:nvCxnSpPr>
            <p:cNvPr id="456" name="Connecteur droit 455"/>
            <p:cNvCxnSpPr/>
            <p:nvPr/>
          </p:nvCxnSpPr>
          <p:spPr>
            <a:xfrm>
              <a:off x="7572375" y="6605588"/>
              <a:ext cx="95250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7" name="Connecteur droit 456"/>
          <p:cNvCxnSpPr/>
          <p:nvPr/>
        </p:nvCxnSpPr>
        <p:spPr>
          <a:xfrm>
            <a:off x="2667001" y="4600575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8" name="Forme libre 457"/>
          <p:cNvSpPr/>
          <p:nvPr/>
        </p:nvSpPr>
        <p:spPr>
          <a:xfrm>
            <a:off x="2595563" y="4733927"/>
            <a:ext cx="138112" cy="80962"/>
          </a:xfrm>
          <a:custGeom>
            <a:avLst/>
            <a:gdLst>
              <a:gd name="connsiteX0" fmla="*/ 0 w 138112"/>
              <a:gd name="connsiteY0" fmla="*/ 0 h 80962"/>
              <a:gd name="connsiteX1" fmla="*/ 61912 w 138112"/>
              <a:gd name="connsiteY1" fmla="*/ 80962 h 80962"/>
              <a:gd name="connsiteX2" fmla="*/ 138112 w 138112"/>
              <a:gd name="connsiteY2" fmla="*/ 9525 h 8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112" h="80962">
                <a:moveTo>
                  <a:pt x="0" y="0"/>
                </a:moveTo>
                <a:lnTo>
                  <a:pt x="61912" y="80962"/>
                </a:lnTo>
                <a:lnTo>
                  <a:pt x="138112" y="9525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459" name="Connecteur droit 458"/>
          <p:cNvCxnSpPr/>
          <p:nvPr/>
        </p:nvCxnSpPr>
        <p:spPr>
          <a:xfrm>
            <a:off x="2657475" y="4824414"/>
            <a:ext cx="0" cy="1381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6" name="Forme libre 465"/>
          <p:cNvSpPr/>
          <p:nvPr/>
        </p:nvSpPr>
        <p:spPr>
          <a:xfrm>
            <a:off x="3295649" y="1371600"/>
            <a:ext cx="771525" cy="847725"/>
          </a:xfrm>
          <a:custGeom>
            <a:avLst/>
            <a:gdLst>
              <a:gd name="connsiteX0" fmla="*/ 0 w 762000"/>
              <a:gd name="connsiteY0" fmla="*/ 0 h 866775"/>
              <a:gd name="connsiteX1" fmla="*/ 762000 w 762000"/>
              <a:gd name="connsiteY1" fmla="*/ 0 h 866775"/>
              <a:gd name="connsiteX2" fmla="*/ 762000 w 762000"/>
              <a:gd name="connsiteY2" fmla="*/ 866775 h 86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2000" h="866775">
                <a:moveTo>
                  <a:pt x="0" y="0"/>
                </a:moveTo>
                <a:lnTo>
                  <a:pt x="762000" y="0"/>
                </a:lnTo>
                <a:lnTo>
                  <a:pt x="762000" y="866775"/>
                </a:lnTo>
              </a:path>
            </a:pathLst>
          </a:cu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7" name="Forme libre 466"/>
          <p:cNvSpPr/>
          <p:nvPr/>
        </p:nvSpPr>
        <p:spPr>
          <a:xfrm flipH="1">
            <a:off x="5057773" y="1381125"/>
            <a:ext cx="790575" cy="847725"/>
          </a:xfrm>
          <a:custGeom>
            <a:avLst/>
            <a:gdLst>
              <a:gd name="connsiteX0" fmla="*/ 0 w 762000"/>
              <a:gd name="connsiteY0" fmla="*/ 0 h 866775"/>
              <a:gd name="connsiteX1" fmla="*/ 762000 w 762000"/>
              <a:gd name="connsiteY1" fmla="*/ 0 h 866775"/>
              <a:gd name="connsiteX2" fmla="*/ 762000 w 762000"/>
              <a:gd name="connsiteY2" fmla="*/ 866775 h 86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2000" h="866775">
                <a:moveTo>
                  <a:pt x="0" y="0"/>
                </a:moveTo>
                <a:lnTo>
                  <a:pt x="762000" y="0"/>
                </a:lnTo>
                <a:lnTo>
                  <a:pt x="762000" y="866775"/>
                </a:lnTo>
              </a:path>
            </a:pathLst>
          </a:cu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8" name="Organigramme : Connecteur 467"/>
          <p:cNvSpPr/>
          <p:nvPr/>
        </p:nvSpPr>
        <p:spPr>
          <a:xfrm>
            <a:off x="3919537" y="2219326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sp>
        <p:nvSpPr>
          <p:cNvPr id="469" name="Rectangle 468"/>
          <p:cNvSpPr/>
          <p:nvPr/>
        </p:nvSpPr>
        <p:spPr>
          <a:xfrm>
            <a:off x="3848100" y="2209800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T303 </a:t>
            </a:r>
            <a:r>
              <a:rPr lang="fr-FR" sz="800" dirty="0" smtClean="0">
                <a:solidFill>
                  <a:schemeClr val="tx1"/>
                </a:solidFill>
              </a:rPr>
              <a:t>B2</a:t>
            </a:r>
            <a:endParaRPr lang="fr-FR" sz="800" dirty="0" smtClean="0">
              <a:solidFill>
                <a:schemeClr val="tx1"/>
              </a:solidFill>
            </a:endParaRPr>
          </a:p>
        </p:txBody>
      </p:sp>
      <p:cxnSp>
        <p:nvCxnSpPr>
          <p:cNvPr id="470" name="Connecteur droit 469"/>
          <p:cNvCxnSpPr>
            <a:stCxn id="468" idx="2"/>
          </p:cNvCxnSpPr>
          <p:nvPr/>
        </p:nvCxnSpPr>
        <p:spPr>
          <a:xfrm flipH="1" flipV="1">
            <a:off x="3048000" y="2362200"/>
            <a:ext cx="87153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" name="Organigramme : Connecteur 470"/>
          <p:cNvSpPr/>
          <p:nvPr/>
        </p:nvSpPr>
        <p:spPr>
          <a:xfrm>
            <a:off x="4929187" y="2219326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sp>
        <p:nvSpPr>
          <p:cNvPr id="472" name="Rectangle 471"/>
          <p:cNvSpPr/>
          <p:nvPr/>
        </p:nvSpPr>
        <p:spPr>
          <a:xfrm>
            <a:off x="4857750" y="2209800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T303 </a:t>
            </a:r>
            <a:r>
              <a:rPr lang="fr-FR" sz="800" dirty="0" smtClean="0">
                <a:solidFill>
                  <a:schemeClr val="tx1"/>
                </a:solidFill>
              </a:rPr>
              <a:t>A2</a:t>
            </a:r>
            <a:endParaRPr lang="fr-FR" sz="800" dirty="0" smtClean="0">
              <a:solidFill>
                <a:schemeClr val="tx1"/>
              </a:solidFill>
            </a:endParaRPr>
          </a:p>
        </p:txBody>
      </p:sp>
      <p:cxnSp>
        <p:nvCxnSpPr>
          <p:cNvPr id="473" name="Connecteur droit 472"/>
          <p:cNvCxnSpPr/>
          <p:nvPr/>
        </p:nvCxnSpPr>
        <p:spPr>
          <a:xfrm flipH="1" flipV="1">
            <a:off x="5229225" y="2362200"/>
            <a:ext cx="87153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4" name="Connecteur droit avec flèche 473"/>
          <p:cNvCxnSpPr/>
          <p:nvPr/>
        </p:nvCxnSpPr>
        <p:spPr>
          <a:xfrm>
            <a:off x="3705225" y="1809750"/>
            <a:ext cx="1657350" cy="0"/>
          </a:xfrm>
          <a:prstGeom prst="straightConnector1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Organigramme : Joindre 175"/>
          <p:cNvSpPr/>
          <p:nvPr/>
        </p:nvSpPr>
        <p:spPr>
          <a:xfrm rot="5400000">
            <a:off x="2293167" y="2369359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81" name="Organigramme : Joindre 180"/>
          <p:cNvSpPr/>
          <p:nvPr/>
        </p:nvSpPr>
        <p:spPr>
          <a:xfrm rot="5400000">
            <a:off x="6779441" y="2345547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87" name="Organigramme : Joindre 186"/>
          <p:cNvSpPr/>
          <p:nvPr/>
        </p:nvSpPr>
        <p:spPr>
          <a:xfrm rot="5400000">
            <a:off x="6284141" y="4212447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88" name="Organigramme : Joindre 187"/>
          <p:cNvSpPr/>
          <p:nvPr/>
        </p:nvSpPr>
        <p:spPr>
          <a:xfrm rot="5400000">
            <a:off x="2836091" y="4193397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89" name="Forme libre 188"/>
          <p:cNvSpPr/>
          <p:nvPr/>
        </p:nvSpPr>
        <p:spPr>
          <a:xfrm>
            <a:off x="2419350" y="1714500"/>
            <a:ext cx="257175" cy="247650"/>
          </a:xfrm>
          <a:custGeom>
            <a:avLst/>
            <a:gdLst>
              <a:gd name="connsiteX0" fmla="*/ 0 w 257175"/>
              <a:gd name="connsiteY0" fmla="*/ 0 h 247650"/>
              <a:gd name="connsiteX1" fmla="*/ 0 w 257175"/>
              <a:gd name="connsiteY1" fmla="*/ 142875 h 247650"/>
              <a:gd name="connsiteX2" fmla="*/ 257175 w 257175"/>
              <a:gd name="connsiteY2" fmla="*/ 142875 h 247650"/>
              <a:gd name="connsiteX3" fmla="*/ 257175 w 257175"/>
              <a:gd name="connsiteY3" fmla="*/ 24765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247650">
                <a:moveTo>
                  <a:pt x="0" y="0"/>
                </a:moveTo>
                <a:lnTo>
                  <a:pt x="0" y="142875"/>
                </a:lnTo>
                <a:lnTo>
                  <a:pt x="257175" y="142875"/>
                </a:lnTo>
                <a:lnTo>
                  <a:pt x="257175" y="24765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2" name="Triangle isocèle 191"/>
          <p:cNvSpPr/>
          <p:nvPr/>
        </p:nvSpPr>
        <p:spPr>
          <a:xfrm>
            <a:off x="2381230" y="1600201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93" name="Triangle isocèle 192"/>
          <p:cNvSpPr/>
          <p:nvPr/>
        </p:nvSpPr>
        <p:spPr>
          <a:xfrm rot="16200000" flipH="1" flipV="1">
            <a:off x="2325595" y="1524138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4" name="Forme libre 193"/>
          <p:cNvSpPr/>
          <p:nvPr/>
        </p:nvSpPr>
        <p:spPr>
          <a:xfrm>
            <a:off x="2362177" y="1381124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5" name="Bouée 194"/>
          <p:cNvSpPr/>
          <p:nvPr/>
        </p:nvSpPr>
        <p:spPr>
          <a:xfrm>
            <a:off x="2176440" y="952501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96" name="Rectangle 195"/>
          <p:cNvSpPr/>
          <p:nvPr/>
        </p:nvSpPr>
        <p:spPr>
          <a:xfrm>
            <a:off x="2152649" y="990600"/>
            <a:ext cx="4953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3011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01" name="Forme libre 200"/>
          <p:cNvSpPr/>
          <p:nvPr/>
        </p:nvSpPr>
        <p:spPr>
          <a:xfrm flipH="1">
            <a:off x="6438900" y="1714500"/>
            <a:ext cx="257175" cy="247650"/>
          </a:xfrm>
          <a:custGeom>
            <a:avLst/>
            <a:gdLst>
              <a:gd name="connsiteX0" fmla="*/ 0 w 257175"/>
              <a:gd name="connsiteY0" fmla="*/ 0 h 247650"/>
              <a:gd name="connsiteX1" fmla="*/ 0 w 257175"/>
              <a:gd name="connsiteY1" fmla="*/ 142875 h 247650"/>
              <a:gd name="connsiteX2" fmla="*/ 257175 w 257175"/>
              <a:gd name="connsiteY2" fmla="*/ 142875 h 247650"/>
              <a:gd name="connsiteX3" fmla="*/ 257175 w 257175"/>
              <a:gd name="connsiteY3" fmla="*/ 24765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247650">
                <a:moveTo>
                  <a:pt x="0" y="0"/>
                </a:moveTo>
                <a:lnTo>
                  <a:pt x="0" y="142875"/>
                </a:lnTo>
                <a:lnTo>
                  <a:pt x="257175" y="142875"/>
                </a:lnTo>
                <a:lnTo>
                  <a:pt x="257175" y="24765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2" name="Triangle isocèle 201"/>
          <p:cNvSpPr/>
          <p:nvPr/>
        </p:nvSpPr>
        <p:spPr>
          <a:xfrm>
            <a:off x="6667503" y="1609727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03" name="Triangle isocèle 202"/>
          <p:cNvSpPr/>
          <p:nvPr/>
        </p:nvSpPr>
        <p:spPr>
          <a:xfrm rot="5400000" flipV="1">
            <a:off x="6735693" y="1533664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4" name="Forme libre 203"/>
          <p:cNvSpPr/>
          <p:nvPr/>
        </p:nvSpPr>
        <p:spPr>
          <a:xfrm>
            <a:off x="6648450" y="1390650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7" name="Rectangle 206"/>
          <p:cNvSpPr/>
          <p:nvPr/>
        </p:nvSpPr>
        <p:spPr>
          <a:xfrm>
            <a:off x="6457949" y="1019175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3012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08" name="Bouée 207"/>
          <p:cNvSpPr/>
          <p:nvPr/>
        </p:nvSpPr>
        <p:spPr>
          <a:xfrm>
            <a:off x="6472215" y="971551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grpSp>
        <p:nvGrpSpPr>
          <p:cNvPr id="5" name="Groupe 223"/>
          <p:cNvGrpSpPr/>
          <p:nvPr/>
        </p:nvGrpSpPr>
        <p:grpSpPr>
          <a:xfrm>
            <a:off x="2652714" y="4295775"/>
            <a:ext cx="61912" cy="133350"/>
            <a:chOff x="2105025" y="3290888"/>
            <a:chExt cx="95251" cy="209550"/>
          </a:xfrm>
        </p:grpSpPr>
        <p:sp>
          <p:nvSpPr>
            <p:cNvPr id="223" name="Rectangle 222"/>
            <p:cNvSpPr/>
            <p:nvPr/>
          </p:nvSpPr>
          <p:spPr>
            <a:xfrm rot="-2640000">
              <a:off x="2152651" y="3357562"/>
              <a:ext cx="47625" cy="1428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2" name="Rectangle 221"/>
            <p:cNvSpPr/>
            <p:nvPr/>
          </p:nvSpPr>
          <p:spPr>
            <a:xfrm>
              <a:off x="2105025" y="3290888"/>
              <a:ext cx="45719" cy="2095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33" name="Forme libre 232"/>
          <p:cNvSpPr/>
          <p:nvPr/>
        </p:nvSpPr>
        <p:spPr>
          <a:xfrm>
            <a:off x="2505092" y="4248150"/>
            <a:ext cx="166688" cy="219075"/>
          </a:xfrm>
          <a:custGeom>
            <a:avLst/>
            <a:gdLst>
              <a:gd name="connsiteX0" fmla="*/ 271463 w 271463"/>
              <a:gd name="connsiteY0" fmla="*/ 0 h 247650"/>
              <a:gd name="connsiteX1" fmla="*/ 0 w 271463"/>
              <a:gd name="connsiteY1" fmla="*/ 0 h 247650"/>
              <a:gd name="connsiteX2" fmla="*/ 0 w 271463"/>
              <a:gd name="connsiteY2" fmla="*/ 247650 h 247650"/>
              <a:gd name="connsiteX3" fmla="*/ 252413 w 271463"/>
              <a:gd name="connsiteY3" fmla="*/ 24765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463" h="247650">
                <a:moveTo>
                  <a:pt x="271463" y="0"/>
                </a:moveTo>
                <a:lnTo>
                  <a:pt x="0" y="0"/>
                </a:lnTo>
                <a:lnTo>
                  <a:pt x="0" y="247650"/>
                </a:lnTo>
                <a:lnTo>
                  <a:pt x="252413" y="247650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grpSp>
        <p:nvGrpSpPr>
          <p:cNvPr id="6" name="Groupe 225"/>
          <p:cNvGrpSpPr/>
          <p:nvPr/>
        </p:nvGrpSpPr>
        <p:grpSpPr>
          <a:xfrm>
            <a:off x="2490774" y="4295775"/>
            <a:ext cx="61912" cy="133350"/>
            <a:chOff x="2105025" y="3290888"/>
            <a:chExt cx="95251" cy="209550"/>
          </a:xfrm>
        </p:grpSpPr>
        <p:sp>
          <p:nvSpPr>
            <p:cNvPr id="230" name="Rectangle 229"/>
            <p:cNvSpPr/>
            <p:nvPr/>
          </p:nvSpPr>
          <p:spPr>
            <a:xfrm rot="-2640000">
              <a:off x="2152651" y="3357562"/>
              <a:ext cx="47625" cy="1428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1" name="Rectangle 230"/>
            <p:cNvSpPr/>
            <p:nvPr/>
          </p:nvSpPr>
          <p:spPr>
            <a:xfrm>
              <a:off x="2105025" y="3290888"/>
              <a:ext cx="45719" cy="2095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35" name="Forme libre 234"/>
          <p:cNvSpPr/>
          <p:nvPr/>
        </p:nvSpPr>
        <p:spPr>
          <a:xfrm flipH="1">
            <a:off x="6543692" y="4267200"/>
            <a:ext cx="166688" cy="219075"/>
          </a:xfrm>
          <a:custGeom>
            <a:avLst/>
            <a:gdLst>
              <a:gd name="connsiteX0" fmla="*/ 271463 w 271463"/>
              <a:gd name="connsiteY0" fmla="*/ 0 h 247650"/>
              <a:gd name="connsiteX1" fmla="*/ 0 w 271463"/>
              <a:gd name="connsiteY1" fmla="*/ 0 h 247650"/>
              <a:gd name="connsiteX2" fmla="*/ 0 w 271463"/>
              <a:gd name="connsiteY2" fmla="*/ 247650 h 247650"/>
              <a:gd name="connsiteX3" fmla="*/ 252413 w 271463"/>
              <a:gd name="connsiteY3" fmla="*/ 24765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463" h="247650">
                <a:moveTo>
                  <a:pt x="271463" y="0"/>
                </a:moveTo>
                <a:lnTo>
                  <a:pt x="0" y="0"/>
                </a:lnTo>
                <a:lnTo>
                  <a:pt x="0" y="247650"/>
                </a:lnTo>
                <a:lnTo>
                  <a:pt x="252413" y="247650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grpSp>
        <p:nvGrpSpPr>
          <p:cNvPr id="7" name="Groupe 235"/>
          <p:cNvGrpSpPr/>
          <p:nvPr/>
        </p:nvGrpSpPr>
        <p:grpSpPr>
          <a:xfrm flipH="1">
            <a:off x="6500799" y="4314825"/>
            <a:ext cx="61912" cy="133350"/>
            <a:chOff x="2105025" y="3290888"/>
            <a:chExt cx="95251" cy="209550"/>
          </a:xfrm>
        </p:grpSpPr>
        <p:sp>
          <p:nvSpPr>
            <p:cNvPr id="237" name="Rectangle 236"/>
            <p:cNvSpPr/>
            <p:nvPr/>
          </p:nvSpPr>
          <p:spPr>
            <a:xfrm rot="-2640000">
              <a:off x="2152651" y="3357562"/>
              <a:ext cx="47625" cy="1428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8" name="Rectangle 237"/>
            <p:cNvSpPr/>
            <p:nvPr/>
          </p:nvSpPr>
          <p:spPr>
            <a:xfrm>
              <a:off x="2105025" y="3290888"/>
              <a:ext cx="45719" cy="2095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8" name="Groupe 240"/>
          <p:cNvGrpSpPr/>
          <p:nvPr/>
        </p:nvGrpSpPr>
        <p:grpSpPr>
          <a:xfrm flipH="1">
            <a:off x="6662739" y="4314825"/>
            <a:ext cx="61912" cy="133350"/>
            <a:chOff x="2105025" y="3290888"/>
            <a:chExt cx="95251" cy="209550"/>
          </a:xfrm>
        </p:grpSpPr>
        <p:sp>
          <p:nvSpPr>
            <p:cNvPr id="242" name="Rectangle 241"/>
            <p:cNvSpPr/>
            <p:nvPr/>
          </p:nvSpPr>
          <p:spPr>
            <a:xfrm rot="-2640000">
              <a:off x="2152651" y="3357562"/>
              <a:ext cx="47625" cy="1428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3" name="Rectangle 242"/>
            <p:cNvSpPr/>
            <p:nvPr/>
          </p:nvSpPr>
          <p:spPr>
            <a:xfrm>
              <a:off x="2105025" y="3290888"/>
              <a:ext cx="45719" cy="2095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44" name="Rectangle 243"/>
          <p:cNvSpPr/>
          <p:nvPr/>
        </p:nvSpPr>
        <p:spPr>
          <a:xfrm>
            <a:off x="266700" y="6181726"/>
            <a:ext cx="1904999" cy="361950"/>
          </a:xfrm>
          <a:prstGeom prst="rect">
            <a:avLst/>
          </a:prstGeom>
          <a:solidFill>
            <a:srgbClr val="FFFF99"/>
          </a:solidFill>
          <a:ln w="6350" cmpd="dbl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 smtClean="0">
                <a:solidFill>
                  <a:schemeClr val="tx1"/>
                </a:solidFill>
              </a:rPr>
              <a:t>PCF AIR INSTRUMENT </a:t>
            </a:r>
          </a:p>
          <a:p>
            <a:pPr algn="ctr"/>
            <a:r>
              <a:rPr lang="fr-FR" sz="1100" b="1" dirty="0" smtClean="0">
                <a:solidFill>
                  <a:schemeClr val="tx1"/>
                </a:solidFill>
              </a:rPr>
              <a:t>7841 901 330</a:t>
            </a:r>
          </a:p>
        </p:txBody>
      </p:sp>
      <p:sp>
        <p:nvSpPr>
          <p:cNvPr id="211" name="Forme libre 210"/>
          <p:cNvSpPr/>
          <p:nvPr/>
        </p:nvSpPr>
        <p:spPr>
          <a:xfrm flipV="1">
            <a:off x="5314950" y="4333875"/>
            <a:ext cx="609600" cy="952500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15" name="Forme libre 214"/>
          <p:cNvSpPr/>
          <p:nvPr/>
        </p:nvSpPr>
        <p:spPr>
          <a:xfrm flipV="1">
            <a:off x="3876675" y="5333999"/>
            <a:ext cx="2076449" cy="238126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97" name="Rectangle 196"/>
          <p:cNvSpPr/>
          <p:nvPr/>
        </p:nvSpPr>
        <p:spPr>
          <a:xfrm>
            <a:off x="5634039" y="5229225"/>
            <a:ext cx="576262" cy="1143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09" name="Rectangle 208"/>
          <p:cNvSpPr/>
          <p:nvPr/>
        </p:nvSpPr>
        <p:spPr>
          <a:xfrm>
            <a:off x="5534025" y="52673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Events 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10" name="Rectangle 209"/>
          <p:cNvSpPr/>
          <p:nvPr/>
        </p:nvSpPr>
        <p:spPr>
          <a:xfrm>
            <a:off x="5634039" y="5514975"/>
            <a:ext cx="576262" cy="1143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46" name="Rectangle 245"/>
          <p:cNvSpPr/>
          <p:nvPr/>
        </p:nvSpPr>
        <p:spPr>
          <a:xfrm flipH="1">
            <a:off x="1523999" y="1819275"/>
            <a:ext cx="466725" cy="257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PSH</a:t>
            </a:r>
          </a:p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303B</a:t>
            </a:r>
          </a:p>
        </p:txBody>
      </p:sp>
      <p:sp>
        <p:nvSpPr>
          <p:cNvPr id="247" name="Rectangle 246"/>
          <p:cNvSpPr/>
          <p:nvPr/>
        </p:nvSpPr>
        <p:spPr>
          <a:xfrm flipH="1">
            <a:off x="7105649" y="1800225"/>
            <a:ext cx="466725" cy="257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PSH</a:t>
            </a:r>
          </a:p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303A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5848350" y="1285875"/>
            <a:ext cx="504825" cy="238126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 smtClean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2800350" y="1266825"/>
            <a:ext cx="504825" cy="238126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 smtClean="0">
                <a:solidFill>
                  <a:schemeClr val="tx1"/>
                </a:solidFill>
              </a:rPr>
              <a:t>R</a:t>
            </a:r>
          </a:p>
        </p:txBody>
      </p:sp>
      <p:grpSp>
        <p:nvGrpSpPr>
          <p:cNvPr id="226" name="Groupe 411"/>
          <p:cNvGrpSpPr/>
          <p:nvPr/>
        </p:nvGrpSpPr>
        <p:grpSpPr>
          <a:xfrm>
            <a:off x="3807641" y="4219575"/>
            <a:ext cx="269059" cy="123825"/>
            <a:chOff x="8351067" y="4798235"/>
            <a:chExt cx="221430" cy="102377"/>
          </a:xfrm>
        </p:grpSpPr>
        <p:sp>
          <p:nvSpPr>
            <p:cNvPr id="229" name="Organigramme : Joindre 228"/>
            <p:cNvSpPr/>
            <p:nvPr/>
          </p:nvSpPr>
          <p:spPr>
            <a:xfrm rot="10800000">
              <a:off x="8351067" y="4798235"/>
              <a:ext cx="95271" cy="100029"/>
            </a:xfrm>
            <a:prstGeom prst="flowChartCollate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sp>
          <p:nvSpPr>
            <p:cNvPr id="236" name="Rectangle à coins arrondis 235"/>
            <p:cNvSpPr/>
            <p:nvPr/>
          </p:nvSpPr>
          <p:spPr>
            <a:xfrm>
              <a:off x="8510586" y="4800600"/>
              <a:ext cx="61911" cy="100012"/>
            </a:xfrm>
            <a:prstGeom prst="roundRect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cxnSp>
          <p:nvCxnSpPr>
            <p:cNvPr id="241" name="Connecteur droit 240"/>
            <p:cNvCxnSpPr/>
            <p:nvPr/>
          </p:nvCxnSpPr>
          <p:spPr>
            <a:xfrm>
              <a:off x="8410575" y="4852988"/>
              <a:ext cx="95250" cy="0"/>
            </a:xfrm>
            <a:prstGeom prst="line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51" name="Groupe 411"/>
          <p:cNvGrpSpPr/>
          <p:nvPr/>
        </p:nvGrpSpPr>
        <p:grpSpPr>
          <a:xfrm>
            <a:off x="5236391" y="4210050"/>
            <a:ext cx="269059" cy="123825"/>
            <a:chOff x="8351067" y="4798235"/>
            <a:chExt cx="221430" cy="102377"/>
          </a:xfrm>
        </p:grpSpPr>
        <p:sp>
          <p:nvSpPr>
            <p:cNvPr id="252" name="Organigramme : Joindre 251"/>
            <p:cNvSpPr/>
            <p:nvPr/>
          </p:nvSpPr>
          <p:spPr>
            <a:xfrm rot="10800000">
              <a:off x="8351067" y="4798235"/>
              <a:ext cx="95271" cy="100029"/>
            </a:xfrm>
            <a:prstGeom prst="flowChartCollat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sp>
          <p:nvSpPr>
            <p:cNvPr id="256" name="Rectangle à coins arrondis 255"/>
            <p:cNvSpPr/>
            <p:nvPr/>
          </p:nvSpPr>
          <p:spPr>
            <a:xfrm>
              <a:off x="8510586" y="4800600"/>
              <a:ext cx="61911" cy="100012"/>
            </a:xfrm>
            <a:prstGeom prst="roundRect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cxnSp>
          <p:nvCxnSpPr>
            <p:cNvPr id="258" name="Connecteur droit 257"/>
            <p:cNvCxnSpPr/>
            <p:nvPr/>
          </p:nvCxnSpPr>
          <p:spPr>
            <a:xfrm>
              <a:off x="8410575" y="4852988"/>
              <a:ext cx="95250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66" name="Forme libre 265"/>
          <p:cNvSpPr/>
          <p:nvPr/>
        </p:nvSpPr>
        <p:spPr>
          <a:xfrm>
            <a:off x="3333750" y="1638301"/>
            <a:ext cx="238125" cy="314324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7" name="Forme libre 266"/>
          <p:cNvSpPr/>
          <p:nvPr/>
        </p:nvSpPr>
        <p:spPr>
          <a:xfrm flipH="1">
            <a:off x="5572126" y="1638301"/>
            <a:ext cx="247650" cy="314324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9" name="Connecteur droit 238"/>
          <p:cNvCxnSpPr/>
          <p:nvPr/>
        </p:nvCxnSpPr>
        <p:spPr>
          <a:xfrm flipV="1">
            <a:off x="5045886" y="3800475"/>
            <a:ext cx="488139" cy="240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à coins arrondis 21"/>
          <p:cNvSpPr/>
          <p:nvPr/>
        </p:nvSpPr>
        <p:spPr>
          <a:xfrm>
            <a:off x="5486400" y="1962151"/>
            <a:ext cx="1209675" cy="2119312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à coins arrondis 35"/>
          <p:cNvSpPr/>
          <p:nvPr/>
        </p:nvSpPr>
        <p:spPr>
          <a:xfrm>
            <a:off x="2466974" y="1962150"/>
            <a:ext cx="1209675" cy="2114550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9" name="Connecteur droit 48"/>
          <p:cNvCxnSpPr/>
          <p:nvPr/>
        </p:nvCxnSpPr>
        <p:spPr>
          <a:xfrm flipV="1">
            <a:off x="3676650" y="3807622"/>
            <a:ext cx="407211" cy="237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rganigramme : Joindre 49"/>
          <p:cNvSpPr/>
          <p:nvPr/>
        </p:nvSpPr>
        <p:spPr>
          <a:xfrm rot="5400000">
            <a:off x="7746214" y="5317334"/>
            <a:ext cx="204788" cy="180974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81" name="Connecteur droit 80"/>
          <p:cNvCxnSpPr/>
          <p:nvPr/>
        </p:nvCxnSpPr>
        <p:spPr>
          <a:xfrm>
            <a:off x="6553201" y="4629150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1"/>
          <p:cNvCxnSpPr/>
          <p:nvPr/>
        </p:nvCxnSpPr>
        <p:spPr>
          <a:xfrm>
            <a:off x="3133716" y="1809735"/>
            <a:ext cx="2886084" cy="15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Organigramme : Joindre 87"/>
          <p:cNvSpPr/>
          <p:nvPr/>
        </p:nvSpPr>
        <p:spPr>
          <a:xfrm rot="5400000">
            <a:off x="4000517" y="3719516"/>
            <a:ext cx="204788" cy="157162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94" name="Rectangle à coins arrondis 93"/>
          <p:cNvSpPr/>
          <p:nvPr/>
        </p:nvSpPr>
        <p:spPr>
          <a:xfrm>
            <a:off x="4019551" y="3490913"/>
            <a:ext cx="161925" cy="123825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96" name="Connecteur droit 95"/>
          <p:cNvCxnSpPr>
            <a:endCxn id="94" idx="2"/>
          </p:cNvCxnSpPr>
          <p:nvPr/>
        </p:nvCxnSpPr>
        <p:spPr>
          <a:xfrm flipH="1" flipV="1">
            <a:off x="4100514" y="3614738"/>
            <a:ext cx="2397" cy="173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Forme libre 100"/>
          <p:cNvSpPr/>
          <p:nvPr/>
        </p:nvSpPr>
        <p:spPr>
          <a:xfrm>
            <a:off x="6481763" y="4762502"/>
            <a:ext cx="138112" cy="80962"/>
          </a:xfrm>
          <a:custGeom>
            <a:avLst/>
            <a:gdLst>
              <a:gd name="connsiteX0" fmla="*/ 0 w 138112"/>
              <a:gd name="connsiteY0" fmla="*/ 0 h 80962"/>
              <a:gd name="connsiteX1" fmla="*/ 61912 w 138112"/>
              <a:gd name="connsiteY1" fmla="*/ 80962 h 80962"/>
              <a:gd name="connsiteX2" fmla="*/ 138112 w 138112"/>
              <a:gd name="connsiteY2" fmla="*/ 9525 h 8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112" h="80962">
                <a:moveTo>
                  <a:pt x="0" y="0"/>
                </a:moveTo>
                <a:lnTo>
                  <a:pt x="61912" y="80962"/>
                </a:lnTo>
                <a:lnTo>
                  <a:pt x="138112" y="9525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03" name="Connecteur droit 102"/>
          <p:cNvCxnSpPr/>
          <p:nvPr/>
        </p:nvCxnSpPr>
        <p:spPr>
          <a:xfrm>
            <a:off x="6543675" y="4852989"/>
            <a:ext cx="0" cy="1381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Forme libre 127"/>
          <p:cNvSpPr/>
          <p:nvPr/>
        </p:nvSpPr>
        <p:spPr>
          <a:xfrm flipH="1">
            <a:off x="5867398" y="923922"/>
            <a:ext cx="1952626" cy="3571877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9" name="Organigramme : Délai 128"/>
          <p:cNvSpPr/>
          <p:nvPr/>
        </p:nvSpPr>
        <p:spPr>
          <a:xfrm rot="5400000">
            <a:off x="5103018" y="769165"/>
            <a:ext cx="433388" cy="390524"/>
          </a:xfrm>
          <a:prstGeom prst="flowChartDelay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31" name="Connecteur droit 130"/>
          <p:cNvCxnSpPr/>
          <p:nvPr/>
        </p:nvCxnSpPr>
        <p:spPr>
          <a:xfrm>
            <a:off x="5110163" y="714396"/>
            <a:ext cx="414337" cy="0"/>
          </a:xfrm>
          <a:prstGeom prst="lin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0" name="Connecteur droit 139"/>
          <p:cNvCxnSpPr/>
          <p:nvPr/>
        </p:nvCxnSpPr>
        <p:spPr>
          <a:xfrm>
            <a:off x="5514975" y="923925"/>
            <a:ext cx="2000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eur droit 148"/>
          <p:cNvCxnSpPr/>
          <p:nvPr/>
        </p:nvCxnSpPr>
        <p:spPr>
          <a:xfrm flipH="1">
            <a:off x="8410575" y="3971925"/>
            <a:ext cx="9526" cy="5143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Forme libre 149"/>
          <p:cNvSpPr/>
          <p:nvPr/>
        </p:nvSpPr>
        <p:spPr>
          <a:xfrm flipH="1">
            <a:off x="7486648" y="3695700"/>
            <a:ext cx="438149" cy="1724025"/>
          </a:xfrm>
          <a:custGeom>
            <a:avLst/>
            <a:gdLst>
              <a:gd name="connsiteX0" fmla="*/ 0 w 1462088"/>
              <a:gd name="connsiteY0" fmla="*/ 1428750 h 1428750"/>
              <a:gd name="connsiteX1" fmla="*/ 1462088 w 1462088"/>
              <a:gd name="connsiteY1" fmla="*/ 1428750 h 1428750"/>
              <a:gd name="connsiteX2" fmla="*/ 1462088 w 1462088"/>
              <a:gd name="connsiteY2" fmla="*/ 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62088" h="1428750">
                <a:moveTo>
                  <a:pt x="0" y="1428750"/>
                </a:moveTo>
                <a:lnTo>
                  <a:pt x="1462088" y="1428750"/>
                </a:lnTo>
                <a:lnTo>
                  <a:pt x="1462088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7" name="Connecteur droit 156"/>
          <p:cNvCxnSpPr/>
          <p:nvPr/>
        </p:nvCxnSpPr>
        <p:spPr>
          <a:xfrm>
            <a:off x="7477125" y="4495800"/>
            <a:ext cx="94297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Forme libre 159"/>
          <p:cNvSpPr/>
          <p:nvPr/>
        </p:nvSpPr>
        <p:spPr>
          <a:xfrm flipH="1" flipV="1">
            <a:off x="2666998" y="4248148"/>
            <a:ext cx="400049" cy="266702"/>
          </a:xfrm>
          <a:custGeom>
            <a:avLst/>
            <a:gdLst>
              <a:gd name="connsiteX0" fmla="*/ 242888 w 242888"/>
              <a:gd name="connsiteY0" fmla="*/ 0 h 119062"/>
              <a:gd name="connsiteX1" fmla="*/ 242888 w 242888"/>
              <a:gd name="connsiteY1" fmla="*/ 119062 h 119062"/>
              <a:gd name="connsiteX2" fmla="*/ 0 w 242888"/>
              <a:gd name="connsiteY2" fmla="*/ 119062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88" h="119062">
                <a:moveTo>
                  <a:pt x="242888" y="0"/>
                </a:moveTo>
                <a:lnTo>
                  <a:pt x="242888" y="119062"/>
                </a:lnTo>
                <a:lnTo>
                  <a:pt x="0" y="119062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2" name="Organigramme : Joindre 161"/>
          <p:cNvSpPr/>
          <p:nvPr/>
        </p:nvSpPr>
        <p:spPr>
          <a:xfrm rot="10800000">
            <a:off x="7381853" y="3529034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66" name="Connecteur droit avec flèche 165"/>
          <p:cNvCxnSpPr/>
          <p:nvPr/>
        </p:nvCxnSpPr>
        <p:spPr>
          <a:xfrm>
            <a:off x="7810500" y="923925"/>
            <a:ext cx="533400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Forme libre 176"/>
          <p:cNvSpPr/>
          <p:nvPr/>
        </p:nvSpPr>
        <p:spPr>
          <a:xfrm>
            <a:off x="6700838" y="2152650"/>
            <a:ext cx="633412" cy="247650"/>
          </a:xfrm>
          <a:custGeom>
            <a:avLst/>
            <a:gdLst>
              <a:gd name="connsiteX0" fmla="*/ 0 w 357187"/>
              <a:gd name="connsiteY0" fmla="*/ 247650 h 247650"/>
              <a:gd name="connsiteX1" fmla="*/ 357187 w 357187"/>
              <a:gd name="connsiteY1" fmla="*/ 247650 h 247650"/>
              <a:gd name="connsiteX2" fmla="*/ 357187 w 35718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187" h="247650">
                <a:moveTo>
                  <a:pt x="0" y="247650"/>
                </a:moveTo>
                <a:lnTo>
                  <a:pt x="357187" y="247650"/>
                </a:lnTo>
                <a:lnTo>
                  <a:pt x="357187" y="0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6" name="Forme libre 185"/>
          <p:cNvSpPr/>
          <p:nvPr/>
        </p:nvSpPr>
        <p:spPr>
          <a:xfrm flipH="1">
            <a:off x="1771650" y="2171699"/>
            <a:ext cx="685801" cy="247650"/>
          </a:xfrm>
          <a:custGeom>
            <a:avLst/>
            <a:gdLst>
              <a:gd name="connsiteX0" fmla="*/ 0 w 357187"/>
              <a:gd name="connsiteY0" fmla="*/ 247650 h 247650"/>
              <a:gd name="connsiteX1" fmla="*/ 357187 w 357187"/>
              <a:gd name="connsiteY1" fmla="*/ 247650 h 247650"/>
              <a:gd name="connsiteX2" fmla="*/ 357187 w 35718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187" h="247650">
                <a:moveTo>
                  <a:pt x="0" y="247650"/>
                </a:moveTo>
                <a:lnTo>
                  <a:pt x="357187" y="247650"/>
                </a:lnTo>
                <a:lnTo>
                  <a:pt x="357187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0" name="Organigramme : Connecteur 189"/>
          <p:cNvSpPr/>
          <p:nvPr/>
        </p:nvSpPr>
        <p:spPr>
          <a:xfrm>
            <a:off x="6781802" y="1790700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1" name="Connecteur droit 190"/>
          <p:cNvCxnSpPr/>
          <p:nvPr/>
        </p:nvCxnSpPr>
        <p:spPr>
          <a:xfrm>
            <a:off x="6934210" y="2081213"/>
            <a:ext cx="1" cy="3143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Organigramme : Connecteur 226"/>
          <p:cNvSpPr/>
          <p:nvPr/>
        </p:nvSpPr>
        <p:spPr>
          <a:xfrm>
            <a:off x="2076453" y="1814512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28" name="Connecteur droit 227"/>
          <p:cNvCxnSpPr/>
          <p:nvPr/>
        </p:nvCxnSpPr>
        <p:spPr>
          <a:xfrm>
            <a:off x="2228861" y="2105025"/>
            <a:ext cx="1" cy="3143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cteur droit 233"/>
          <p:cNvCxnSpPr/>
          <p:nvPr/>
        </p:nvCxnSpPr>
        <p:spPr>
          <a:xfrm flipH="1">
            <a:off x="4552950" y="3810000"/>
            <a:ext cx="1" cy="8763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Connecteur droit 244"/>
          <p:cNvCxnSpPr/>
          <p:nvPr/>
        </p:nvCxnSpPr>
        <p:spPr>
          <a:xfrm>
            <a:off x="561975" y="4733925"/>
            <a:ext cx="981075" cy="0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Connecteur droit 247"/>
          <p:cNvCxnSpPr/>
          <p:nvPr/>
        </p:nvCxnSpPr>
        <p:spPr>
          <a:xfrm>
            <a:off x="704850" y="4314825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Organigramme : Joindre 248"/>
          <p:cNvSpPr/>
          <p:nvPr/>
        </p:nvSpPr>
        <p:spPr>
          <a:xfrm rot="10800000">
            <a:off x="590528" y="4138634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50" name="Organigramme : Joindre 249"/>
          <p:cNvSpPr/>
          <p:nvPr/>
        </p:nvSpPr>
        <p:spPr>
          <a:xfrm rot="10800000">
            <a:off x="1323953" y="4148159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53" name="Connecteur droit avec flèche 252"/>
          <p:cNvCxnSpPr>
            <a:endCxn id="422" idx="2"/>
          </p:cNvCxnSpPr>
          <p:nvPr/>
        </p:nvCxnSpPr>
        <p:spPr>
          <a:xfrm flipV="1">
            <a:off x="1057275" y="2886075"/>
            <a:ext cx="0" cy="1285876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Connecteur droit 254"/>
          <p:cNvCxnSpPr/>
          <p:nvPr/>
        </p:nvCxnSpPr>
        <p:spPr>
          <a:xfrm flipV="1">
            <a:off x="842964" y="3709988"/>
            <a:ext cx="209549" cy="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Connecteur droit 256"/>
          <p:cNvCxnSpPr/>
          <p:nvPr/>
        </p:nvCxnSpPr>
        <p:spPr>
          <a:xfrm flipV="1">
            <a:off x="681039" y="3709988"/>
            <a:ext cx="209549" cy="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onnecteur droit 258"/>
          <p:cNvCxnSpPr/>
          <p:nvPr/>
        </p:nvCxnSpPr>
        <p:spPr>
          <a:xfrm>
            <a:off x="1057275" y="4733925"/>
            <a:ext cx="0" cy="5238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Rectangle 259"/>
          <p:cNvSpPr/>
          <p:nvPr/>
        </p:nvSpPr>
        <p:spPr>
          <a:xfrm>
            <a:off x="2657475" y="3676650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S303B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61" name="Rectangle 260"/>
          <p:cNvSpPr/>
          <p:nvPr/>
        </p:nvSpPr>
        <p:spPr>
          <a:xfrm>
            <a:off x="5705475" y="368617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S303A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62" name="Rectangle 261"/>
          <p:cNvSpPr/>
          <p:nvPr/>
        </p:nvSpPr>
        <p:spPr>
          <a:xfrm>
            <a:off x="2952750" y="1504950"/>
            <a:ext cx="200025" cy="21145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3" name="Rectangle 262"/>
          <p:cNvSpPr/>
          <p:nvPr/>
        </p:nvSpPr>
        <p:spPr>
          <a:xfrm>
            <a:off x="647700" y="5248275"/>
            <a:ext cx="819150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Sortie F301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4" name="Rectangle 263"/>
          <p:cNvSpPr/>
          <p:nvPr/>
        </p:nvSpPr>
        <p:spPr>
          <a:xfrm>
            <a:off x="333374" y="2867025"/>
            <a:ext cx="7239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S301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5" name="Rectangle 264"/>
          <p:cNvSpPr/>
          <p:nvPr/>
        </p:nvSpPr>
        <p:spPr>
          <a:xfrm>
            <a:off x="8020050" y="1476376"/>
            <a:ext cx="866775" cy="4952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Réseau usine 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125" name="Organigramme : Joindre 124"/>
          <p:cNvSpPr/>
          <p:nvPr/>
        </p:nvSpPr>
        <p:spPr>
          <a:xfrm rot="5400000">
            <a:off x="4924442" y="3714772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68" name="Rectangle 267"/>
          <p:cNvSpPr/>
          <p:nvPr/>
        </p:nvSpPr>
        <p:spPr>
          <a:xfrm>
            <a:off x="5086350" y="771525"/>
            <a:ext cx="4762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 smtClean="0">
                <a:solidFill>
                  <a:schemeClr val="tx1"/>
                </a:solidFill>
              </a:rPr>
              <a:t>X 303</a:t>
            </a:r>
            <a:endParaRPr lang="fr-FR" sz="1200" b="1" dirty="0">
              <a:solidFill>
                <a:schemeClr val="tx1"/>
              </a:solidFill>
            </a:endParaRPr>
          </a:p>
        </p:txBody>
      </p:sp>
      <p:sp>
        <p:nvSpPr>
          <p:cNvPr id="277" name="Rectangle 276"/>
          <p:cNvSpPr/>
          <p:nvPr/>
        </p:nvSpPr>
        <p:spPr>
          <a:xfrm>
            <a:off x="2057400" y="1800225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8" name="Rectangle 277"/>
          <p:cNvSpPr/>
          <p:nvPr/>
        </p:nvSpPr>
        <p:spPr>
          <a:xfrm>
            <a:off x="6762750" y="1771650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80" name="Rectangle 279"/>
          <p:cNvSpPr/>
          <p:nvPr/>
        </p:nvSpPr>
        <p:spPr>
          <a:xfrm>
            <a:off x="3409950" y="609600"/>
            <a:ext cx="80962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Hygromètre AR303</a:t>
            </a:r>
          </a:p>
        </p:txBody>
      </p:sp>
      <p:sp>
        <p:nvSpPr>
          <p:cNvPr id="282" name="Forme libre 281"/>
          <p:cNvSpPr/>
          <p:nvPr/>
        </p:nvSpPr>
        <p:spPr>
          <a:xfrm flipH="1">
            <a:off x="3809998" y="923925"/>
            <a:ext cx="752475" cy="295275"/>
          </a:xfrm>
          <a:custGeom>
            <a:avLst/>
            <a:gdLst>
              <a:gd name="connsiteX0" fmla="*/ 0 w 923925"/>
              <a:gd name="connsiteY0" fmla="*/ 457200 h 457200"/>
              <a:gd name="connsiteX1" fmla="*/ 923925 w 923925"/>
              <a:gd name="connsiteY1" fmla="*/ 457200 h 457200"/>
              <a:gd name="connsiteX2" fmla="*/ 923925 w 923925"/>
              <a:gd name="connsiteY2" fmla="*/ 0 h 457200"/>
              <a:gd name="connsiteX3" fmla="*/ 923925 w 923925"/>
              <a:gd name="connsiteY3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3925" h="457200">
                <a:moveTo>
                  <a:pt x="0" y="457200"/>
                </a:moveTo>
                <a:lnTo>
                  <a:pt x="923925" y="457200"/>
                </a:lnTo>
                <a:lnTo>
                  <a:pt x="923925" y="0"/>
                </a:lnTo>
                <a:lnTo>
                  <a:pt x="923925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0" name="Forme libre 299"/>
          <p:cNvSpPr/>
          <p:nvPr/>
        </p:nvSpPr>
        <p:spPr>
          <a:xfrm>
            <a:off x="7477124" y="2571750"/>
            <a:ext cx="295275" cy="962023"/>
          </a:xfrm>
          <a:custGeom>
            <a:avLst/>
            <a:gdLst>
              <a:gd name="connsiteX0" fmla="*/ 0 w 2514600"/>
              <a:gd name="connsiteY0" fmla="*/ 914400 h 914400"/>
              <a:gd name="connsiteX1" fmla="*/ 0 w 2514600"/>
              <a:gd name="connsiteY1" fmla="*/ 0 h 914400"/>
              <a:gd name="connsiteX2" fmla="*/ 2514600 w 25146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0" h="914400">
                <a:moveTo>
                  <a:pt x="0" y="914400"/>
                </a:moveTo>
                <a:lnTo>
                  <a:pt x="0" y="0"/>
                </a:lnTo>
                <a:lnTo>
                  <a:pt x="25146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05" name="Organigramme : Connecteur 304"/>
          <p:cNvSpPr/>
          <p:nvPr/>
        </p:nvSpPr>
        <p:spPr>
          <a:xfrm>
            <a:off x="3981450" y="4510086"/>
            <a:ext cx="395291" cy="404813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306" name="Connecteur droit 305"/>
          <p:cNvCxnSpPr/>
          <p:nvPr/>
        </p:nvCxnSpPr>
        <p:spPr>
          <a:xfrm>
            <a:off x="4371975" y="4705350"/>
            <a:ext cx="266712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" name="Rectangle 308"/>
          <p:cNvSpPr/>
          <p:nvPr/>
        </p:nvSpPr>
        <p:spPr>
          <a:xfrm flipH="1">
            <a:off x="3876675" y="4600575"/>
            <a:ext cx="619125" cy="257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FT 599</a:t>
            </a:r>
          </a:p>
        </p:txBody>
      </p:sp>
      <p:cxnSp>
        <p:nvCxnSpPr>
          <p:cNvPr id="317" name="Connecteur droit 316"/>
          <p:cNvCxnSpPr/>
          <p:nvPr/>
        </p:nvCxnSpPr>
        <p:spPr>
          <a:xfrm>
            <a:off x="3067050" y="4067175"/>
            <a:ext cx="0" cy="4381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" name="Rectangle à coins arrondis 343"/>
          <p:cNvSpPr/>
          <p:nvPr/>
        </p:nvSpPr>
        <p:spPr>
          <a:xfrm>
            <a:off x="2352675" y="6067425"/>
            <a:ext cx="3790950" cy="47625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S303 : A = service, B = attente</a:t>
            </a:r>
          </a:p>
        </p:txBody>
      </p:sp>
      <p:sp>
        <p:nvSpPr>
          <p:cNvPr id="345" name="Rectangle 344"/>
          <p:cNvSpPr/>
          <p:nvPr/>
        </p:nvSpPr>
        <p:spPr>
          <a:xfrm>
            <a:off x="7753350" y="5257800"/>
            <a:ext cx="10096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S302</a:t>
            </a:r>
          </a:p>
        </p:txBody>
      </p:sp>
      <p:sp>
        <p:nvSpPr>
          <p:cNvPr id="126" name="Organigramme : Joindre 125"/>
          <p:cNvSpPr/>
          <p:nvPr/>
        </p:nvSpPr>
        <p:spPr>
          <a:xfrm rot="5400000">
            <a:off x="5676917" y="842983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57" name="Forme libre 356"/>
          <p:cNvSpPr/>
          <p:nvPr/>
        </p:nvSpPr>
        <p:spPr>
          <a:xfrm>
            <a:off x="8124825" y="3562350"/>
            <a:ext cx="571500" cy="409575"/>
          </a:xfrm>
          <a:custGeom>
            <a:avLst/>
            <a:gdLst>
              <a:gd name="connsiteX0" fmla="*/ 0 w 571500"/>
              <a:gd name="connsiteY0" fmla="*/ 9525 h 409575"/>
              <a:gd name="connsiteX1" fmla="*/ 0 w 571500"/>
              <a:gd name="connsiteY1" fmla="*/ 409575 h 409575"/>
              <a:gd name="connsiteX2" fmla="*/ 571500 w 571500"/>
              <a:gd name="connsiteY2" fmla="*/ 409575 h 409575"/>
              <a:gd name="connsiteX3" fmla="*/ 571500 w 571500"/>
              <a:gd name="connsiteY3" fmla="*/ 0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500" h="409575">
                <a:moveTo>
                  <a:pt x="0" y="9525"/>
                </a:moveTo>
                <a:lnTo>
                  <a:pt x="0" y="409575"/>
                </a:lnTo>
                <a:lnTo>
                  <a:pt x="571500" y="409575"/>
                </a:lnTo>
                <a:lnTo>
                  <a:pt x="5715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58" name="Triangle isocèle 357"/>
          <p:cNvSpPr/>
          <p:nvPr/>
        </p:nvSpPr>
        <p:spPr>
          <a:xfrm>
            <a:off x="8086728" y="3448052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59" name="Triangle isocèle 358"/>
          <p:cNvSpPr/>
          <p:nvPr/>
        </p:nvSpPr>
        <p:spPr>
          <a:xfrm rot="5400000" flipV="1">
            <a:off x="8154918" y="3371989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0" name="Forme libre 359"/>
          <p:cNvSpPr/>
          <p:nvPr/>
        </p:nvSpPr>
        <p:spPr>
          <a:xfrm>
            <a:off x="8067675" y="3228975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1" name="Rectangle 360"/>
          <p:cNvSpPr/>
          <p:nvPr/>
        </p:nvSpPr>
        <p:spPr>
          <a:xfrm>
            <a:off x="7877174" y="2857500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3009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362" name="Bouée 361"/>
          <p:cNvSpPr/>
          <p:nvPr/>
        </p:nvSpPr>
        <p:spPr>
          <a:xfrm>
            <a:off x="7891440" y="2809876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63" name="Triangle isocèle 362"/>
          <p:cNvSpPr/>
          <p:nvPr/>
        </p:nvSpPr>
        <p:spPr>
          <a:xfrm>
            <a:off x="8658228" y="3448052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64" name="Triangle isocèle 363"/>
          <p:cNvSpPr/>
          <p:nvPr/>
        </p:nvSpPr>
        <p:spPr>
          <a:xfrm rot="5400000" flipV="1">
            <a:off x="8726418" y="3371989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5" name="Forme libre 364"/>
          <p:cNvSpPr/>
          <p:nvPr/>
        </p:nvSpPr>
        <p:spPr>
          <a:xfrm>
            <a:off x="8639175" y="3228975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6" name="Rectangle 365"/>
          <p:cNvSpPr/>
          <p:nvPr/>
        </p:nvSpPr>
        <p:spPr>
          <a:xfrm>
            <a:off x="8448674" y="2857500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3010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367" name="Bouée 366"/>
          <p:cNvSpPr/>
          <p:nvPr/>
        </p:nvSpPr>
        <p:spPr>
          <a:xfrm>
            <a:off x="8462940" y="2809876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68" name="Organigramme : Joindre 367"/>
          <p:cNvSpPr/>
          <p:nvPr/>
        </p:nvSpPr>
        <p:spPr>
          <a:xfrm>
            <a:off x="8067675" y="3612372"/>
            <a:ext cx="111963" cy="111903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69" name="Organigramme : Joindre 368"/>
          <p:cNvSpPr/>
          <p:nvPr/>
        </p:nvSpPr>
        <p:spPr>
          <a:xfrm>
            <a:off x="8639175" y="3612372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71" name="Connecteur droit 370"/>
          <p:cNvCxnSpPr/>
          <p:nvPr/>
        </p:nvCxnSpPr>
        <p:spPr>
          <a:xfrm flipV="1">
            <a:off x="8133182" y="3667125"/>
            <a:ext cx="582193" cy="1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e 378"/>
          <p:cNvGrpSpPr/>
          <p:nvPr/>
        </p:nvGrpSpPr>
        <p:grpSpPr>
          <a:xfrm>
            <a:off x="8239125" y="3619500"/>
            <a:ext cx="361950" cy="104775"/>
            <a:chOff x="8048625" y="1771650"/>
            <a:chExt cx="361950" cy="104775"/>
          </a:xfrm>
        </p:grpSpPr>
        <p:cxnSp>
          <p:nvCxnSpPr>
            <p:cNvPr id="374" name="Connecteur droit 373"/>
            <p:cNvCxnSpPr/>
            <p:nvPr/>
          </p:nvCxnSpPr>
          <p:spPr>
            <a:xfrm flipH="1">
              <a:off x="80486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Connecteur droit 374"/>
            <p:cNvCxnSpPr/>
            <p:nvPr/>
          </p:nvCxnSpPr>
          <p:spPr>
            <a:xfrm flipH="1">
              <a:off x="81248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Connecteur droit 375"/>
            <p:cNvCxnSpPr/>
            <p:nvPr/>
          </p:nvCxnSpPr>
          <p:spPr>
            <a:xfrm flipH="1">
              <a:off x="82010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Connecteur droit 376"/>
            <p:cNvCxnSpPr/>
            <p:nvPr/>
          </p:nvCxnSpPr>
          <p:spPr>
            <a:xfrm flipH="1">
              <a:off x="82772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Connecteur droit 377"/>
            <p:cNvCxnSpPr/>
            <p:nvPr/>
          </p:nvCxnSpPr>
          <p:spPr>
            <a:xfrm flipH="1">
              <a:off x="83534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e 391"/>
          <p:cNvGrpSpPr/>
          <p:nvPr/>
        </p:nvGrpSpPr>
        <p:grpSpPr>
          <a:xfrm>
            <a:off x="6503217" y="4522010"/>
            <a:ext cx="221430" cy="102377"/>
            <a:chOff x="7512867" y="6550835"/>
            <a:chExt cx="221430" cy="102377"/>
          </a:xfrm>
        </p:grpSpPr>
        <p:sp>
          <p:nvSpPr>
            <p:cNvPr id="216" name="Organigramme : Joindre 215"/>
            <p:cNvSpPr/>
            <p:nvPr/>
          </p:nvSpPr>
          <p:spPr>
            <a:xfrm rot="10800000">
              <a:off x="7512867" y="6550835"/>
              <a:ext cx="95271" cy="100029"/>
            </a:xfrm>
            <a:prstGeom prst="flowChartCollat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sp>
          <p:nvSpPr>
            <p:cNvPr id="217" name="Rectangle à coins arrondis 216"/>
            <p:cNvSpPr/>
            <p:nvPr/>
          </p:nvSpPr>
          <p:spPr>
            <a:xfrm>
              <a:off x="7672386" y="6553200"/>
              <a:ext cx="61911" cy="100012"/>
            </a:xfrm>
            <a:prstGeom prst="roundRect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cxnSp>
          <p:nvCxnSpPr>
            <p:cNvPr id="219" name="Connecteur droit 218"/>
            <p:cNvCxnSpPr/>
            <p:nvPr/>
          </p:nvCxnSpPr>
          <p:spPr>
            <a:xfrm>
              <a:off x="7572375" y="6605588"/>
              <a:ext cx="95250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2" name="Organigramme : Joindre 381"/>
          <p:cNvSpPr/>
          <p:nvPr/>
        </p:nvSpPr>
        <p:spPr>
          <a:xfrm rot="10800000">
            <a:off x="3017067" y="4502960"/>
            <a:ext cx="95271" cy="100029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83" name="Rectangle 382"/>
          <p:cNvSpPr/>
          <p:nvPr/>
        </p:nvSpPr>
        <p:spPr>
          <a:xfrm>
            <a:off x="8134351" y="762000"/>
            <a:ext cx="828674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CK4</a:t>
            </a:r>
          </a:p>
        </p:txBody>
      </p:sp>
      <p:sp>
        <p:nvSpPr>
          <p:cNvPr id="387" name="Forme libre 386"/>
          <p:cNvSpPr/>
          <p:nvPr/>
        </p:nvSpPr>
        <p:spPr>
          <a:xfrm>
            <a:off x="4562475" y="923926"/>
            <a:ext cx="561975" cy="714374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5" name="Organigramme : Joindre 204"/>
          <p:cNvSpPr/>
          <p:nvPr/>
        </p:nvSpPr>
        <p:spPr>
          <a:xfrm rot="10800000">
            <a:off x="952478" y="4148159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06" name="Connecteur droit avec flèche 205"/>
          <p:cNvCxnSpPr/>
          <p:nvPr/>
        </p:nvCxnSpPr>
        <p:spPr>
          <a:xfrm flipV="1">
            <a:off x="695325" y="3171825"/>
            <a:ext cx="0" cy="100012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Organigramme : Joindre 253"/>
          <p:cNvSpPr/>
          <p:nvPr/>
        </p:nvSpPr>
        <p:spPr>
          <a:xfrm rot="5400000">
            <a:off x="764381" y="3626648"/>
            <a:ext cx="204788" cy="161924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12" name="Connecteur droit 211"/>
          <p:cNvCxnSpPr/>
          <p:nvPr/>
        </p:nvCxnSpPr>
        <p:spPr>
          <a:xfrm>
            <a:off x="5376863" y="1538288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Connecteur droit 212"/>
          <p:cNvCxnSpPr/>
          <p:nvPr/>
        </p:nvCxnSpPr>
        <p:spPr>
          <a:xfrm>
            <a:off x="5572130" y="1543035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onnecteur droit avec flèche 213"/>
          <p:cNvCxnSpPr/>
          <p:nvPr/>
        </p:nvCxnSpPr>
        <p:spPr>
          <a:xfrm flipV="1">
            <a:off x="3567113" y="1528763"/>
            <a:ext cx="195262" cy="2000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Connecteur droit 217"/>
          <p:cNvCxnSpPr/>
          <p:nvPr/>
        </p:nvCxnSpPr>
        <p:spPr>
          <a:xfrm>
            <a:off x="3567113" y="1519238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Connecteur droit 219"/>
          <p:cNvCxnSpPr/>
          <p:nvPr/>
        </p:nvCxnSpPr>
        <p:spPr>
          <a:xfrm>
            <a:off x="3762380" y="1523985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onnecteur droit avec flèche 220"/>
          <p:cNvCxnSpPr/>
          <p:nvPr/>
        </p:nvCxnSpPr>
        <p:spPr>
          <a:xfrm flipH="1" flipV="1">
            <a:off x="5381625" y="1543050"/>
            <a:ext cx="180975" cy="19050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Connecteur droit 231"/>
          <p:cNvCxnSpPr/>
          <p:nvPr/>
        </p:nvCxnSpPr>
        <p:spPr>
          <a:xfrm>
            <a:off x="3762375" y="1638300"/>
            <a:ext cx="162877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Connecteur droit 239"/>
          <p:cNvCxnSpPr/>
          <p:nvPr/>
        </p:nvCxnSpPr>
        <p:spPr>
          <a:xfrm>
            <a:off x="4181475" y="3810000"/>
            <a:ext cx="78105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Rectangle à coins arrondis 282"/>
          <p:cNvSpPr/>
          <p:nvPr/>
        </p:nvSpPr>
        <p:spPr>
          <a:xfrm>
            <a:off x="4943476" y="3490913"/>
            <a:ext cx="161925" cy="123825"/>
          </a:xfrm>
          <a:prstGeom prst="round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84" name="Connecteur droit 283"/>
          <p:cNvCxnSpPr>
            <a:endCxn id="283" idx="2"/>
          </p:cNvCxnSpPr>
          <p:nvPr/>
        </p:nvCxnSpPr>
        <p:spPr>
          <a:xfrm flipH="1" flipV="1">
            <a:off x="5024439" y="3614738"/>
            <a:ext cx="2397" cy="173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Connecteur droit 290"/>
          <p:cNvCxnSpPr/>
          <p:nvPr/>
        </p:nvCxnSpPr>
        <p:spPr>
          <a:xfrm flipH="1">
            <a:off x="3867150" y="3819525"/>
            <a:ext cx="1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Connecteur droit 293"/>
          <p:cNvCxnSpPr/>
          <p:nvPr/>
        </p:nvCxnSpPr>
        <p:spPr>
          <a:xfrm flipH="1">
            <a:off x="5305425" y="3800475"/>
            <a:ext cx="1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Connecteur droit 297"/>
          <p:cNvCxnSpPr/>
          <p:nvPr/>
        </p:nvCxnSpPr>
        <p:spPr>
          <a:xfrm>
            <a:off x="1057275" y="4314825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Connecteur droit 302"/>
          <p:cNvCxnSpPr/>
          <p:nvPr/>
        </p:nvCxnSpPr>
        <p:spPr>
          <a:xfrm>
            <a:off x="1428750" y="4305300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Connecteur droit 307"/>
          <p:cNvCxnSpPr/>
          <p:nvPr/>
        </p:nvCxnSpPr>
        <p:spPr>
          <a:xfrm>
            <a:off x="4481523" y="4686306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Connecteur droit 309"/>
          <p:cNvCxnSpPr/>
          <p:nvPr/>
        </p:nvCxnSpPr>
        <p:spPr>
          <a:xfrm>
            <a:off x="4491032" y="4729157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6" name="Forme libre 325"/>
          <p:cNvSpPr/>
          <p:nvPr/>
        </p:nvSpPr>
        <p:spPr>
          <a:xfrm flipH="1" flipV="1">
            <a:off x="7848600" y="1981197"/>
            <a:ext cx="590550" cy="590551"/>
          </a:xfrm>
          <a:custGeom>
            <a:avLst/>
            <a:gdLst>
              <a:gd name="connsiteX0" fmla="*/ 0 w 2514600"/>
              <a:gd name="connsiteY0" fmla="*/ 914400 h 914400"/>
              <a:gd name="connsiteX1" fmla="*/ 0 w 2514600"/>
              <a:gd name="connsiteY1" fmla="*/ 0 h 914400"/>
              <a:gd name="connsiteX2" fmla="*/ 2514600 w 25146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0" h="914400">
                <a:moveTo>
                  <a:pt x="0" y="914400"/>
                </a:moveTo>
                <a:lnTo>
                  <a:pt x="0" y="0"/>
                </a:lnTo>
                <a:lnTo>
                  <a:pt x="25146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29" name="Rectangle 328"/>
          <p:cNvSpPr/>
          <p:nvPr/>
        </p:nvSpPr>
        <p:spPr>
          <a:xfrm>
            <a:off x="6000750" y="1514475"/>
            <a:ext cx="200025" cy="21145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331" name="Forme libre 330"/>
          <p:cNvSpPr/>
          <p:nvPr/>
        </p:nvSpPr>
        <p:spPr>
          <a:xfrm>
            <a:off x="3009900" y="1495424"/>
            <a:ext cx="85725" cy="2066925"/>
          </a:xfrm>
          <a:custGeom>
            <a:avLst/>
            <a:gdLst>
              <a:gd name="connsiteX0" fmla="*/ 0 w 66675"/>
              <a:gd name="connsiteY0" fmla="*/ 0 h 1485900"/>
              <a:gd name="connsiteX1" fmla="*/ 0 w 66675"/>
              <a:gd name="connsiteY1" fmla="*/ 1485900 h 1485900"/>
              <a:gd name="connsiteX2" fmla="*/ 66675 w 66675"/>
              <a:gd name="connsiteY2" fmla="*/ 1476375 h 1485900"/>
              <a:gd name="connsiteX3" fmla="*/ 66675 w 66675"/>
              <a:gd name="connsiteY3" fmla="*/ 9525 h 148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675" h="1485900">
                <a:moveTo>
                  <a:pt x="0" y="0"/>
                </a:moveTo>
                <a:lnTo>
                  <a:pt x="0" y="1485900"/>
                </a:lnTo>
                <a:lnTo>
                  <a:pt x="66675" y="1476375"/>
                </a:lnTo>
                <a:lnTo>
                  <a:pt x="66675" y="9525"/>
                </a:lnTo>
              </a:path>
            </a:pathLst>
          </a:cu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2" name="Forme libre 331"/>
          <p:cNvSpPr/>
          <p:nvPr/>
        </p:nvSpPr>
        <p:spPr>
          <a:xfrm>
            <a:off x="6057900" y="1514474"/>
            <a:ext cx="95250" cy="2047875"/>
          </a:xfrm>
          <a:custGeom>
            <a:avLst/>
            <a:gdLst>
              <a:gd name="connsiteX0" fmla="*/ 0 w 66675"/>
              <a:gd name="connsiteY0" fmla="*/ 0 h 1485900"/>
              <a:gd name="connsiteX1" fmla="*/ 0 w 66675"/>
              <a:gd name="connsiteY1" fmla="*/ 1485900 h 1485900"/>
              <a:gd name="connsiteX2" fmla="*/ 66675 w 66675"/>
              <a:gd name="connsiteY2" fmla="*/ 1476375 h 1485900"/>
              <a:gd name="connsiteX3" fmla="*/ 66675 w 66675"/>
              <a:gd name="connsiteY3" fmla="*/ 9525 h 148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675" h="1485900">
                <a:moveTo>
                  <a:pt x="0" y="0"/>
                </a:moveTo>
                <a:lnTo>
                  <a:pt x="0" y="1485900"/>
                </a:lnTo>
                <a:lnTo>
                  <a:pt x="66675" y="1476375"/>
                </a:lnTo>
                <a:lnTo>
                  <a:pt x="66675" y="9525"/>
                </a:lnTo>
              </a:path>
            </a:pathLst>
          </a:cu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38" name="Connecteur droit 337"/>
          <p:cNvCxnSpPr/>
          <p:nvPr/>
        </p:nvCxnSpPr>
        <p:spPr>
          <a:xfrm flipH="1">
            <a:off x="3876675" y="4314825"/>
            <a:ext cx="4" cy="9334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" name="Forme libre 347"/>
          <p:cNvSpPr/>
          <p:nvPr/>
        </p:nvSpPr>
        <p:spPr>
          <a:xfrm>
            <a:off x="1419225" y="3238500"/>
            <a:ext cx="3133725" cy="2047875"/>
          </a:xfrm>
          <a:custGeom>
            <a:avLst/>
            <a:gdLst>
              <a:gd name="connsiteX0" fmla="*/ 0 w 3133725"/>
              <a:gd name="connsiteY0" fmla="*/ 914400 h 2047875"/>
              <a:gd name="connsiteX1" fmla="*/ 0 w 3133725"/>
              <a:gd name="connsiteY1" fmla="*/ 0 h 2047875"/>
              <a:gd name="connsiteX2" fmla="*/ 619125 w 3133725"/>
              <a:gd name="connsiteY2" fmla="*/ 0 h 2047875"/>
              <a:gd name="connsiteX3" fmla="*/ 619125 w 3133725"/>
              <a:gd name="connsiteY3" fmla="*/ 2047875 h 2047875"/>
              <a:gd name="connsiteX4" fmla="*/ 3133725 w 3133725"/>
              <a:gd name="connsiteY4" fmla="*/ 2047875 h 2047875"/>
              <a:gd name="connsiteX5" fmla="*/ 3133725 w 3133725"/>
              <a:gd name="connsiteY5" fmla="*/ 1495425 h 2047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3725" h="2047875">
                <a:moveTo>
                  <a:pt x="0" y="914400"/>
                </a:moveTo>
                <a:lnTo>
                  <a:pt x="0" y="0"/>
                </a:lnTo>
                <a:lnTo>
                  <a:pt x="619125" y="0"/>
                </a:lnTo>
                <a:lnTo>
                  <a:pt x="619125" y="2047875"/>
                </a:lnTo>
                <a:lnTo>
                  <a:pt x="3133725" y="2047875"/>
                </a:lnTo>
                <a:lnTo>
                  <a:pt x="3133725" y="14954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51" name="Connecteur droit 350"/>
          <p:cNvCxnSpPr/>
          <p:nvPr/>
        </p:nvCxnSpPr>
        <p:spPr>
          <a:xfrm>
            <a:off x="2943225" y="1504950"/>
            <a:ext cx="0" cy="4572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Connecteur droit 351"/>
          <p:cNvCxnSpPr/>
          <p:nvPr/>
        </p:nvCxnSpPr>
        <p:spPr>
          <a:xfrm>
            <a:off x="3171825" y="1504950"/>
            <a:ext cx="0" cy="4572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Connecteur droit 352"/>
          <p:cNvCxnSpPr/>
          <p:nvPr/>
        </p:nvCxnSpPr>
        <p:spPr>
          <a:xfrm>
            <a:off x="5991225" y="1514475"/>
            <a:ext cx="0" cy="4572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Connecteur droit 353"/>
          <p:cNvCxnSpPr/>
          <p:nvPr/>
        </p:nvCxnSpPr>
        <p:spPr>
          <a:xfrm>
            <a:off x="6219825" y="1524000"/>
            <a:ext cx="0" cy="4572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" name="Forme libre 398"/>
          <p:cNvSpPr/>
          <p:nvPr/>
        </p:nvSpPr>
        <p:spPr>
          <a:xfrm flipV="1">
            <a:off x="6105525" y="4267200"/>
            <a:ext cx="447676" cy="247650"/>
          </a:xfrm>
          <a:custGeom>
            <a:avLst/>
            <a:gdLst>
              <a:gd name="connsiteX0" fmla="*/ 242888 w 242888"/>
              <a:gd name="connsiteY0" fmla="*/ 0 h 119062"/>
              <a:gd name="connsiteX1" fmla="*/ 242888 w 242888"/>
              <a:gd name="connsiteY1" fmla="*/ 119062 h 119062"/>
              <a:gd name="connsiteX2" fmla="*/ 0 w 242888"/>
              <a:gd name="connsiteY2" fmla="*/ 119062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88" h="119062">
                <a:moveTo>
                  <a:pt x="242888" y="0"/>
                </a:moveTo>
                <a:lnTo>
                  <a:pt x="242888" y="119062"/>
                </a:lnTo>
                <a:lnTo>
                  <a:pt x="0" y="119062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00" name="Connecteur droit 399"/>
          <p:cNvCxnSpPr/>
          <p:nvPr/>
        </p:nvCxnSpPr>
        <p:spPr>
          <a:xfrm>
            <a:off x="6105525" y="4086225"/>
            <a:ext cx="0" cy="4381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1" name="Organigramme : Joindre 410"/>
          <p:cNvSpPr/>
          <p:nvPr/>
        </p:nvSpPr>
        <p:spPr>
          <a:xfrm rot="10800000">
            <a:off x="6055542" y="4522010"/>
            <a:ext cx="95271" cy="100029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21" name="Organigramme : Joindre 420"/>
          <p:cNvSpPr/>
          <p:nvPr/>
        </p:nvSpPr>
        <p:spPr>
          <a:xfrm rot="5400000">
            <a:off x="7943867" y="833458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22" name="Rectangle 421"/>
          <p:cNvSpPr/>
          <p:nvPr/>
        </p:nvSpPr>
        <p:spPr>
          <a:xfrm>
            <a:off x="695324" y="2571750"/>
            <a:ext cx="7239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S302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446" name="Organigramme : Connecteur 445"/>
          <p:cNvSpPr/>
          <p:nvPr/>
        </p:nvSpPr>
        <p:spPr>
          <a:xfrm>
            <a:off x="1571625" y="1757361"/>
            <a:ext cx="395291" cy="404813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sp>
        <p:nvSpPr>
          <p:cNvPr id="448" name="Organigramme : Connecteur 447"/>
          <p:cNvSpPr/>
          <p:nvPr/>
        </p:nvSpPr>
        <p:spPr>
          <a:xfrm>
            <a:off x="7134225" y="1738311"/>
            <a:ext cx="395291" cy="404813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grpSp>
        <p:nvGrpSpPr>
          <p:cNvPr id="4" name="Groupe 452"/>
          <p:cNvGrpSpPr/>
          <p:nvPr/>
        </p:nvGrpSpPr>
        <p:grpSpPr>
          <a:xfrm>
            <a:off x="2617017" y="4502960"/>
            <a:ext cx="221430" cy="102377"/>
            <a:chOff x="7512867" y="6550835"/>
            <a:chExt cx="221430" cy="102377"/>
          </a:xfrm>
        </p:grpSpPr>
        <p:sp>
          <p:nvSpPr>
            <p:cNvPr id="454" name="Organigramme : Joindre 453"/>
            <p:cNvSpPr/>
            <p:nvPr/>
          </p:nvSpPr>
          <p:spPr>
            <a:xfrm rot="10800000">
              <a:off x="7512867" y="6550835"/>
              <a:ext cx="95271" cy="100029"/>
            </a:xfrm>
            <a:prstGeom prst="flowChartCollat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sp>
          <p:nvSpPr>
            <p:cNvPr id="455" name="Rectangle à coins arrondis 454"/>
            <p:cNvSpPr/>
            <p:nvPr/>
          </p:nvSpPr>
          <p:spPr>
            <a:xfrm>
              <a:off x="7672386" y="6553200"/>
              <a:ext cx="61911" cy="100012"/>
            </a:xfrm>
            <a:prstGeom prst="roundRect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cxnSp>
          <p:nvCxnSpPr>
            <p:cNvPr id="456" name="Connecteur droit 455"/>
            <p:cNvCxnSpPr/>
            <p:nvPr/>
          </p:nvCxnSpPr>
          <p:spPr>
            <a:xfrm>
              <a:off x="7572375" y="6605588"/>
              <a:ext cx="95250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7" name="Connecteur droit 456"/>
          <p:cNvCxnSpPr/>
          <p:nvPr/>
        </p:nvCxnSpPr>
        <p:spPr>
          <a:xfrm>
            <a:off x="2667001" y="4600575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8" name="Forme libre 457"/>
          <p:cNvSpPr/>
          <p:nvPr/>
        </p:nvSpPr>
        <p:spPr>
          <a:xfrm>
            <a:off x="2595563" y="4733927"/>
            <a:ext cx="138112" cy="80962"/>
          </a:xfrm>
          <a:custGeom>
            <a:avLst/>
            <a:gdLst>
              <a:gd name="connsiteX0" fmla="*/ 0 w 138112"/>
              <a:gd name="connsiteY0" fmla="*/ 0 h 80962"/>
              <a:gd name="connsiteX1" fmla="*/ 61912 w 138112"/>
              <a:gd name="connsiteY1" fmla="*/ 80962 h 80962"/>
              <a:gd name="connsiteX2" fmla="*/ 138112 w 138112"/>
              <a:gd name="connsiteY2" fmla="*/ 9525 h 8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112" h="80962">
                <a:moveTo>
                  <a:pt x="0" y="0"/>
                </a:moveTo>
                <a:lnTo>
                  <a:pt x="61912" y="80962"/>
                </a:lnTo>
                <a:lnTo>
                  <a:pt x="138112" y="9525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459" name="Connecteur droit 458"/>
          <p:cNvCxnSpPr/>
          <p:nvPr/>
        </p:nvCxnSpPr>
        <p:spPr>
          <a:xfrm>
            <a:off x="2657475" y="4824414"/>
            <a:ext cx="0" cy="1381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6" name="Forme libre 465"/>
          <p:cNvSpPr/>
          <p:nvPr/>
        </p:nvSpPr>
        <p:spPr>
          <a:xfrm>
            <a:off x="3295649" y="1371600"/>
            <a:ext cx="771525" cy="847725"/>
          </a:xfrm>
          <a:custGeom>
            <a:avLst/>
            <a:gdLst>
              <a:gd name="connsiteX0" fmla="*/ 0 w 762000"/>
              <a:gd name="connsiteY0" fmla="*/ 0 h 866775"/>
              <a:gd name="connsiteX1" fmla="*/ 762000 w 762000"/>
              <a:gd name="connsiteY1" fmla="*/ 0 h 866775"/>
              <a:gd name="connsiteX2" fmla="*/ 762000 w 762000"/>
              <a:gd name="connsiteY2" fmla="*/ 866775 h 86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2000" h="866775">
                <a:moveTo>
                  <a:pt x="0" y="0"/>
                </a:moveTo>
                <a:lnTo>
                  <a:pt x="762000" y="0"/>
                </a:lnTo>
                <a:lnTo>
                  <a:pt x="762000" y="866775"/>
                </a:lnTo>
              </a:path>
            </a:pathLst>
          </a:cu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7" name="Forme libre 466"/>
          <p:cNvSpPr/>
          <p:nvPr/>
        </p:nvSpPr>
        <p:spPr>
          <a:xfrm flipH="1">
            <a:off x="5057773" y="1381125"/>
            <a:ext cx="790575" cy="847725"/>
          </a:xfrm>
          <a:custGeom>
            <a:avLst/>
            <a:gdLst>
              <a:gd name="connsiteX0" fmla="*/ 0 w 762000"/>
              <a:gd name="connsiteY0" fmla="*/ 0 h 866775"/>
              <a:gd name="connsiteX1" fmla="*/ 762000 w 762000"/>
              <a:gd name="connsiteY1" fmla="*/ 0 h 866775"/>
              <a:gd name="connsiteX2" fmla="*/ 762000 w 762000"/>
              <a:gd name="connsiteY2" fmla="*/ 866775 h 86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2000" h="866775">
                <a:moveTo>
                  <a:pt x="0" y="0"/>
                </a:moveTo>
                <a:lnTo>
                  <a:pt x="762000" y="0"/>
                </a:lnTo>
                <a:lnTo>
                  <a:pt x="762000" y="866775"/>
                </a:lnTo>
              </a:path>
            </a:pathLst>
          </a:cu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8" name="Organigramme : Connecteur 467"/>
          <p:cNvSpPr/>
          <p:nvPr/>
        </p:nvSpPr>
        <p:spPr>
          <a:xfrm>
            <a:off x="3919537" y="2219326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sp>
        <p:nvSpPr>
          <p:cNvPr id="469" name="Rectangle 468"/>
          <p:cNvSpPr/>
          <p:nvPr/>
        </p:nvSpPr>
        <p:spPr>
          <a:xfrm>
            <a:off x="3848100" y="2209800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T303 </a:t>
            </a:r>
            <a:r>
              <a:rPr lang="fr-FR" sz="800" dirty="0" smtClean="0">
                <a:solidFill>
                  <a:schemeClr val="tx1"/>
                </a:solidFill>
              </a:rPr>
              <a:t>B2</a:t>
            </a:r>
            <a:endParaRPr lang="fr-FR" sz="800" dirty="0" smtClean="0">
              <a:solidFill>
                <a:schemeClr val="tx1"/>
              </a:solidFill>
            </a:endParaRPr>
          </a:p>
        </p:txBody>
      </p:sp>
      <p:cxnSp>
        <p:nvCxnSpPr>
          <p:cNvPr id="470" name="Connecteur droit 469"/>
          <p:cNvCxnSpPr>
            <a:stCxn id="468" idx="2"/>
          </p:cNvCxnSpPr>
          <p:nvPr/>
        </p:nvCxnSpPr>
        <p:spPr>
          <a:xfrm flipH="1" flipV="1">
            <a:off x="3048000" y="2362200"/>
            <a:ext cx="87153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" name="Organigramme : Connecteur 470"/>
          <p:cNvSpPr/>
          <p:nvPr/>
        </p:nvSpPr>
        <p:spPr>
          <a:xfrm>
            <a:off x="4929187" y="2219326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sp>
        <p:nvSpPr>
          <p:cNvPr id="472" name="Rectangle 471"/>
          <p:cNvSpPr/>
          <p:nvPr/>
        </p:nvSpPr>
        <p:spPr>
          <a:xfrm>
            <a:off x="4857750" y="2209800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T303 </a:t>
            </a:r>
            <a:r>
              <a:rPr lang="fr-FR" sz="800" dirty="0" smtClean="0">
                <a:solidFill>
                  <a:schemeClr val="tx1"/>
                </a:solidFill>
              </a:rPr>
              <a:t>A2</a:t>
            </a:r>
            <a:endParaRPr lang="fr-FR" sz="800" dirty="0" smtClean="0">
              <a:solidFill>
                <a:schemeClr val="tx1"/>
              </a:solidFill>
            </a:endParaRPr>
          </a:p>
        </p:txBody>
      </p:sp>
      <p:cxnSp>
        <p:nvCxnSpPr>
          <p:cNvPr id="473" name="Connecteur droit 472"/>
          <p:cNvCxnSpPr/>
          <p:nvPr/>
        </p:nvCxnSpPr>
        <p:spPr>
          <a:xfrm flipH="1" flipV="1">
            <a:off x="5229225" y="2362200"/>
            <a:ext cx="87153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4" name="Connecteur droit avec flèche 473"/>
          <p:cNvCxnSpPr/>
          <p:nvPr/>
        </p:nvCxnSpPr>
        <p:spPr>
          <a:xfrm>
            <a:off x="3705225" y="1809750"/>
            <a:ext cx="1657350" cy="0"/>
          </a:xfrm>
          <a:prstGeom prst="straightConnector1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Organigramme : Joindre 175"/>
          <p:cNvSpPr/>
          <p:nvPr/>
        </p:nvSpPr>
        <p:spPr>
          <a:xfrm rot="5400000">
            <a:off x="2293167" y="2369359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81" name="Organigramme : Joindre 180"/>
          <p:cNvSpPr/>
          <p:nvPr/>
        </p:nvSpPr>
        <p:spPr>
          <a:xfrm rot="5400000">
            <a:off x="6779441" y="2345547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87" name="Organigramme : Joindre 186"/>
          <p:cNvSpPr/>
          <p:nvPr/>
        </p:nvSpPr>
        <p:spPr>
          <a:xfrm rot="5400000">
            <a:off x="6284141" y="4212447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88" name="Organigramme : Joindre 187"/>
          <p:cNvSpPr/>
          <p:nvPr/>
        </p:nvSpPr>
        <p:spPr>
          <a:xfrm rot="5400000">
            <a:off x="2836091" y="4193397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89" name="Forme libre 188"/>
          <p:cNvSpPr/>
          <p:nvPr/>
        </p:nvSpPr>
        <p:spPr>
          <a:xfrm>
            <a:off x="2419350" y="1714500"/>
            <a:ext cx="257175" cy="247650"/>
          </a:xfrm>
          <a:custGeom>
            <a:avLst/>
            <a:gdLst>
              <a:gd name="connsiteX0" fmla="*/ 0 w 257175"/>
              <a:gd name="connsiteY0" fmla="*/ 0 h 247650"/>
              <a:gd name="connsiteX1" fmla="*/ 0 w 257175"/>
              <a:gd name="connsiteY1" fmla="*/ 142875 h 247650"/>
              <a:gd name="connsiteX2" fmla="*/ 257175 w 257175"/>
              <a:gd name="connsiteY2" fmla="*/ 142875 h 247650"/>
              <a:gd name="connsiteX3" fmla="*/ 257175 w 257175"/>
              <a:gd name="connsiteY3" fmla="*/ 24765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247650">
                <a:moveTo>
                  <a:pt x="0" y="0"/>
                </a:moveTo>
                <a:lnTo>
                  <a:pt x="0" y="142875"/>
                </a:lnTo>
                <a:lnTo>
                  <a:pt x="257175" y="142875"/>
                </a:lnTo>
                <a:lnTo>
                  <a:pt x="257175" y="24765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2" name="Triangle isocèle 191"/>
          <p:cNvSpPr/>
          <p:nvPr/>
        </p:nvSpPr>
        <p:spPr>
          <a:xfrm>
            <a:off x="2381230" y="1600201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93" name="Triangle isocèle 192"/>
          <p:cNvSpPr/>
          <p:nvPr/>
        </p:nvSpPr>
        <p:spPr>
          <a:xfrm rot="16200000" flipH="1" flipV="1">
            <a:off x="2325595" y="1524138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4" name="Forme libre 193"/>
          <p:cNvSpPr/>
          <p:nvPr/>
        </p:nvSpPr>
        <p:spPr>
          <a:xfrm>
            <a:off x="2362177" y="1381124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5" name="Bouée 194"/>
          <p:cNvSpPr/>
          <p:nvPr/>
        </p:nvSpPr>
        <p:spPr>
          <a:xfrm>
            <a:off x="2176440" y="952501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96" name="Rectangle 195"/>
          <p:cNvSpPr/>
          <p:nvPr/>
        </p:nvSpPr>
        <p:spPr>
          <a:xfrm>
            <a:off x="2152649" y="990600"/>
            <a:ext cx="4953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3011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01" name="Forme libre 200"/>
          <p:cNvSpPr/>
          <p:nvPr/>
        </p:nvSpPr>
        <p:spPr>
          <a:xfrm flipH="1">
            <a:off x="6438900" y="1714500"/>
            <a:ext cx="257175" cy="247650"/>
          </a:xfrm>
          <a:custGeom>
            <a:avLst/>
            <a:gdLst>
              <a:gd name="connsiteX0" fmla="*/ 0 w 257175"/>
              <a:gd name="connsiteY0" fmla="*/ 0 h 247650"/>
              <a:gd name="connsiteX1" fmla="*/ 0 w 257175"/>
              <a:gd name="connsiteY1" fmla="*/ 142875 h 247650"/>
              <a:gd name="connsiteX2" fmla="*/ 257175 w 257175"/>
              <a:gd name="connsiteY2" fmla="*/ 142875 h 247650"/>
              <a:gd name="connsiteX3" fmla="*/ 257175 w 257175"/>
              <a:gd name="connsiteY3" fmla="*/ 24765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247650">
                <a:moveTo>
                  <a:pt x="0" y="0"/>
                </a:moveTo>
                <a:lnTo>
                  <a:pt x="0" y="142875"/>
                </a:lnTo>
                <a:lnTo>
                  <a:pt x="257175" y="142875"/>
                </a:lnTo>
                <a:lnTo>
                  <a:pt x="257175" y="24765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2" name="Triangle isocèle 201"/>
          <p:cNvSpPr/>
          <p:nvPr/>
        </p:nvSpPr>
        <p:spPr>
          <a:xfrm>
            <a:off x="6667503" y="1609727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03" name="Triangle isocèle 202"/>
          <p:cNvSpPr/>
          <p:nvPr/>
        </p:nvSpPr>
        <p:spPr>
          <a:xfrm rot="5400000" flipV="1">
            <a:off x="6735693" y="1533664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4" name="Forme libre 203"/>
          <p:cNvSpPr/>
          <p:nvPr/>
        </p:nvSpPr>
        <p:spPr>
          <a:xfrm>
            <a:off x="6648450" y="1390650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7" name="Rectangle 206"/>
          <p:cNvSpPr/>
          <p:nvPr/>
        </p:nvSpPr>
        <p:spPr>
          <a:xfrm>
            <a:off x="6457949" y="1019175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3012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08" name="Bouée 207"/>
          <p:cNvSpPr/>
          <p:nvPr/>
        </p:nvSpPr>
        <p:spPr>
          <a:xfrm>
            <a:off x="6472215" y="971551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grpSp>
        <p:nvGrpSpPr>
          <p:cNvPr id="5" name="Groupe 223"/>
          <p:cNvGrpSpPr/>
          <p:nvPr/>
        </p:nvGrpSpPr>
        <p:grpSpPr>
          <a:xfrm>
            <a:off x="2652714" y="4295775"/>
            <a:ext cx="61912" cy="133350"/>
            <a:chOff x="2105025" y="3290888"/>
            <a:chExt cx="95251" cy="209550"/>
          </a:xfrm>
        </p:grpSpPr>
        <p:sp>
          <p:nvSpPr>
            <p:cNvPr id="223" name="Rectangle 222"/>
            <p:cNvSpPr/>
            <p:nvPr/>
          </p:nvSpPr>
          <p:spPr>
            <a:xfrm rot="-2640000">
              <a:off x="2152651" y="3357562"/>
              <a:ext cx="47625" cy="1428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2" name="Rectangle 221"/>
            <p:cNvSpPr/>
            <p:nvPr/>
          </p:nvSpPr>
          <p:spPr>
            <a:xfrm>
              <a:off x="2105025" y="3290888"/>
              <a:ext cx="45719" cy="2095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33" name="Forme libre 232"/>
          <p:cNvSpPr/>
          <p:nvPr/>
        </p:nvSpPr>
        <p:spPr>
          <a:xfrm>
            <a:off x="2505092" y="4248150"/>
            <a:ext cx="166688" cy="219075"/>
          </a:xfrm>
          <a:custGeom>
            <a:avLst/>
            <a:gdLst>
              <a:gd name="connsiteX0" fmla="*/ 271463 w 271463"/>
              <a:gd name="connsiteY0" fmla="*/ 0 h 247650"/>
              <a:gd name="connsiteX1" fmla="*/ 0 w 271463"/>
              <a:gd name="connsiteY1" fmla="*/ 0 h 247650"/>
              <a:gd name="connsiteX2" fmla="*/ 0 w 271463"/>
              <a:gd name="connsiteY2" fmla="*/ 247650 h 247650"/>
              <a:gd name="connsiteX3" fmla="*/ 252413 w 271463"/>
              <a:gd name="connsiteY3" fmla="*/ 24765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463" h="247650">
                <a:moveTo>
                  <a:pt x="271463" y="0"/>
                </a:moveTo>
                <a:lnTo>
                  <a:pt x="0" y="0"/>
                </a:lnTo>
                <a:lnTo>
                  <a:pt x="0" y="247650"/>
                </a:lnTo>
                <a:lnTo>
                  <a:pt x="252413" y="247650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grpSp>
        <p:nvGrpSpPr>
          <p:cNvPr id="6" name="Groupe 225"/>
          <p:cNvGrpSpPr/>
          <p:nvPr/>
        </p:nvGrpSpPr>
        <p:grpSpPr>
          <a:xfrm>
            <a:off x="2490774" y="4295775"/>
            <a:ext cx="61912" cy="133350"/>
            <a:chOff x="2105025" y="3290888"/>
            <a:chExt cx="95251" cy="209550"/>
          </a:xfrm>
        </p:grpSpPr>
        <p:sp>
          <p:nvSpPr>
            <p:cNvPr id="230" name="Rectangle 229"/>
            <p:cNvSpPr/>
            <p:nvPr/>
          </p:nvSpPr>
          <p:spPr>
            <a:xfrm rot="-2640000">
              <a:off x="2152651" y="3357562"/>
              <a:ext cx="47625" cy="1428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1" name="Rectangle 230"/>
            <p:cNvSpPr/>
            <p:nvPr/>
          </p:nvSpPr>
          <p:spPr>
            <a:xfrm>
              <a:off x="2105025" y="3290888"/>
              <a:ext cx="45719" cy="2095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35" name="Forme libre 234"/>
          <p:cNvSpPr/>
          <p:nvPr/>
        </p:nvSpPr>
        <p:spPr>
          <a:xfrm flipH="1">
            <a:off x="6543692" y="4267200"/>
            <a:ext cx="166688" cy="219075"/>
          </a:xfrm>
          <a:custGeom>
            <a:avLst/>
            <a:gdLst>
              <a:gd name="connsiteX0" fmla="*/ 271463 w 271463"/>
              <a:gd name="connsiteY0" fmla="*/ 0 h 247650"/>
              <a:gd name="connsiteX1" fmla="*/ 0 w 271463"/>
              <a:gd name="connsiteY1" fmla="*/ 0 h 247650"/>
              <a:gd name="connsiteX2" fmla="*/ 0 w 271463"/>
              <a:gd name="connsiteY2" fmla="*/ 247650 h 247650"/>
              <a:gd name="connsiteX3" fmla="*/ 252413 w 271463"/>
              <a:gd name="connsiteY3" fmla="*/ 24765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463" h="247650">
                <a:moveTo>
                  <a:pt x="271463" y="0"/>
                </a:moveTo>
                <a:lnTo>
                  <a:pt x="0" y="0"/>
                </a:lnTo>
                <a:lnTo>
                  <a:pt x="0" y="247650"/>
                </a:lnTo>
                <a:lnTo>
                  <a:pt x="252413" y="247650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grpSp>
        <p:nvGrpSpPr>
          <p:cNvPr id="7" name="Groupe 235"/>
          <p:cNvGrpSpPr/>
          <p:nvPr/>
        </p:nvGrpSpPr>
        <p:grpSpPr>
          <a:xfrm flipH="1">
            <a:off x="6500799" y="4314825"/>
            <a:ext cx="61912" cy="133350"/>
            <a:chOff x="2105025" y="3290888"/>
            <a:chExt cx="95251" cy="209550"/>
          </a:xfrm>
        </p:grpSpPr>
        <p:sp>
          <p:nvSpPr>
            <p:cNvPr id="237" name="Rectangle 236"/>
            <p:cNvSpPr/>
            <p:nvPr/>
          </p:nvSpPr>
          <p:spPr>
            <a:xfrm rot="-2640000">
              <a:off x="2152651" y="3357562"/>
              <a:ext cx="47625" cy="1428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8" name="Rectangle 237"/>
            <p:cNvSpPr/>
            <p:nvPr/>
          </p:nvSpPr>
          <p:spPr>
            <a:xfrm>
              <a:off x="2105025" y="3290888"/>
              <a:ext cx="45719" cy="2095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8" name="Groupe 240"/>
          <p:cNvGrpSpPr/>
          <p:nvPr/>
        </p:nvGrpSpPr>
        <p:grpSpPr>
          <a:xfrm flipH="1">
            <a:off x="6662739" y="4314825"/>
            <a:ext cx="61912" cy="133350"/>
            <a:chOff x="2105025" y="3290888"/>
            <a:chExt cx="95251" cy="209550"/>
          </a:xfrm>
        </p:grpSpPr>
        <p:sp>
          <p:nvSpPr>
            <p:cNvPr id="242" name="Rectangle 241"/>
            <p:cNvSpPr/>
            <p:nvPr/>
          </p:nvSpPr>
          <p:spPr>
            <a:xfrm rot="-2640000">
              <a:off x="2152651" y="3357562"/>
              <a:ext cx="47625" cy="1428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3" name="Rectangle 242"/>
            <p:cNvSpPr/>
            <p:nvPr/>
          </p:nvSpPr>
          <p:spPr>
            <a:xfrm>
              <a:off x="2105025" y="3290888"/>
              <a:ext cx="45719" cy="2095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44" name="Rectangle 243"/>
          <p:cNvSpPr/>
          <p:nvPr/>
        </p:nvSpPr>
        <p:spPr>
          <a:xfrm>
            <a:off x="266700" y="6181726"/>
            <a:ext cx="1904999" cy="361950"/>
          </a:xfrm>
          <a:prstGeom prst="rect">
            <a:avLst/>
          </a:prstGeom>
          <a:solidFill>
            <a:srgbClr val="FFFF99"/>
          </a:solidFill>
          <a:ln w="6350" cmpd="dbl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 smtClean="0">
                <a:solidFill>
                  <a:schemeClr val="tx1"/>
                </a:solidFill>
              </a:rPr>
              <a:t>PCF AIR INSTRUMENT </a:t>
            </a:r>
          </a:p>
          <a:p>
            <a:pPr algn="ctr"/>
            <a:r>
              <a:rPr lang="fr-FR" sz="1100" b="1" dirty="0" smtClean="0">
                <a:solidFill>
                  <a:schemeClr val="tx1"/>
                </a:solidFill>
              </a:rPr>
              <a:t>7841 901 330</a:t>
            </a:r>
          </a:p>
        </p:txBody>
      </p:sp>
      <p:sp>
        <p:nvSpPr>
          <p:cNvPr id="211" name="Forme libre 210"/>
          <p:cNvSpPr/>
          <p:nvPr/>
        </p:nvSpPr>
        <p:spPr>
          <a:xfrm flipV="1">
            <a:off x="5314950" y="4333875"/>
            <a:ext cx="609600" cy="952500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15" name="Forme libre 214"/>
          <p:cNvSpPr/>
          <p:nvPr/>
        </p:nvSpPr>
        <p:spPr>
          <a:xfrm flipV="1">
            <a:off x="3876675" y="5333999"/>
            <a:ext cx="2076449" cy="238126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97" name="Rectangle 196"/>
          <p:cNvSpPr/>
          <p:nvPr/>
        </p:nvSpPr>
        <p:spPr>
          <a:xfrm>
            <a:off x="5634039" y="5229225"/>
            <a:ext cx="576262" cy="1143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09" name="Rectangle 208"/>
          <p:cNvSpPr/>
          <p:nvPr/>
        </p:nvSpPr>
        <p:spPr>
          <a:xfrm>
            <a:off x="5534025" y="52673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Events 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10" name="Rectangle 209"/>
          <p:cNvSpPr/>
          <p:nvPr/>
        </p:nvSpPr>
        <p:spPr>
          <a:xfrm>
            <a:off x="5634039" y="5514975"/>
            <a:ext cx="576262" cy="1143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46" name="Rectangle 245"/>
          <p:cNvSpPr/>
          <p:nvPr/>
        </p:nvSpPr>
        <p:spPr>
          <a:xfrm flipH="1">
            <a:off x="1523999" y="1819275"/>
            <a:ext cx="466725" cy="257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PSH</a:t>
            </a:r>
          </a:p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303B</a:t>
            </a:r>
          </a:p>
        </p:txBody>
      </p:sp>
      <p:sp>
        <p:nvSpPr>
          <p:cNvPr id="247" name="Rectangle 246"/>
          <p:cNvSpPr/>
          <p:nvPr/>
        </p:nvSpPr>
        <p:spPr>
          <a:xfrm flipH="1">
            <a:off x="7105649" y="1800225"/>
            <a:ext cx="466725" cy="257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PSH</a:t>
            </a:r>
          </a:p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303A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5848350" y="1285875"/>
            <a:ext cx="504825" cy="238126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 smtClean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2800350" y="1266825"/>
            <a:ext cx="504825" cy="238126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 smtClean="0">
                <a:solidFill>
                  <a:schemeClr val="tx1"/>
                </a:solidFill>
              </a:rPr>
              <a:t>R</a:t>
            </a:r>
          </a:p>
        </p:txBody>
      </p:sp>
      <p:grpSp>
        <p:nvGrpSpPr>
          <p:cNvPr id="226" name="Groupe 411"/>
          <p:cNvGrpSpPr/>
          <p:nvPr/>
        </p:nvGrpSpPr>
        <p:grpSpPr>
          <a:xfrm>
            <a:off x="3807641" y="4219575"/>
            <a:ext cx="269059" cy="123825"/>
            <a:chOff x="8351067" y="4798235"/>
            <a:chExt cx="221430" cy="102377"/>
          </a:xfrm>
        </p:grpSpPr>
        <p:sp>
          <p:nvSpPr>
            <p:cNvPr id="229" name="Organigramme : Joindre 228"/>
            <p:cNvSpPr/>
            <p:nvPr/>
          </p:nvSpPr>
          <p:spPr>
            <a:xfrm rot="10800000">
              <a:off x="8351067" y="4798235"/>
              <a:ext cx="95271" cy="100029"/>
            </a:xfrm>
            <a:prstGeom prst="flowChartCollat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sp>
          <p:nvSpPr>
            <p:cNvPr id="236" name="Rectangle à coins arrondis 235"/>
            <p:cNvSpPr/>
            <p:nvPr/>
          </p:nvSpPr>
          <p:spPr>
            <a:xfrm>
              <a:off x="8510586" y="4800600"/>
              <a:ext cx="61911" cy="100012"/>
            </a:xfrm>
            <a:prstGeom prst="roundRect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cxnSp>
          <p:nvCxnSpPr>
            <p:cNvPr id="241" name="Connecteur droit 240"/>
            <p:cNvCxnSpPr/>
            <p:nvPr/>
          </p:nvCxnSpPr>
          <p:spPr>
            <a:xfrm>
              <a:off x="8410575" y="4852988"/>
              <a:ext cx="95250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51" name="Groupe 411"/>
          <p:cNvGrpSpPr/>
          <p:nvPr/>
        </p:nvGrpSpPr>
        <p:grpSpPr>
          <a:xfrm>
            <a:off x="5236391" y="4210050"/>
            <a:ext cx="269059" cy="123825"/>
            <a:chOff x="8351067" y="4798235"/>
            <a:chExt cx="221430" cy="102377"/>
          </a:xfrm>
        </p:grpSpPr>
        <p:sp>
          <p:nvSpPr>
            <p:cNvPr id="252" name="Organigramme : Joindre 251"/>
            <p:cNvSpPr/>
            <p:nvPr/>
          </p:nvSpPr>
          <p:spPr>
            <a:xfrm rot="10800000">
              <a:off x="8351067" y="4798235"/>
              <a:ext cx="95271" cy="100029"/>
            </a:xfrm>
            <a:prstGeom prst="flowChartCollat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sp>
          <p:nvSpPr>
            <p:cNvPr id="256" name="Rectangle à coins arrondis 255"/>
            <p:cNvSpPr/>
            <p:nvPr/>
          </p:nvSpPr>
          <p:spPr>
            <a:xfrm>
              <a:off x="8510586" y="4800600"/>
              <a:ext cx="61911" cy="100012"/>
            </a:xfrm>
            <a:prstGeom prst="roundRect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cxnSp>
          <p:nvCxnSpPr>
            <p:cNvPr id="258" name="Connecteur droit 257"/>
            <p:cNvCxnSpPr/>
            <p:nvPr/>
          </p:nvCxnSpPr>
          <p:spPr>
            <a:xfrm>
              <a:off x="8410575" y="4852988"/>
              <a:ext cx="95250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66" name="Forme libre 265"/>
          <p:cNvSpPr/>
          <p:nvPr/>
        </p:nvSpPr>
        <p:spPr>
          <a:xfrm>
            <a:off x="3333750" y="1638301"/>
            <a:ext cx="238125" cy="314324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7" name="Forme libre 266"/>
          <p:cNvSpPr/>
          <p:nvPr/>
        </p:nvSpPr>
        <p:spPr>
          <a:xfrm flipH="1">
            <a:off x="5572126" y="1638301"/>
            <a:ext cx="247650" cy="314324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9" name="Connecteur droit 238"/>
          <p:cNvCxnSpPr/>
          <p:nvPr/>
        </p:nvCxnSpPr>
        <p:spPr>
          <a:xfrm flipV="1">
            <a:off x="5045886" y="3800475"/>
            <a:ext cx="488139" cy="2403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à coins arrondis 21"/>
          <p:cNvSpPr/>
          <p:nvPr/>
        </p:nvSpPr>
        <p:spPr>
          <a:xfrm>
            <a:off x="5486400" y="1962151"/>
            <a:ext cx="1209675" cy="2119312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à coins arrondis 35"/>
          <p:cNvSpPr/>
          <p:nvPr/>
        </p:nvSpPr>
        <p:spPr>
          <a:xfrm>
            <a:off x="2466974" y="1962150"/>
            <a:ext cx="1209675" cy="2114550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9" name="Connecteur droit 48"/>
          <p:cNvCxnSpPr/>
          <p:nvPr/>
        </p:nvCxnSpPr>
        <p:spPr>
          <a:xfrm flipV="1">
            <a:off x="3676650" y="3807622"/>
            <a:ext cx="407211" cy="237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/>
          <p:cNvCxnSpPr/>
          <p:nvPr/>
        </p:nvCxnSpPr>
        <p:spPr>
          <a:xfrm>
            <a:off x="6553201" y="4629150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1"/>
          <p:cNvCxnSpPr/>
          <p:nvPr/>
        </p:nvCxnSpPr>
        <p:spPr>
          <a:xfrm>
            <a:off x="3133716" y="1809735"/>
            <a:ext cx="2886084" cy="15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Organigramme : Joindre 87"/>
          <p:cNvSpPr/>
          <p:nvPr/>
        </p:nvSpPr>
        <p:spPr>
          <a:xfrm rot="5400000">
            <a:off x="4000517" y="3719516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94" name="Rectangle à coins arrondis 93"/>
          <p:cNvSpPr/>
          <p:nvPr/>
        </p:nvSpPr>
        <p:spPr>
          <a:xfrm>
            <a:off x="4019551" y="3490913"/>
            <a:ext cx="161925" cy="123825"/>
          </a:xfrm>
          <a:prstGeom prst="round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96" name="Connecteur droit 95"/>
          <p:cNvCxnSpPr>
            <a:endCxn id="94" idx="2"/>
          </p:cNvCxnSpPr>
          <p:nvPr/>
        </p:nvCxnSpPr>
        <p:spPr>
          <a:xfrm flipH="1" flipV="1">
            <a:off x="4100514" y="3614738"/>
            <a:ext cx="2397" cy="173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Forme libre 100"/>
          <p:cNvSpPr/>
          <p:nvPr/>
        </p:nvSpPr>
        <p:spPr>
          <a:xfrm>
            <a:off x="6481763" y="4762502"/>
            <a:ext cx="138112" cy="80962"/>
          </a:xfrm>
          <a:custGeom>
            <a:avLst/>
            <a:gdLst>
              <a:gd name="connsiteX0" fmla="*/ 0 w 138112"/>
              <a:gd name="connsiteY0" fmla="*/ 0 h 80962"/>
              <a:gd name="connsiteX1" fmla="*/ 61912 w 138112"/>
              <a:gd name="connsiteY1" fmla="*/ 80962 h 80962"/>
              <a:gd name="connsiteX2" fmla="*/ 138112 w 138112"/>
              <a:gd name="connsiteY2" fmla="*/ 9525 h 8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112" h="80962">
                <a:moveTo>
                  <a:pt x="0" y="0"/>
                </a:moveTo>
                <a:lnTo>
                  <a:pt x="61912" y="80962"/>
                </a:lnTo>
                <a:lnTo>
                  <a:pt x="138112" y="9525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03" name="Connecteur droit 102"/>
          <p:cNvCxnSpPr/>
          <p:nvPr/>
        </p:nvCxnSpPr>
        <p:spPr>
          <a:xfrm>
            <a:off x="6543675" y="4852989"/>
            <a:ext cx="0" cy="1381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Forme libre 127"/>
          <p:cNvSpPr/>
          <p:nvPr/>
        </p:nvSpPr>
        <p:spPr>
          <a:xfrm flipH="1">
            <a:off x="5867398" y="923922"/>
            <a:ext cx="1952626" cy="3571877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9" name="Organigramme : Délai 128"/>
          <p:cNvSpPr/>
          <p:nvPr/>
        </p:nvSpPr>
        <p:spPr>
          <a:xfrm rot="5400000">
            <a:off x="5103018" y="769165"/>
            <a:ext cx="433388" cy="390524"/>
          </a:xfrm>
          <a:prstGeom prst="flowChartDelay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31" name="Connecteur droit 130"/>
          <p:cNvCxnSpPr/>
          <p:nvPr/>
        </p:nvCxnSpPr>
        <p:spPr>
          <a:xfrm>
            <a:off x="5110163" y="714396"/>
            <a:ext cx="414337" cy="0"/>
          </a:xfrm>
          <a:prstGeom prst="lin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0" name="Connecteur droit 139"/>
          <p:cNvCxnSpPr/>
          <p:nvPr/>
        </p:nvCxnSpPr>
        <p:spPr>
          <a:xfrm>
            <a:off x="5514975" y="923925"/>
            <a:ext cx="2000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eur droit 148"/>
          <p:cNvCxnSpPr/>
          <p:nvPr/>
        </p:nvCxnSpPr>
        <p:spPr>
          <a:xfrm flipH="1">
            <a:off x="8410575" y="3971925"/>
            <a:ext cx="9526" cy="5143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156"/>
          <p:cNvCxnSpPr/>
          <p:nvPr/>
        </p:nvCxnSpPr>
        <p:spPr>
          <a:xfrm>
            <a:off x="7477125" y="4495800"/>
            <a:ext cx="94297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Forme libre 159"/>
          <p:cNvSpPr/>
          <p:nvPr/>
        </p:nvSpPr>
        <p:spPr>
          <a:xfrm flipH="1" flipV="1">
            <a:off x="2666998" y="4248148"/>
            <a:ext cx="400049" cy="266702"/>
          </a:xfrm>
          <a:custGeom>
            <a:avLst/>
            <a:gdLst>
              <a:gd name="connsiteX0" fmla="*/ 242888 w 242888"/>
              <a:gd name="connsiteY0" fmla="*/ 0 h 119062"/>
              <a:gd name="connsiteX1" fmla="*/ 242888 w 242888"/>
              <a:gd name="connsiteY1" fmla="*/ 119062 h 119062"/>
              <a:gd name="connsiteX2" fmla="*/ 0 w 242888"/>
              <a:gd name="connsiteY2" fmla="*/ 119062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88" h="119062">
                <a:moveTo>
                  <a:pt x="242888" y="0"/>
                </a:moveTo>
                <a:lnTo>
                  <a:pt x="242888" y="119062"/>
                </a:lnTo>
                <a:lnTo>
                  <a:pt x="0" y="119062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2" name="Organigramme : Joindre 161"/>
          <p:cNvSpPr/>
          <p:nvPr/>
        </p:nvSpPr>
        <p:spPr>
          <a:xfrm rot="10800000">
            <a:off x="7381853" y="3529034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66" name="Connecteur droit avec flèche 165"/>
          <p:cNvCxnSpPr/>
          <p:nvPr/>
        </p:nvCxnSpPr>
        <p:spPr>
          <a:xfrm>
            <a:off x="7810500" y="923925"/>
            <a:ext cx="533400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Forme libre 176"/>
          <p:cNvSpPr/>
          <p:nvPr/>
        </p:nvSpPr>
        <p:spPr>
          <a:xfrm>
            <a:off x="6700838" y="2152650"/>
            <a:ext cx="633412" cy="247650"/>
          </a:xfrm>
          <a:custGeom>
            <a:avLst/>
            <a:gdLst>
              <a:gd name="connsiteX0" fmla="*/ 0 w 357187"/>
              <a:gd name="connsiteY0" fmla="*/ 247650 h 247650"/>
              <a:gd name="connsiteX1" fmla="*/ 357187 w 357187"/>
              <a:gd name="connsiteY1" fmla="*/ 247650 h 247650"/>
              <a:gd name="connsiteX2" fmla="*/ 357187 w 35718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187" h="247650">
                <a:moveTo>
                  <a:pt x="0" y="247650"/>
                </a:moveTo>
                <a:lnTo>
                  <a:pt x="357187" y="247650"/>
                </a:lnTo>
                <a:lnTo>
                  <a:pt x="357187" y="0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6" name="Forme libre 185"/>
          <p:cNvSpPr/>
          <p:nvPr/>
        </p:nvSpPr>
        <p:spPr>
          <a:xfrm flipH="1">
            <a:off x="1771650" y="2171699"/>
            <a:ext cx="685801" cy="247650"/>
          </a:xfrm>
          <a:custGeom>
            <a:avLst/>
            <a:gdLst>
              <a:gd name="connsiteX0" fmla="*/ 0 w 357187"/>
              <a:gd name="connsiteY0" fmla="*/ 247650 h 247650"/>
              <a:gd name="connsiteX1" fmla="*/ 357187 w 357187"/>
              <a:gd name="connsiteY1" fmla="*/ 247650 h 247650"/>
              <a:gd name="connsiteX2" fmla="*/ 357187 w 35718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187" h="247650">
                <a:moveTo>
                  <a:pt x="0" y="247650"/>
                </a:moveTo>
                <a:lnTo>
                  <a:pt x="357187" y="247650"/>
                </a:lnTo>
                <a:lnTo>
                  <a:pt x="357187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0" name="Organigramme : Connecteur 189"/>
          <p:cNvSpPr/>
          <p:nvPr/>
        </p:nvSpPr>
        <p:spPr>
          <a:xfrm>
            <a:off x="6781802" y="1790700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1" name="Connecteur droit 190"/>
          <p:cNvCxnSpPr/>
          <p:nvPr/>
        </p:nvCxnSpPr>
        <p:spPr>
          <a:xfrm>
            <a:off x="6934210" y="2081213"/>
            <a:ext cx="1" cy="3143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Organigramme : Connecteur 226"/>
          <p:cNvSpPr/>
          <p:nvPr/>
        </p:nvSpPr>
        <p:spPr>
          <a:xfrm>
            <a:off x="2076453" y="1814512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28" name="Connecteur droit 227"/>
          <p:cNvCxnSpPr/>
          <p:nvPr/>
        </p:nvCxnSpPr>
        <p:spPr>
          <a:xfrm>
            <a:off x="2228861" y="2105025"/>
            <a:ext cx="1" cy="3143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cteur droit 233"/>
          <p:cNvCxnSpPr/>
          <p:nvPr/>
        </p:nvCxnSpPr>
        <p:spPr>
          <a:xfrm flipH="1">
            <a:off x="4552950" y="3810000"/>
            <a:ext cx="1" cy="8763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Connecteur droit 244"/>
          <p:cNvCxnSpPr/>
          <p:nvPr/>
        </p:nvCxnSpPr>
        <p:spPr>
          <a:xfrm>
            <a:off x="561975" y="4733925"/>
            <a:ext cx="981075" cy="0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Connecteur droit 247"/>
          <p:cNvCxnSpPr/>
          <p:nvPr/>
        </p:nvCxnSpPr>
        <p:spPr>
          <a:xfrm>
            <a:off x="704850" y="4314825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Organigramme : Joindre 248"/>
          <p:cNvSpPr/>
          <p:nvPr/>
        </p:nvSpPr>
        <p:spPr>
          <a:xfrm rot="10800000">
            <a:off x="590528" y="4138634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50" name="Organigramme : Joindre 249"/>
          <p:cNvSpPr/>
          <p:nvPr/>
        </p:nvSpPr>
        <p:spPr>
          <a:xfrm rot="10800000">
            <a:off x="1323953" y="4148159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53" name="Connecteur droit avec flèche 252"/>
          <p:cNvCxnSpPr>
            <a:endCxn id="422" idx="2"/>
          </p:cNvCxnSpPr>
          <p:nvPr/>
        </p:nvCxnSpPr>
        <p:spPr>
          <a:xfrm flipV="1">
            <a:off x="1057275" y="2886075"/>
            <a:ext cx="0" cy="1285876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Connecteur droit 254"/>
          <p:cNvCxnSpPr/>
          <p:nvPr/>
        </p:nvCxnSpPr>
        <p:spPr>
          <a:xfrm flipV="1">
            <a:off x="842964" y="3709988"/>
            <a:ext cx="209549" cy="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Connecteur droit 256"/>
          <p:cNvCxnSpPr/>
          <p:nvPr/>
        </p:nvCxnSpPr>
        <p:spPr>
          <a:xfrm flipV="1">
            <a:off x="681039" y="3709988"/>
            <a:ext cx="209549" cy="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onnecteur droit 258"/>
          <p:cNvCxnSpPr/>
          <p:nvPr/>
        </p:nvCxnSpPr>
        <p:spPr>
          <a:xfrm>
            <a:off x="1057275" y="4733925"/>
            <a:ext cx="0" cy="5238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Rectangle 259"/>
          <p:cNvSpPr/>
          <p:nvPr/>
        </p:nvSpPr>
        <p:spPr>
          <a:xfrm>
            <a:off x="2657475" y="3676650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S303B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61" name="Rectangle 260"/>
          <p:cNvSpPr/>
          <p:nvPr/>
        </p:nvSpPr>
        <p:spPr>
          <a:xfrm>
            <a:off x="5705475" y="368617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S303A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62" name="Rectangle 261"/>
          <p:cNvSpPr/>
          <p:nvPr/>
        </p:nvSpPr>
        <p:spPr>
          <a:xfrm>
            <a:off x="2952750" y="1504950"/>
            <a:ext cx="200025" cy="21145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3" name="Rectangle 262"/>
          <p:cNvSpPr/>
          <p:nvPr/>
        </p:nvSpPr>
        <p:spPr>
          <a:xfrm>
            <a:off x="647700" y="5248275"/>
            <a:ext cx="819150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Sortie F301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4" name="Rectangle 263"/>
          <p:cNvSpPr/>
          <p:nvPr/>
        </p:nvSpPr>
        <p:spPr>
          <a:xfrm>
            <a:off x="333374" y="2867025"/>
            <a:ext cx="7239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S301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5" name="Rectangle 264"/>
          <p:cNvSpPr/>
          <p:nvPr/>
        </p:nvSpPr>
        <p:spPr>
          <a:xfrm>
            <a:off x="8020050" y="1476376"/>
            <a:ext cx="866775" cy="4952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Réseau usine 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125" name="Organigramme : Joindre 124"/>
          <p:cNvSpPr/>
          <p:nvPr/>
        </p:nvSpPr>
        <p:spPr>
          <a:xfrm rot="5400000">
            <a:off x="4924442" y="3714772"/>
            <a:ext cx="204788" cy="157162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68" name="Rectangle 267"/>
          <p:cNvSpPr/>
          <p:nvPr/>
        </p:nvSpPr>
        <p:spPr>
          <a:xfrm>
            <a:off x="5086350" y="771525"/>
            <a:ext cx="4762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 smtClean="0">
                <a:solidFill>
                  <a:schemeClr val="tx1"/>
                </a:solidFill>
              </a:rPr>
              <a:t>X 303</a:t>
            </a:r>
            <a:endParaRPr lang="fr-FR" sz="1200" b="1" dirty="0">
              <a:solidFill>
                <a:schemeClr val="tx1"/>
              </a:solidFill>
            </a:endParaRPr>
          </a:p>
        </p:txBody>
      </p:sp>
      <p:sp>
        <p:nvSpPr>
          <p:cNvPr id="277" name="Rectangle 276"/>
          <p:cNvSpPr/>
          <p:nvPr/>
        </p:nvSpPr>
        <p:spPr>
          <a:xfrm>
            <a:off x="2057400" y="1800225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8" name="Rectangle 277"/>
          <p:cNvSpPr/>
          <p:nvPr/>
        </p:nvSpPr>
        <p:spPr>
          <a:xfrm>
            <a:off x="6762750" y="1771650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80" name="Rectangle 279"/>
          <p:cNvSpPr/>
          <p:nvPr/>
        </p:nvSpPr>
        <p:spPr>
          <a:xfrm>
            <a:off x="3409950" y="609600"/>
            <a:ext cx="80962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Hygromètre AR303</a:t>
            </a:r>
          </a:p>
        </p:txBody>
      </p:sp>
      <p:sp>
        <p:nvSpPr>
          <p:cNvPr id="282" name="Forme libre 281"/>
          <p:cNvSpPr/>
          <p:nvPr/>
        </p:nvSpPr>
        <p:spPr>
          <a:xfrm flipH="1">
            <a:off x="3809998" y="923925"/>
            <a:ext cx="752475" cy="295275"/>
          </a:xfrm>
          <a:custGeom>
            <a:avLst/>
            <a:gdLst>
              <a:gd name="connsiteX0" fmla="*/ 0 w 923925"/>
              <a:gd name="connsiteY0" fmla="*/ 457200 h 457200"/>
              <a:gd name="connsiteX1" fmla="*/ 923925 w 923925"/>
              <a:gd name="connsiteY1" fmla="*/ 457200 h 457200"/>
              <a:gd name="connsiteX2" fmla="*/ 923925 w 923925"/>
              <a:gd name="connsiteY2" fmla="*/ 0 h 457200"/>
              <a:gd name="connsiteX3" fmla="*/ 923925 w 923925"/>
              <a:gd name="connsiteY3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3925" h="457200">
                <a:moveTo>
                  <a:pt x="0" y="457200"/>
                </a:moveTo>
                <a:lnTo>
                  <a:pt x="923925" y="457200"/>
                </a:lnTo>
                <a:lnTo>
                  <a:pt x="923925" y="0"/>
                </a:lnTo>
                <a:lnTo>
                  <a:pt x="923925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0" name="Forme libre 299"/>
          <p:cNvSpPr/>
          <p:nvPr/>
        </p:nvSpPr>
        <p:spPr>
          <a:xfrm>
            <a:off x="7477124" y="2571750"/>
            <a:ext cx="295275" cy="962023"/>
          </a:xfrm>
          <a:custGeom>
            <a:avLst/>
            <a:gdLst>
              <a:gd name="connsiteX0" fmla="*/ 0 w 2514600"/>
              <a:gd name="connsiteY0" fmla="*/ 914400 h 914400"/>
              <a:gd name="connsiteX1" fmla="*/ 0 w 2514600"/>
              <a:gd name="connsiteY1" fmla="*/ 0 h 914400"/>
              <a:gd name="connsiteX2" fmla="*/ 2514600 w 25146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0" h="914400">
                <a:moveTo>
                  <a:pt x="0" y="914400"/>
                </a:moveTo>
                <a:lnTo>
                  <a:pt x="0" y="0"/>
                </a:lnTo>
                <a:lnTo>
                  <a:pt x="25146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05" name="Organigramme : Connecteur 304"/>
          <p:cNvSpPr/>
          <p:nvPr/>
        </p:nvSpPr>
        <p:spPr>
          <a:xfrm>
            <a:off x="3981450" y="4510086"/>
            <a:ext cx="395291" cy="404813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306" name="Connecteur droit 305"/>
          <p:cNvCxnSpPr/>
          <p:nvPr/>
        </p:nvCxnSpPr>
        <p:spPr>
          <a:xfrm>
            <a:off x="4371975" y="4705350"/>
            <a:ext cx="266712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" name="Rectangle 308"/>
          <p:cNvSpPr/>
          <p:nvPr/>
        </p:nvSpPr>
        <p:spPr>
          <a:xfrm flipH="1">
            <a:off x="3876675" y="4600575"/>
            <a:ext cx="619125" cy="257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FT 599</a:t>
            </a:r>
          </a:p>
        </p:txBody>
      </p:sp>
      <p:cxnSp>
        <p:nvCxnSpPr>
          <p:cNvPr id="317" name="Connecteur droit 316"/>
          <p:cNvCxnSpPr/>
          <p:nvPr/>
        </p:nvCxnSpPr>
        <p:spPr>
          <a:xfrm>
            <a:off x="3067050" y="4067175"/>
            <a:ext cx="0" cy="4381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Organigramme : Joindre 125"/>
          <p:cNvSpPr/>
          <p:nvPr/>
        </p:nvSpPr>
        <p:spPr>
          <a:xfrm rot="5400000">
            <a:off x="5676917" y="842983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57" name="Forme libre 356"/>
          <p:cNvSpPr/>
          <p:nvPr/>
        </p:nvSpPr>
        <p:spPr>
          <a:xfrm>
            <a:off x="8124825" y="3562350"/>
            <a:ext cx="571500" cy="409575"/>
          </a:xfrm>
          <a:custGeom>
            <a:avLst/>
            <a:gdLst>
              <a:gd name="connsiteX0" fmla="*/ 0 w 571500"/>
              <a:gd name="connsiteY0" fmla="*/ 9525 h 409575"/>
              <a:gd name="connsiteX1" fmla="*/ 0 w 571500"/>
              <a:gd name="connsiteY1" fmla="*/ 409575 h 409575"/>
              <a:gd name="connsiteX2" fmla="*/ 571500 w 571500"/>
              <a:gd name="connsiteY2" fmla="*/ 409575 h 409575"/>
              <a:gd name="connsiteX3" fmla="*/ 571500 w 571500"/>
              <a:gd name="connsiteY3" fmla="*/ 0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500" h="409575">
                <a:moveTo>
                  <a:pt x="0" y="9525"/>
                </a:moveTo>
                <a:lnTo>
                  <a:pt x="0" y="409575"/>
                </a:lnTo>
                <a:lnTo>
                  <a:pt x="571500" y="409575"/>
                </a:lnTo>
                <a:lnTo>
                  <a:pt x="5715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58" name="Triangle isocèle 357"/>
          <p:cNvSpPr/>
          <p:nvPr/>
        </p:nvSpPr>
        <p:spPr>
          <a:xfrm>
            <a:off x="8086728" y="3448052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59" name="Triangle isocèle 358"/>
          <p:cNvSpPr/>
          <p:nvPr/>
        </p:nvSpPr>
        <p:spPr>
          <a:xfrm rot="5400000" flipV="1">
            <a:off x="8154918" y="3371989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0" name="Forme libre 359"/>
          <p:cNvSpPr/>
          <p:nvPr/>
        </p:nvSpPr>
        <p:spPr>
          <a:xfrm>
            <a:off x="8067675" y="3228975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1" name="Rectangle 360"/>
          <p:cNvSpPr/>
          <p:nvPr/>
        </p:nvSpPr>
        <p:spPr>
          <a:xfrm>
            <a:off x="7877174" y="2857500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3009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362" name="Bouée 361"/>
          <p:cNvSpPr/>
          <p:nvPr/>
        </p:nvSpPr>
        <p:spPr>
          <a:xfrm>
            <a:off x="7891440" y="2809876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63" name="Triangle isocèle 362"/>
          <p:cNvSpPr/>
          <p:nvPr/>
        </p:nvSpPr>
        <p:spPr>
          <a:xfrm>
            <a:off x="8658228" y="3448052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64" name="Triangle isocèle 363"/>
          <p:cNvSpPr/>
          <p:nvPr/>
        </p:nvSpPr>
        <p:spPr>
          <a:xfrm rot="5400000" flipV="1">
            <a:off x="8726418" y="3371989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5" name="Forme libre 364"/>
          <p:cNvSpPr/>
          <p:nvPr/>
        </p:nvSpPr>
        <p:spPr>
          <a:xfrm>
            <a:off x="8639175" y="3228975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6" name="Rectangle 365"/>
          <p:cNvSpPr/>
          <p:nvPr/>
        </p:nvSpPr>
        <p:spPr>
          <a:xfrm>
            <a:off x="8448674" y="2857500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3010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367" name="Bouée 366"/>
          <p:cNvSpPr/>
          <p:nvPr/>
        </p:nvSpPr>
        <p:spPr>
          <a:xfrm>
            <a:off x="8462940" y="2809876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68" name="Organigramme : Joindre 367"/>
          <p:cNvSpPr/>
          <p:nvPr/>
        </p:nvSpPr>
        <p:spPr>
          <a:xfrm>
            <a:off x="8067675" y="3612372"/>
            <a:ext cx="111963" cy="111903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69" name="Organigramme : Joindre 368"/>
          <p:cNvSpPr/>
          <p:nvPr/>
        </p:nvSpPr>
        <p:spPr>
          <a:xfrm>
            <a:off x="8639175" y="3612372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71" name="Connecteur droit 370"/>
          <p:cNvCxnSpPr/>
          <p:nvPr/>
        </p:nvCxnSpPr>
        <p:spPr>
          <a:xfrm flipV="1">
            <a:off x="8133182" y="3667125"/>
            <a:ext cx="582193" cy="1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e 378"/>
          <p:cNvGrpSpPr/>
          <p:nvPr/>
        </p:nvGrpSpPr>
        <p:grpSpPr>
          <a:xfrm>
            <a:off x="8239125" y="3619500"/>
            <a:ext cx="361950" cy="104775"/>
            <a:chOff x="8048625" y="1771650"/>
            <a:chExt cx="361950" cy="104775"/>
          </a:xfrm>
        </p:grpSpPr>
        <p:cxnSp>
          <p:nvCxnSpPr>
            <p:cNvPr id="374" name="Connecteur droit 373"/>
            <p:cNvCxnSpPr/>
            <p:nvPr/>
          </p:nvCxnSpPr>
          <p:spPr>
            <a:xfrm flipH="1">
              <a:off x="80486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Connecteur droit 374"/>
            <p:cNvCxnSpPr/>
            <p:nvPr/>
          </p:nvCxnSpPr>
          <p:spPr>
            <a:xfrm flipH="1">
              <a:off x="81248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Connecteur droit 375"/>
            <p:cNvCxnSpPr/>
            <p:nvPr/>
          </p:nvCxnSpPr>
          <p:spPr>
            <a:xfrm flipH="1">
              <a:off x="82010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Connecteur droit 376"/>
            <p:cNvCxnSpPr/>
            <p:nvPr/>
          </p:nvCxnSpPr>
          <p:spPr>
            <a:xfrm flipH="1">
              <a:off x="82772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Connecteur droit 377"/>
            <p:cNvCxnSpPr/>
            <p:nvPr/>
          </p:nvCxnSpPr>
          <p:spPr>
            <a:xfrm flipH="1">
              <a:off x="83534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e 391"/>
          <p:cNvGrpSpPr/>
          <p:nvPr/>
        </p:nvGrpSpPr>
        <p:grpSpPr>
          <a:xfrm>
            <a:off x="6503217" y="4522010"/>
            <a:ext cx="221430" cy="102377"/>
            <a:chOff x="7512867" y="6550835"/>
            <a:chExt cx="221430" cy="102377"/>
          </a:xfrm>
        </p:grpSpPr>
        <p:sp>
          <p:nvSpPr>
            <p:cNvPr id="216" name="Organigramme : Joindre 215"/>
            <p:cNvSpPr/>
            <p:nvPr/>
          </p:nvSpPr>
          <p:spPr>
            <a:xfrm rot="10800000">
              <a:off x="7512867" y="6550835"/>
              <a:ext cx="95271" cy="100029"/>
            </a:xfrm>
            <a:prstGeom prst="flowChartCollat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sp>
          <p:nvSpPr>
            <p:cNvPr id="217" name="Rectangle à coins arrondis 216"/>
            <p:cNvSpPr/>
            <p:nvPr/>
          </p:nvSpPr>
          <p:spPr>
            <a:xfrm>
              <a:off x="7672386" y="6553200"/>
              <a:ext cx="61911" cy="100012"/>
            </a:xfrm>
            <a:prstGeom prst="roundRect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cxnSp>
          <p:nvCxnSpPr>
            <p:cNvPr id="219" name="Connecteur droit 218"/>
            <p:cNvCxnSpPr/>
            <p:nvPr/>
          </p:nvCxnSpPr>
          <p:spPr>
            <a:xfrm>
              <a:off x="7572375" y="6605588"/>
              <a:ext cx="95250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2" name="Organigramme : Joindre 381"/>
          <p:cNvSpPr/>
          <p:nvPr/>
        </p:nvSpPr>
        <p:spPr>
          <a:xfrm rot="10800000">
            <a:off x="3017067" y="4502960"/>
            <a:ext cx="95271" cy="100029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83" name="Rectangle 382"/>
          <p:cNvSpPr/>
          <p:nvPr/>
        </p:nvSpPr>
        <p:spPr>
          <a:xfrm>
            <a:off x="8134351" y="762000"/>
            <a:ext cx="828674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CK4</a:t>
            </a:r>
          </a:p>
        </p:txBody>
      </p:sp>
      <p:sp>
        <p:nvSpPr>
          <p:cNvPr id="387" name="Forme libre 386"/>
          <p:cNvSpPr/>
          <p:nvPr/>
        </p:nvSpPr>
        <p:spPr>
          <a:xfrm>
            <a:off x="4562475" y="923926"/>
            <a:ext cx="561975" cy="714374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5" name="Organigramme : Joindre 204"/>
          <p:cNvSpPr/>
          <p:nvPr/>
        </p:nvSpPr>
        <p:spPr>
          <a:xfrm rot="10800000">
            <a:off x="952478" y="4148159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06" name="Connecteur droit avec flèche 205"/>
          <p:cNvCxnSpPr/>
          <p:nvPr/>
        </p:nvCxnSpPr>
        <p:spPr>
          <a:xfrm flipV="1">
            <a:off x="695325" y="3171825"/>
            <a:ext cx="0" cy="100012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Organigramme : Joindre 253"/>
          <p:cNvSpPr/>
          <p:nvPr/>
        </p:nvSpPr>
        <p:spPr>
          <a:xfrm rot="5400000">
            <a:off x="764381" y="3626648"/>
            <a:ext cx="204788" cy="161924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12" name="Connecteur droit 211"/>
          <p:cNvCxnSpPr/>
          <p:nvPr/>
        </p:nvCxnSpPr>
        <p:spPr>
          <a:xfrm>
            <a:off x="5376863" y="1538288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Connecteur droit 212"/>
          <p:cNvCxnSpPr/>
          <p:nvPr/>
        </p:nvCxnSpPr>
        <p:spPr>
          <a:xfrm>
            <a:off x="5572130" y="1543035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onnecteur droit avec flèche 213"/>
          <p:cNvCxnSpPr/>
          <p:nvPr/>
        </p:nvCxnSpPr>
        <p:spPr>
          <a:xfrm flipV="1">
            <a:off x="3567113" y="1528763"/>
            <a:ext cx="195262" cy="2000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Connecteur droit 217"/>
          <p:cNvCxnSpPr/>
          <p:nvPr/>
        </p:nvCxnSpPr>
        <p:spPr>
          <a:xfrm>
            <a:off x="3567113" y="1519238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Connecteur droit 219"/>
          <p:cNvCxnSpPr/>
          <p:nvPr/>
        </p:nvCxnSpPr>
        <p:spPr>
          <a:xfrm>
            <a:off x="3762380" y="1523985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onnecteur droit avec flèche 220"/>
          <p:cNvCxnSpPr/>
          <p:nvPr/>
        </p:nvCxnSpPr>
        <p:spPr>
          <a:xfrm flipH="1" flipV="1">
            <a:off x="5381625" y="1543050"/>
            <a:ext cx="180975" cy="19050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Connecteur droit 231"/>
          <p:cNvCxnSpPr/>
          <p:nvPr/>
        </p:nvCxnSpPr>
        <p:spPr>
          <a:xfrm>
            <a:off x="3762375" y="1638300"/>
            <a:ext cx="162877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Connecteur droit 239"/>
          <p:cNvCxnSpPr/>
          <p:nvPr/>
        </p:nvCxnSpPr>
        <p:spPr>
          <a:xfrm>
            <a:off x="4181475" y="3810000"/>
            <a:ext cx="78105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Rectangle à coins arrondis 282"/>
          <p:cNvSpPr/>
          <p:nvPr/>
        </p:nvSpPr>
        <p:spPr>
          <a:xfrm>
            <a:off x="4943476" y="3490913"/>
            <a:ext cx="161925" cy="123825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84" name="Connecteur droit 283"/>
          <p:cNvCxnSpPr>
            <a:endCxn id="283" idx="2"/>
          </p:cNvCxnSpPr>
          <p:nvPr/>
        </p:nvCxnSpPr>
        <p:spPr>
          <a:xfrm flipH="1" flipV="1">
            <a:off x="5024439" y="3614738"/>
            <a:ext cx="2397" cy="173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Connecteur droit 290"/>
          <p:cNvCxnSpPr/>
          <p:nvPr/>
        </p:nvCxnSpPr>
        <p:spPr>
          <a:xfrm flipH="1">
            <a:off x="3867150" y="3819525"/>
            <a:ext cx="1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Connecteur droit 293"/>
          <p:cNvCxnSpPr/>
          <p:nvPr/>
        </p:nvCxnSpPr>
        <p:spPr>
          <a:xfrm flipH="1">
            <a:off x="5305425" y="3800475"/>
            <a:ext cx="1" cy="41910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Connecteur droit 297"/>
          <p:cNvCxnSpPr/>
          <p:nvPr/>
        </p:nvCxnSpPr>
        <p:spPr>
          <a:xfrm>
            <a:off x="1057275" y="4314825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Connecteur droit 302"/>
          <p:cNvCxnSpPr/>
          <p:nvPr/>
        </p:nvCxnSpPr>
        <p:spPr>
          <a:xfrm>
            <a:off x="1428750" y="4305300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Connecteur droit 307"/>
          <p:cNvCxnSpPr/>
          <p:nvPr/>
        </p:nvCxnSpPr>
        <p:spPr>
          <a:xfrm>
            <a:off x="4481523" y="4686306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Connecteur droit 309"/>
          <p:cNvCxnSpPr/>
          <p:nvPr/>
        </p:nvCxnSpPr>
        <p:spPr>
          <a:xfrm>
            <a:off x="4491032" y="4729157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6" name="Forme libre 325"/>
          <p:cNvSpPr/>
          <p:nvPr/>
        </p:nvSpPr>
        <p:spPr>
          <a:xfrm flipH="1" flipV="1">
            <a:off x="7848600" y="1981197"/>
            <a:ext cx="590550" cy="590551"/>
          </a:xfrm>
          <a:custGeom>
            <a:avLst/>
            <a:gdLst>
              <a:gd name="connsiteX0" fmla="*/ 0 w 2514600"/>
              <a:gd name="connsiteY0" fmla="*/ 914400 h 914400"/>
              <a:gd name="connsiteX1" fmla="*/ 0 w 2514600"/>
              <a:gd name="connsiteY1" fmla="*/ 0 h 914400"/>
              <a:gd name="connsiteX2" fmla="*/ 2514600 w 25146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0" h="914400">
                <a:moveTo>
                  <a:pt x="0" y="914400"/>
                </a:moveTo>
                <a:lnTo>
                  <a:pt x="0" y="0"/>
                </a:lnTo>
                <a:lnTo>
                  <a:pt x="25146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29" name="Rectangle 328"/>
          <p:cNvSpPr/>
          <p:nvPr/>
        </p:nvSpPr>
        <p:spPr>
          <a:xfrm>
            <a:off x="6000750" y="1514475"/>
            <a:ext cx="200025" cy="21145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331" name="Forme libre 330"/>
          <p:cNvSpPr/>
          <p:nvPr/>
        </p:nvSpPr>
        <p:spPr>
          <a:xfrm>
            <a:off x="3009900" y="1495424"/>
            <a:ext cx="85725" cy="2066925"/>
          </a:xfrm>
          <a:custGeom>
            <a:avLst/>
            <a:gdLst>
              <a:gd name="connsiteX0" fmla="*/ 0 w 66675"/>
              <a:gd name="connsiteY0" fmla="*/ 0 h 1485900"/>
              <a:gd name="connsiteX1" fmla="*/ 0 w 66675"/>
              <a:gd name="connsiteY1" fmla="*/ 1485900 h 1485900"/>
              <a:gd name="connsiteX2" fmla="*/ 66675 w 66675"/>
              <a:gd name="connsiteY2" fmla="*/ 1476375 h 1485900"/>
              <a:gd name="connsiteX3" fmla="*/ 66675 w 66675"/>
              <a:gd name="connsiteY3" fmla="*/ 9525 h 148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675" h="1485900">
                <a:moveTo>
                  <a:pt x="0" y="0"/>
                </a:moveTo>
                <a:lnTo>
                  <a:pt x="0" y="1485900"/>
                </a:lnTo>
                <a:lnTo>
                  <a:pt x="66675" y="1476375"/>
                </a:lnTo>
                <a:lnTo>
                  <a:pt x="66675" y="9525"/>
                </a:lnTo>
              </a:path>
            </a:pathLst>
          </a:cu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2" name="Forme libre 331"/>
          <p:cNvSpPr/>
          <p:nvPr/>
        </p:nvSpPr>
        <p:spPr>
          <a:xfrm>
            <a:off x="6057900" y="1514474"/>
            <a:ext cx="95250" cy="2047875"/>
          </a:xfrm>
          <a:custGeom>
            <a:avLst/>
            <a:gdLst>
              <a:gd name="connsiteX0" fmla="*/ 0 w 66675"/>
              <a:gd name="connsiteY0" fmla="*/ 0 h 1485900"/>
              <a:gd name="connsiteX1" fmla="*/ 0 w 66675"/>
              <a:gd name="connsiteY1" fmla="*/ 1485900 h 1485900"/>
              <a:gd name="connsiteX2" fmla="*/ 66675 w 66675"/>
              <a:gd name="connsiteY2" fmla="*/ 1476375 h 1485900"/>
              <a:gd name="connsiteX3" fmla="*/ 66675 w 66675"/>
              <a:gd name="connsiteY3" fmla="*/ 9525 h 148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675" h="1485900">
                <a:moveTo>
                  <a:pt x="0" y="0"/>
                </a:moveTo>
                <a:lnTo>
                  <a:pt x="0" y="1485900"/>
                </a:lnTo>
                <a:lnTo>
                  <a:pt x="66675" y="1476375"/>
                </a:lnTo>
                <a:lnTo>
                  <a:pt x="66675" y="9525"/>
                </a:lnTo>
              </a:path>
            </a:pathLst>
          </a:cu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38" name="Connecteur droit 337"/>
          <p:cNvCxnSpPr/>
          <p:nvPr/>
        </p:nvCxnSpPr>
        <p:spPr>
          <a:xfrm flipH="1">
            <a:off x="3876675" y="4314825"/>
            <a:ext cx="4" cy="9334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" name="Forme libre 347"/>
          <p:cNvSpPr/>
          <p:nvPr/>
        </p:nvSpPr>
        <p:spPr>
          <a:xfrm>
            <a:off x="1419225" y="3238500"/>
            <a:ext cx="3133725" cy="2047875"/>
          </a:xfrm>
          <a:custGeom>
            <a:avLst/>
            <a:gdLst>
              <a:gd name="connsiteX0" fmla="*/ 0 w 3133725"/>
              <a:gd name="connsiteY0" fmla="*/ 914400 h 2047875"/>
              <a:gd name="connsiteX1" fmla="*/ 0 w 3133725"/>
              <a:gd name="connsiteY1" fmla="*/ 0 h 2047875"/>
              <a:gd name="connsiteX2" fmla="*/ 619125 w 3133725"/>
              <a:gd name="connsiteY2" fmla="*/ 0 h 2047875"/>
              <a:gd name="connsiteX3" fmla="*/ 619125 w 3133725"/>
              <a:gd name="connsiteY3" fmla="*/ 2047875 h 2047875"/>
              <a:gd name="connsiteX4" fmla="*/ 3133725 w 3133725"/>
              <a:gd name="connsiteY4" fmla="*/ 2047875 h 2047875"/>
              <a:gd name="connsiteX5" fmla="*/ 3133725 w 3133725"/>
              <a:gd name="connsiteY5" fmla="*/ 1495425 h 2047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3725" h="2047875">
                <a:moveTo>
                  <a:pt x="0" y="914400"/>
                </a:moveTo>
                <a:lnTo>
                  <a:pt x="0" y="0"/>
                </a:lnTo>
                <a:lnTo>
                  <a:pt x="619125" y="0"/>
                </a:lnTo>
                <a:lnTo>
                  <a:pt x="619125" y="2047875"/>
                </a:lnTo>
                <a:lnTo>
                  <a:pt x="3133725" y="2047875"/>
                </a:lnTo>
                <a:lnTo>
                  <a:pt x="3133725" y="14954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51" name="Connecteur droit 350"/>
          <p:cNvCxnSpPr/>
          <p:nvPr/>
        </p:nvCxnSpPr>
        <p:spPr>
          <a:xfrm>
            <a:off x="2943225" y="1504950"/>
            <a:ext cx="0" cy="4572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Connecteur droit 351"/>
          <p:cNvCxnSpPr/>
          <p:nvPr/>
        </p:nvCxnSpPr>
        <p:spPr>
          <a:xfrm>
            <a:off x="3171825" y="1504950"/>
            <a:ext cx="0" cy="4572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Connecteur droit 352"/>
          <p:cNvCxnSpPr/>
          <p:nvPr/>
        </p:nvCxnSpPr>
        <p:spPr>
          <a:xfrm>
            <a:off x="5991225" y="1514475"/>
            <a:ext cx="0" cy="4572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Connecteur droit 353"/>
          <p:cNvCxnSpPr/>
          <p:nvPr/>
        </p:nvCxnSpPr>
        <p:spPr>
          <a:xfrm>
            <a:off x="6219825" y="1524000"/>
            <a:ext cx="0" cy="4572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" name="Forme libre 398"/>
          <p:cNvSpPr/>
          <p:nvPr/>
        </p:nvSpPr>
        <p:spPr>
          <a:xfrm flipV="1">
            <a:off x="6105525" y="4267200"/>
            <a:ext cx="447676" cy="247650"/>
          </a:xfrm>
          <a:custGeom>
            <a:avLst/>
            <a:gdLst>
              <a:gd name="connsiteX0" fmla="*/ 242888 w 242888"/>
              <a:gd name="connsiteY0" fmla="*/ 0 h 119062"/>
              <a:gd name="connsiteX1" fmla="*/ 242888 w 242888"/>
              <a:gd name="connsiteY1" fmla="*/ 119062 h 119062"/>
              <a:gd name="connsiteX2" fmla="*/ 0 w 242888"/>
              <a:gd name="connsiteY2" fmla="*/ 119062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88" h="119062">
                <a:moveTo>
                  <a:pt x="242888" y="0"/>
                </a:moveTo>
                <a:lnTo>
                  <a:pt x="242888" y="119062"/>
                </a:lnTo>
                <a:lnTo>
                  <a:pt x="0" y="119062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00" name="Connecteur droit 399"/>
          <p:cNvCxnSpPr/>
          <p:nvPr/>
        </p:nvCxnSpPr>
        <p:spPr>
          <a:xfrm>
            <a:off x="6105525" y="4086225"/>
            <a:ext cx="0" cy="4381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1" name="Organigramme : Joindre 410"/>
          <p:cNvSpPr/>
          <p:nvPr/>
        </p:nvSpPr>
        <p:spPr>
          <a:xfrm rot="10800000">
            <a:off x="6055542" y="4522010"/>
            <a:ext cx="95271" cy="100029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21" name="Organigramme : Joindre 420"/>
          <p:cNvSpPr/>
          <p:nvPr/>
        </p:nvSpPr>
        <p:spPr>
          <a:xfrm rot="5400000">
            <a:off x="7943867" y="833458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22" name="Rectangle 421"/>
          <p:cNvSpPr/>
          <p:nvPr/>
        </p:nvSpPr>
        <p:spPr>
          <a:xfrm>
            <a:off x="695324" y="2571750"/>
            <a:ext cx="7239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S302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446" name="Organigramme : Connecteur 445"/>
          <p:cNvSpPr/>
          <p:nvPr/>
        </p:nvSpPr>
        <p:spPr>
          <a:xfrm>
            <a:off x="1571625" y="1757361"/>
            <a:ext cx="395291" cy="404813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sp>
        <p:nvSpPr>
          <p:cNvPr id="448" name="Organigramme : Connecteur 447"/>
          <p:cNvSpPr/>
          <p:nvPr/>
        </p:nvSpPr>
        <p:spPr>
          <a:xfrm>
            <a:off x="7134225" y="1738311"/>
            <a:ext cx="395291" cy="404813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grpSp>
        <p:nvGrpSpPr>
          <p:cNvPr id="4" name="Groupe 452"/>
          <p:cNvGrpSpPr/>
          <p:nvPr/>
        </p:nvGrpSpPr>
        <p:grpSpPr>
          <a:xfrm>
            <a:off x="2617017" y="4502960"/>
            <a:ext cx="221430" cy="102377"/>
            <a:chOff x="7512867" y="6550835"/>
            <a:chExt cx="221430" cy="102377"/>
          </a:xfrm>
        </p:grpSpPr>
        <p:sp>
          <p:nvSpPr>
            <p:cNvPr id="454" name="Organigramme : Joindre 453"/>
            <p:cNvSpPr/>
            <p:nvPr/>
          </p:nvSpPr>
          <p:spPr>
            <a:xfrm rot="10800000">
              <a:off x="7512867" y="6550835"/>
              <a:ext cx="95271" cy="100029"/>
            </a:xfrm>
            <a:prstGeom prst="flowChartCollat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sp>
          <p:nvSpPr>
            <p:cNvPr id="455" name="Rectangle à coins arrondis 454"/>
            <p:cNvSpPr/>
            <p:nvPr/>
          </p:nvSpPr>
          <p:spPr>
            <a:xfrm>
              <a:off x="7672386" y="6553200"/>
              <a:ext cx="61911" cy="100012"/>
            </a:xfrm>
            <a:prstGeom prst="roundRect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cxnSp>
          <p:nvCxnSpPr>
            <p:cNvPr id="456" name="Connecteur droit 455"/>
            <p:cNvCxnSpPr/>
            <p:nvPr/>
          </p:nvCxnSpPr>
          <p:spPr>
            <a:xfrm>
              <a:off x="7572375" y="6605588"/>
              <a:ext cx="95250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7" name="Connecteur droit 456"/>
          <p:cNvCxnSpPr/>
          <p:nvPr/>
        </p:nvCxnSpPr>
        <p:spPr>
          <a:xfrm>
            <a:off x="2667001" y="4600575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8" name="Forme libre 457"/>
          <p:cNvSpPr/>
          <p:nvPr/>
        </p:nvSpPr>
        <p:spPr>
          <a:xfrm>
            <a:off x="2595563" y="4733927"/>
            <a:ext cx="138112" cy="80962"/>
          </a:xfrm>
          <a:custGeom>
            <a:avLst/>
            <a:gdLst>
              <a:gd name="connsiteX0" fmla="*/ 0 w 138112"/>
              <a:gd name="connsiteY0" fmla="*/ 0 h 80962"/>
              <a:gd name="connsiteX1" fmla="*/ 61912 w 138112"/>
              <a:gd name="connsiteY1" fmla="*/ 80962 h 80962"/>
              <a:gd name="connsiteX2" fmla="*/ 138112 w 138112"/>
              <a:gd name="connsiteY2" fmla="*/ 9525 h 8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112" h="80962">
                <a:moveTo>
                  <a:pt x="0" y="0"/>
                </a:moveTo>
                <a:lnTo>
                  <a:pt x="61912" y="80962"/>
                </a:lnTo>
                <a:lnTo>
                  <a:pt x="138112" y="9525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459" name="Connecteur droit 458"/>
          <p:cNvCxnSpPr/>
          <p:nvPr/>
        </p:nvCxnSpPr>
        <p:spPr>
          <a:xfrm>
            <a:off x="2657475" y="4824414"/>
            <a:ext cx="0" cy="1381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6" name="Forme libre 465"/>
          <p:cNvSpPr/>
          <p:nvPr/>
        </p:nvSpPr>
        <p:spPr>
          <a:xfrm>
            <a:off x="3295649" y="1371600"/>
            <a:ext cx="771525" cy="847725"/>
          </a:xfrm>
          <a:custGeom>
            <a:avLst/>
            <a:gdLst>
              <a:gd name="connsiteX0" fmla="*/ 0 w 762000"/>
              <a:gd name="connsiteY0" fmla="*/ 0 h 866775"/>
              <a:gd name="connsiteX1" fmla="*/ 762000 w 762000"/>
              <a:gd name="connsiteY1" fmla="*/ 0 h 866775"/>
              <a:gd name="connsiteX2" fmla="*/ 762000 w 762000"/>
              <a:gd name="connsiteY2" fmla="*/ 866775 h 86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2000" h="866775">
                <a:moveTo>
                  <a:pt x="0" y="0"/>
                </a:moveTo>
                <a:lnTo>
                  <a:pt x="762000" y="0"/>
                </a:lnTo>
                <a:lnTo>
                  <a:pt x="762000" y="866775"/>
                </a:lnTo>
              </a:path>
            </a:pathLst>
          </a:cu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7" name="Forme libre 466"/>
          <p:cNvSpPr/>
          <p:nvPr/>
        </p:nvSpPr>
        <p:spPr>
          <a:xfrm flipH="1">
            <a:off x="5057773" y="1381125"/>
            <a:ext cx="790575" cy="847725"/>
          </a:xfrm>
          <a:custGeom>
            <a:avLst/>
            <a:gdLst>
              <a:gd name="connsiteX0" fmla="*/ 0 w 762000"/>
              <a:gd name="connsiteY0" fmla="*/ 0 h 866775"/>
              <a:gd name="connsiteX1" fmla="*/ 762000 w 762000"/>
              <a:gd name="connsiteY1" fmla="*/ 0 h 866775"/>
              <a:gd name="connsiteX2" fmla="*/ 762000 w 762000"/>
              <a:gd name="connsiteY2" fmla="*/ 866775 h 86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2000" h="866775">
                <a:moveTo>
                  <a:pt x="0" y="0"/>
                </a:moveTo>
                <a:lnTo>
                  <a:pt x="762000" y="0"/>
                </a:lnTo>
                <a:lnTo>
                  <a:pt x="762000" y="866775"/>
                </a:lnTo>
              </a:path>
            </a:pathLst>
          </a:cu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8" name="Organigramme : Connecteur 467"/>
          <p:cNvSpPr/>
          <p:nvPr/>
        </p:nvSpPr>
        <p:spPr>
          <a:xfrm>
            <a:off x="3919537" y="2219326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sp>
        <p:nvSpPr>
          <p:cNvPr id="469" name="Rectangle 468"/>
          <p:cNvSpPr/>
          <p:nvPr/>
        </p:nvSpPr>
        <p:spPr>
          <a:xfrm>
            <a:off x="3848100" y="2209800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T303 </a:t>
            </a:r>
            <a:r>
              <a:rPr lang="fr-FR" sz="800" dirty="0" smtClean="0">
                <a:solidFill>
                  <a:schemeClr val="tx1"/>
                </a:solidFill>
              </a:rPr>
              <a:t>B2</a:t>
            </a:r>
            <a:endParaRPr lang="fr-FR" sz="800" dirty="0" smtClean="0">
              <a:solidFill>
                <a:schemeClr val="tx1"/>
              </a:solidFill>
            </a:endParaRPr>
          </a:p>
        </p:txBody>
      </p:sp>
      <p:cxnSp>
        <p:nvCxnSpPr>
          <p:cNvPr id="470" name="Connecteur droit 469"/>
          <p:cNvCxnSpPr>
            <a:stCxn id="468" idx="2"/>
          </p:cNvCxnSpPr>
          <p:nvPr/>
        </p:nvCxnSpPr>
        <p:spPr>
          <a:xfrm flipH="1" flipV="1">
            <a:off x="3048000" y="2362200"/>
            <a:ext cx="87153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" name="Organigramme : Connecteur 470"/>
          <p:cNvSpPr/>
          <p:nvPr/>
        </p:nvSpPr>
        <p:spPr>
          <a:xfrm>
            <a:off x="4929187" y="2219326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sp>
        <p:nvSpPr>
          <p:cNvPr id="472" name="Rectangle 471"/>
          <p:cNvSpPr/>
          <p:nvPr/>
        </p:nvSpPr>
        <p:spPr>
          <a:xfrm>
            <a:off x="4857750" y="2209800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T303 </a:t>
            </a:r>
            <a:r>
              <a:rPr lang="fr-FR" sz="800" dirty="0" smtClean="0">
                <a:solidFill>
                  <a:schemeClr val="tx1"/>
                </a:solidFill>
              </a:rPr>
              <a:t>A2</a:t>
            </a:r>
            <a:endParaRPr lang="fr-FR" sz="800" dirty="0" smtClean="0">
              <a:solidFill>
                <a:schemeClr val="tx1"/>
              </a:solidFill>
            </a:endParaRPr>
          </a:p>
        </p:txBody>
      </p:sp>
      <p:cxnSp>
        <p:nvCxnSpPr>
          <p:cNvPr id="473" name="Connecteur droit 472"/>
          <p:cNvCxnSpPr/>
          <p:nvPr/>
        </p:nvCxnSpPr>
        <p:spPr>
          <a:xfrm flipH="1" flipV="1">
            <a:off x="5229225" y="2362200"/>
            <a:ext cx="87153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4" name="Connecteur droit avec flèche 473"/>
          <p:cNvCxnSpPr/>
          <p:nvPr/>
        </p:nvCxnSpPr>
        <p:spPr>
          <a:xfrm>
            <a:off x="3705225" y="1809750"/>
            <a:ext cx="1657350" cy="0"/>
          </a:xfrm>
          <a:prstGeom prst="straightConnector1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Organigramme : Joindre 175"/>
          <p:cNvSpPr/>
          <p:nvPr/>
        </p:nvSpPr>
        <p:spPr>
          <a:xfrm rot="5400000">
            <a:off x="2293167" y="2369359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81" name="Organigramme : Joindre 180"/>
          <p:cNvSpPr/>
          <p:nvPr/>
        </p:nvSpPr>
        <p:spPr>
          <a:xfrm rot="5400000">
            <a:off x="6779441" y="2345547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87" name="Organigramme : Joindre 186"/>
          <p:cNvSpPr/>
          <p:nvPr/>
        </p:nvSpPr>
        <p:spPr>
          <a:xfrm rot="5400000">
            <a:off x="6284141" y="4212447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88" name="Organigramme : Joindre 187"/>
          <p:cNvSpPr/>
          <p:nvPr/>
        </p:nvSpPr>
        <p:spPr>
          <a:xfrm rot="5400000">
            <a:off x="2836091" y="4193397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89" name="Forme libre 188"/>
          <p:cNvSpPr/>
          <p:nvPr/>
        </p:nvSpPr>
        <p:spPr>
          <a:xfrm>
            <a:off x="2419350" y="1714500"/>
            <a:ext cx="257175" cy="247650"/>
          </a:xfrm>
          <a:custGeom>
            <a:avLst/>
            <a:gdLst>
              <a:gd name="connsiteX0" fmla="*/ 0 w 257175"/>
              <a:gd name="connsiteY0" fmla="*/ 0 h 247650"/>
              <a:gd name="connsiteX1" fmla="*/ 0 w 257175"/>
              <a:gd name="connsiteY1" fmla="*/ 142875 h 247650"/>
              <a:gd name="connsiteX2" fmla="*/ 257175 w 257175"/>
              <a:gd name="connsiteY2" fmla="*/ 142875 h 247650"/>
              <a:gd name="connsiteX3" fmla="*/ 257175 w 257175"/>
              <a:gd name="connsiteY3" fmla="*/ 24765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247650">
                <a:moveTo>
                  <a:pt x="0" y="0"/>
                </a:moveTo>
                <a:lnTo>
                  <a:pt x="0" y="142875"/>
                </a:lnTo>
                <a:lnTo>
                  <a:pt x="257175" y="142875"/>
                </a:lnTo>
                <a:lnTo>
                  <a:pt x="257175" y="24765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2" name="Triangle isocèle 191"/>
          <p:cNvSpPr/>
          <p:nvPr/>
        </p:nvSpPr>
        <p:spPr>
          <a:xfrm>
            <a:off x="2381230" y="1600201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93" name="Triangle isocèle 192"/>
          <p:cNvSpPr/>
          <p:nvPr/>
        </p:nvSpPr>
        <p:spPr>
          <a:xfrm rot="16200000" flipH="1" flipV="1">
            <a:off x="2325595" y="1524138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4" name="Forme libre 193"/>
          <p:cNvSpPr/>
          <p:nvPr/>
        </p:nvSpPr>
        <p:spPr>
          <a:xfrm>
            <a:off x="2362177" y="1381124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5" name="Bouée 194"/>
          <p:cNvSpPr/>
          <p:nvPr/>
        </p:nvSpPr>
        <p:spPr>
          <a:xfrm>
            <a:off x="2176440" y="952501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96" name="Rectangle 195"/>
          <p:cNvSpPr/>
          <p:nvPr/>
        </p:nvSpPr>
        <p:spPr>
          <a:xfrm>
            <a:off x="2152649" y="990600"/>
            <a:ext cx="4953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3011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01" name="Forme libre 200"/>
          <p:cNvSpPr/>
          <p:nvPr/>
        </p:nvSpPr>
        <p:spPr>
          <a:xfrm flipH="1">
            <a:off x="6438900" y="1714500"/>
            <a:ext cx="257175" cy="247650"/>
          </a:xfrm>
          <a:custGeom>
            <a:avLst/>
            <a:gdLst>
              <a:gd name="connsiteX0" fmla="*/ 0 w 257175"/>
              <a:gd name="connsiteY0" fmla="*/ 0 h 247650"/>
              <a:gd name="connsiteX1" fmla="*/ 0 w 257175"/>
              <a:gd name="connsiteY1" fmla="*/ 142875 h 247650"/>
              <a:gd name="connsiteX2" fmla="*/ 257175 w 257175"/>
              <a:gd name="connsiteY2" fmla="*/ 142875 h 247650"/>
              <a:gd name="connsiteX3" fmla="*/ 257175 w 257175"/>
              <a:gd name="connsiteY3" fmla="*/ 24765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247650">
                <a:moveTo>
                  <a:pt x="0" y="0"/>
                </a:moveTo>
                <a:lnTo>
                  <a:pt x="0" y="142875"/>
                </a:lnTo>
                <a:lnTo>
                  <a:pt x="257175" y="142875"/>
                </a:lnTo>
                <a:lnTo>
                  <a:pt x="257175" y="24765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2" name="Triangle isocèle 201"/>
          <p:cNvSpPr/>
          <p:nvPr/>
        </p:nvSpPr>
        <p:spPr>
          <a:xfrm>
            <a:off x="6667503" y="1609727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03" name="Triangle isocèle 202"/>
          <p:cNvSpPr/>
          <p:nvPr/>
        </p:nvSpPr>
        <p:spPr>
          <a:xfrm rot="5400000" flipV="1">
            <a:off x="6735693" y="1533664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4" name="Forme libre 203"/>
          <p:cNvSpPr/>
          <p:nvPr/>
        </p:nvSpPr>
        <p:spPr>
          <a:xfrm>
            <a:off x="6648450" y="1390650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7" name="Rectangle 206"/>
          <p:cNvSpPr/>
          <p:nvPr/>
        </p:nvSpPr>
        <p:spPr>
          <a:xfrm>
            <a:off x="6457949" y="1019175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3012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08" name="Bouée 207"/>
          <p:cNvSpPr/>
          <p:nvPr/>
        </p:nvSpPr>
        <p:spPr>
          <a:xfrm>
            <a:off x="6472215" y="971551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grpSp>
        <p:nvGrpSpPr>
          <p:cNvPr id="5" name="Groupe 223"/>
          <p:cNvGrpSpPr/>
          <p:nvPr/>
        </p:nvGrpSpPr>
        <p:grpSpPr>
          <a:xfrm>
            <a:off x="2652714" y="4295775"/>
            <a:ext cx="61912" cy="133350"/>
            <a:chOff x="2105025" y="3290888"/>
            <a:chExt cx="95251" cy="209550"/>
          </a:xfrm>
        </p:grpSpPr>
        <p:sp>
          <p:nvSpPr>
            <p:cNvPr id="223" name="Rectangle 222"/>
            <p:cNvSpPr/>
            <p:nvPr/>
          </p:nvSpPr>
          <p:spPr>
            <a:xfrm rot="-2640000">
              <a:off x="2152651" y="3357562"/>
              <a:ext cx="47625" cy="1428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2" name="Rectangle 221"/>
            <p:cNvSpPr/>
            <p:nvPr/>
          </p:nvSpPr>
          <p:spPr>
            <a:xfrm>
              <a:off x="2105025" y="3290888"/>
              <a:ext cx="45719" cy="2095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33" name="Forme libre 232"/>
          <p:cNvSpPr/>
          <p:nvPr/>
        </p:nvSpPr>
        <p:spPr>
          <a:xfrm>
            <a:off x="2505092" y="4248150"/>
            <a:ext cx="166688" cy="219075"/>
          </a:xfrm>
          <a:custGeom>
            <a:avLst/>
            <a:gdLst>
              <a:gd name="connsiteX0" fmla="*/ 271463 w 271463"/>
              <a:gd name="connsiteY0" fmla="*/ 0 h 247650"/>
              <a:gd name="connsiteX1" fmla="*/ 0 w 271463"/>
              <a:gd name="connsiteY1" fmla="*/ 0 h 247650"/>
              <a:gd name="connsiteX2" fmla="*/ 0 w 271463"/>
              <a:gd name="connsiteY2" fmla="*/ 247650 h 247650"/>
              <a:gd name="connsiteX3" fmla="*/ 252413 w 271463"/>
              <a:gd name="connsiteY3" fmla="*/ 24765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463" h="247650">
                <a:moveTo>
                  <a:pt x="271463" y="0"/>
                </a:moveTo>
                <a:lnTo>
                  <a:pt x="0" y="0"/>
                </a:lnTo>
                <a:lnTo>
                  <a:pt x="0" y="247650"/>
                </a:lnTo>
                <a:lnTo>
                  <a:pt x="252413" y="247650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grpSp>
        <p:nvGrpSpPr>
          <p:cNvPr id="6" name="Groupe 225"/>
          <p:cNvGrpSpPr/>
          <p:nvPr/>
        </p:nvGrpSpPr>
        <p:grpSpPr>
          <a:xfrm>
            <a:off x="2490774" y="4295775"/>
            <a:ext cx="61912" cy="133350"/>
            <a:chOff x="2105025" y="3290888"/>
            <a:chExt cx="95251" cy="209550"/>
          </a:xfrm>
        </p:grpSpPr>
        <p:sp>
          <p:nvSpPr>
            <p:cNvPr id="230" name="Rectangle 229"/>
            <p:cNvSpPr/>
            <p:nvPr/>
          </p:nvSpPr>
          <p:spPr>
            <a:xfrm rot="-2640000">
              <a:off x="2152651" y="3357562"/>
              <a:ext cx="47625" cy="1428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1" name="Rectangle 230"/>
            <p:cNvSpPr/>
            <p:nvPr/>
          </p:nvSpPr>
          <p:spPr>
            <a:xfrm>
              <a:off x="2105025" y="3290888"/>
              <a:ext cx="45719" cy="2095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35" name="Forme libre 234"/>
          <p:cNvSpPr/>
          <p:nvPr/>
        </p:nvSpPr>
        <p:spPr>
          <a:xfrm flipH="1">
            <a:off x="6543692" y="4267200"/>
            <a:ext cx="166688" cy="219075"/>
          </a:xfrm>
          <a:custGeom>
            <a:avLst/>
            <a:gdLst>
              <a:gd name="connsiteX0" fmla="*/ 271463 w 271463"/>
              <a:gd name="connsiteY0" fmla="*/ 0 h 247650"/>
              <a:gd name="connsiteX1" fmla="*/ 0 w 271463"/>
              <a:gd name="connsiteY1" fmla="*/ 0 h 247650"/>
              <a:gd name="connsiteX2" fmla="*/ 0 w 271463"/>
              <a:gd name="connsiteY2" fmla="*/ 247650 h 247650"/>
              <a:gd name="connsiteX3" fmla="*/ 252413 w 271463"/>
              <a:gd name="connsiteY3" fmla="*/ 24765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463" h="247650">
                <a:moveTo>
                  <a:pt x="271463" y="0"/>
                </a:moveTo>
                <a:lnTo>
                  <a:pt x="0" y="0"/>
                </a:lnTo>
                <a:lnTo>
                  <a:pt x="0" y="247650"/>
                </a:lnTo>
                <a:lnTo>
                  <a:pt x="252413" y="247650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grpSp>
        <p:nvGrpSpPr>
          <p:cNvPr id="7" name="Groupe 235"/>
          <p:cNvGrpSpPr/>
          <p:nvPr/>
        </p:nvGrpSpPr>
        <p:grpSpPr>
          <a:xfrm flipH="1">
            <a:off x="6500799" y="4314825"/>
            <a:ext cx="61912" cy="133350"/>
            <a:chOff x="2105025" y="3290888"/>
            <a:chExt cx="95251" cy="209550"/>
          </a:xfrm>
        </p:grpSpPr>
        <p:sp>
          <p:nvSpPr>
            <p:cNvPr id="237" name="Rectangle 236"/>
            <p:cNvSpPr/>
            <p:nvPr/>
          </p:nvSpPr>
          <p:spPr>
            <a:xfrm rot="-2640000">
              <a:off x="2152651" y="3357562"/>
              <a:ext cx="47625" cy="1428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8" name="Rectangle 237"/>
            <p:cNvSpPr/>
            <p:nvPr/>
          </p:nvSpPr>
          <p:spPr>
            <a:xfrm>
              <a:off x="2105025" y="3290888"/>
              <a:ext cx="45719" cy="2095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8" name="Groupe 240"/>
          <p:cNvGrpSpPr/>
          <p:nvPr/>
        </p:nvGrpSpPr>
        <p:grpSpPr>
          <a:xfrm flipH="1">
            <a:off x="6662739" y="4314825"/>
            <a:ext cx="61912" cy="133350"/>
            <a:chOff x="2105025" y="3290888"/>
            <a:chExt cx="95251" cy="209550"/>
          </a:xfrm>
        </p:grpSpPr>
        <p:sp>
          <p:nvSpPr>
            <p:cNvPr id="242" name="Rectangle 241"/>
            <p:cNvSpPr/>
            <p:nvPr/>
          </p:nvSpPr>
          <p:spPr>
            <a:xfrm rot="-2640000">
              <a:off x="2152651" y="3357562"/>
              <a:ext cx="47625" cy="1428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3" name="Rectangle 242"/>
            <p:cNvSpPr/>
            <p:nvPr/>
          </p:nvSpPr>
          <p:spPr>
            <a:xfrm>
              <a:off x="2105025" y="3290888"/>
              <a:ext cx="45719" cy="2095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97" name="Rectangle 196"/>
          <p:cNvSpPr/>
          <p:nvPr/>
        </p:nvSpPr>
        <p:spPr>
          <a:xfrm>
            <a:off x="266700" y="6181726"/>
            <a:ext cx="1904999" cy="361950"/>
          </a:xfrm>
          <a:prstGeom prst="rect">
            <a:avLst/>
          </a:prstGeom>
          <a:solidFill>
            <a:srgbClr val="FFFF99"/>
          </a:solidFill>
          <a:ln w="6350" cmpd="dbl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 smtClean="0">
                <a:solidFill>
                  <a:schemeClr val="tx1"/>
                </a:solidFill>
              </a:rPr>
              <a:t>PCF AIR INSTRUMENT </a:t>
            </a:r>
          </a:p>
          <a:p>
            <a:pPr algn="ctr"/>
            <a:r>
              <a:rPr lang="fr-FR" sz="1100" b="1" dirty="0" smtClean="0">
                <a:solidFill>
                  <a:schemeClr val="tx1"/>
                </a:solidFill>
              </a:rPr>
              <a:t>7841 901 330</a:t>
            </a:r>
          </a:p>
        </p:txBody>
      </p:sp>
      <p:sp>
        <p:nvSpPr>
          <p:cNvPr id="209" name="Rectangle à coins arrondis 208"/>
          <p:cNvSpPr/>
          <p:nvPr/>
        </p:nvSpPr>
        <p:spPr>
          <a:xfrm>
            <a:off x="2352675" y="6067425"/>
            <a:ext cx="3714750" cy="47625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S303 : B = service, A = chauffe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24" name="Forme libre 223"/>
          <p:cNvSpPr/>
          <p:nvPr/>
        </p:nvSpPr>
        <p:spPr>
          <a:xfrm flipV="1">
            <a:off x="5314950" y="4333875"/>
            <a:ext cx="609600" cy="952500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25" name="Forme libre 224"/>
          <p:cNvSpPr/>
          <p:nvPr/>
        </p:nvSpPr>
        <p:spPr>
          <a:xfrm flipV="1">
            <a:off x="3876675" y="5333999"/>
            <a:ext cx="2076449" cy="238126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10" name="Rectangle 209"/>
          <p:cNvSpPr/>
          <p:nvPr/>
        </p:nvSpPr>
        <p:spPr>
          <a:xfrm>
            <a:off x="5634039" y="5229225"/>
            <a:ext cx="576262" cy="1143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11" name="Rectangle 210"/>
          <p:cNvSpPr/>
          <p:nvPr/>
        </p:nvSpPr>
        <p:spPr>
          <a:xfrm>
            <a:off x="5534025" y="52673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Events 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15" name="Rectangle 214"/>
          <p:cNvSpPr/>
          <p:nvPr/>
        </p:nvSpPr>
        <p:spPr>
          <a:xfrm>
            <a:off x="5634039" y="5514975"/>
            <a:ext cx="576262" cy="1143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26" name="Organigramme : Joindre 225"/>
          <p:cNvSpPr/>
          <p:nvPr/>
        </p:nvSpPr>
        <p:spPr>
          <a:xfrm rot="5400000">
            <a:off x="7746214" y="5317334"/>
            <a:ext cx="204788" cy="180974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29" name="Rectangle 228"/>
          <p:cNvSpPr/>
          <p:nvPr/>
        </p:nvSpPr>
        <p:spPr>
          <a:xfrm>
            <a:off x="7753350" y="5257800"/>
            <a:ext cx="10096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S302</a:t>
            </a:r>
          </a:p>
        </p:txBody>
      </p:sp>
      <p:sp>
        <p:nvSpPr>
          <p:cNvPr id="236" name="Forme libre 235"/>
          <p:cNvSpPr/>
          <p:nvPr/>
        </p:nvSpPr>
        <p:spPr>
          <a:xfrm flipH="1">
            <a:off x="7486648" y="3695700"/>
            <a:ext cx="438149" cy="1724025"/>
          </a:xfrm>
          <a:custGeom>
            <a:avLst/>
            <a:gdLst>
              <a:gd name="connsiteX0" fmla="*/ 0 w 1462088"/>
              <a:gd name="connsiteY0" fmla="*/ 1428750 h 1428750"/>
              <a:gd name="connsiteX1" fmla="*/ 1462088 w 1462088"/>
              <a:gd name="connsiteY1" fmla="*/ 1428750 h 1428750"/>
              <a:gd name="connsiteX2" fmla="*/ 1462088 w 1462088"/>
              <a:gd name="connsiteY2" fmla="*/ 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62088" h="1428750">
                <a:moveTo>
                  <a:pt x="0" y="1428750"/>
                </a:moveTo>
                <a:lnTo>
                  <a:pt x="1462088" y="1428750"/>
                </a:lnTo>
                <a:lnTo>
                  <a:pt x="1462088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1" name="Rectangle 240"/>
          <p:cNvSpPr/>
          <p:nvPr/>
        </p:nvSpPr>
        <p:spPr>
          <a:xfrm flipH="1">
            <a:off x="1523999" y="1819275"/>
            <a:ext cx="466725" cy="257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PSH</a:t>
            </a:r>
          </a:p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303B</a:t>
            </a:r>
          </a:p>
        </p:txBody>
      </p:sp>
      <p:sp>
        <p:nvSpPr>
          <p:cNvPr id="244" name="Rectangle 243"/>
          <p:cNvSpPr/>
          <p:nvPr/>
        </p:nvSpPr>
        <p:spPr>
          <a:xfrm flipH="1">
            <a:off x="7105649" y="1800225"/>
            <a:ext cx="466725" cy="257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PSH</a:t>
            </a:r>
          </a:p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303A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5848350" y="1285875"/>
            <a:ext cx="504825" cy="238126"/>
          </a:xfrm>
          <a:prstGeom prst="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 smtClean="0">
                <a:solidFill>
                  <a:schemeClr val="tx1"/>
                </a:solidFill>
              </a:rPr>
              <a:t>R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47" name="Rectangle 246"/>
          <p:cNvSpPr/>
          <p:nvPr/>
        </p:nvSpPr>
        <p:spPr>
          <a:xfrm>
            <a:off x="2800350" y="1266825"/>
            <a:ext cx="504825" cy="238126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 smtClean="0">
                <a:solidFill>
                  <a:schemeClr val="tx1"/>
                </a:solidFill>
              </a:rPr>
              <a:t>R</a:t>
            </a:r>
          </a:p>
        </p:txBody>
      </p:sp>
      <p:grpSp>
        <p:nvGrpSpPr>
          <p:cNvPr id="251" name="Groupe 411"/>
          <p:cNvGrpSpPr/>
          <p:nvPr/>
        </p:nvGrpSpPr>
        <p:grpSpPr>
          <a:xfrm>
            <a:off x="3807641" y="4219575"/>
            <a:ext cx="269059" cy="123825"/>
            <a:chOff x="8351067" y="4798235"/>
            <a:chExt cx="221430" cy="102377"/>
          </a:xfrm>
        </p:grpSpPr>
        <p:sp>
          <p:nvSpPr>
            <p:cNvPr id="252" name="Organigramme : Joindre 251"/>
            <p:cNvSpPr/>
            <p:nvPr/>
          </p:nvSpPr>
          <p:spPr>
            <a:xfrm rot="10800000">
              <a:off x="8351067" y="4798235"/>
              <a:ext cx="95271" cy="100029"/>
            </a:xfrm>
            <a:prstGeom prst="flowChartCollat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sp>
          <p:nvSpPr>
            <p:cNvPr id="256" name="Rectangle à coins arrondis 255"/>
            <p:cNvSpPr/>
            <p:nvPr/>
          </p:nvSpPr>
          <p:spPr>
            <a:xfrm>
              <a:off x="8510586" y="4800600"/>
              <a:ext cx="61911" cy="100012"/>
            </a:xfrm>
            <a:prstGeom prst="roundRect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cxnSp>
          <p:nvCxnSpPr>
            <p:cNvPr id="258" name="Connecteur droit 257"/>
            <p:cNvCxnSpPr/>
            <p:nvPr/>
          </p:nvCxnSpPr>
          <p:spPr>
            <a:xfrm>
              <a:off x="8410575" y="4852988"/>
              <a:ext cx="95250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66" name="Groupe 411"/>
          <p:cNvGrpSpPr/>
          <p:nvPr/>
        </p:nvGrpSpPr>
        <p:grpSpPr>
          <a:xfrm>
            <a:off x="5236391" y="4210050"/>
            <a:ext cx="269059" cy="123825"/>
            <a:chOff x="8351067" y="4798235"/>
            <a:chExt cx="221430" cy="102377"/>
          </a:xfrm>
        </p:grpSpPr>
        <p:sp>
          <p:nvSpPr>
            <p:cNvPr id="267" name="Organigramme : Joindre 266"/>
            <p:cNvSpPr/>
            <p:nvPr/>
          </p:nvSpPr>
          <p:spPr>
            <a:xfrm rot="10800000">
              <a:off x="8351067" y="4798235"/>
              <a:ext cx="95271" cy="100029"/>
            </a:xfrm>
            <a:prstGeom prst="flowChartCollate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sp>
          <p:nvSpPr>
            <p:cNvPr id="269" name="Rectangle à coins arrondis 268"/>
            <p:cNvSpPr/>
            <p:nvPr/>
          </p:nvSpPr>
          <p:spPr>
            <a:xfrm>
              <a:off x="8510586" y="4800600"/>
              <a:ext cx="61911" cy="100012"/>
            </a:xfrm>
            <a:prstGeom prst="roundRect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cxnSp>
          <p:nvCxnSpPr>
            <p:cNvPr id="270" name="Connecteur droit 269"/>
            <p:cNvCxnSpPr/>
            <p:nvPr/>
          </p:nvCxnSpPr>
          <p:spPr>
            <a:xfrm>
              <a:off x="8410575" y="4852988"/>
              <a:ext cx="95250" cy="0"/>
            </a:xfrm>
            <a:prstGeom prst="line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71" name="Forme libre 270"/>
          <p:cNvSpPr/>
          <p:nvPr/>
        </p:nvSpPr>
        <p:spPr>
          <a:xfrm>
            <a:off x="3333750" y="1638301"/>
            <a:ext cx="238125" cy="314324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2" name="Forme libre 271"/>
          <p:cNvSpPr/>
          <p:nvPr/>
        </p:nvSpPr>
        <p:spPr>
          <a:xfrm flipH="1">
            <a:off x="5572126" y="1638301"/>
            <a:ext cx="247650" cy="314324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9" name="Connecteur droit 238"/>
          <p:cNvCxnSpPr/>
          <p:nvPr/>
        </p:nvCxnSpPr>
        <p:spPr>
          <a:xfrm flipV="1">
            <a:off x="5045886" y="3800475"/>
            <a:ext cx="488139" cy="2403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à coins arrondis 21"/>
          <p:cNvSpPr/>
          <p:nvPr/>
        </p:nvSpPr>
        <p:spPr>
          <a:xfrm>
            <a:off x="5486400" y="1962151"/>
            <a:ext cx="1209675" cy="2119312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à coins arrondis 35"/>
          <p:cNvSpPr/>
          <p:nvPr/>
        </p:nvSpPr>
        <p:spPr>
          <a:xfrm>
            <a:off x="2466974" y="1962150"/>
            <a:ext cx="1209675" cy="2114550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9" name="Connecteur droit 48"/>
          <p:cNvCxnSpPr/>
          <p:nvPr/>
        </p:nvCxnSpPr>
        <p:spPr>
          <a:xfrm flipV="1">
            <a:off x="3676650" y="3807622"/>
            <a:ext cx="407211" cy="237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/>
          <p:cNvCxnSpPr/>
          <p:nvPr/>
        </p:nvCxnSpPr>
        <p:spPr>
          <a:xfrm>
            <a:off x="6553201" y="4629150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1"/>
          <p:cNvCxnSpPr/>
          <p:nvPr/>
        </p:nvCxnSpPr>
        <p:spPr>
          <a:xfrm>
            <a:off x="3133716" y="1809735"/>
            <a:ext cx="2886084" cy="15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Organigramme : Joindre 87"/>
          <p:cNvSpPr/>
          <p:nvPr/>
        </p:nvSpPr>
        <p:spPr>
          <a:xfrm rot="5400000">
            <a:off x="4000517" y="3719516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94" name="Rectangle à coins arrondis 93"/>
          <p:cNvSpPr/>
          <p:nvPr/>
        </p:nvSpPr>
        <p:spPr>
          <a:xfrm>
            <a:off x="4019551" y="3490913"/>
            <a:ext cx="161925" cy="123825"/>
          </a:xfrm>
          <a:prstGeom prst="round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96" name="Connecteur droit 95"/>
          <p:cNvCxnSpPr>
            <a:endCxn id="94" idx="2"/>
          </p:cNvCxnSpPr>
          <p:nvPr/>
        </p:nvCxnSpPr>
        <p:spPr>
          <a:xfrm flipH="1" flipV="1">
            <a:off x="4100514" y="3614738"/>
            <a:ext cx="2397" cy="173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Forme libre 100"/>
          <p:cNvSpPr/>
          <p:nvPr/>
        </p:nvSpPr>
        <p:spPr>
          <a:xfrm>
            <a:off x="6481763" y="4762502"/>
            <a:ext cx="138112" cy="80962"/>
          </a:xfrm>
          <a:custGeom>
            <a:avLst/>
            <a:gdLst>
              <a:gd name="connsiteX0" fmla="*/ 0 w 138112"/>
              <a:gd name="connsiteY0" fmla="*/ 0 h 80962"/>
              <a:gd name="connsiteX1" fmla="*/ 61912 w 138112"/>
              <a:gd name="connsiteY1" fmla="*/ 80962 h 80962"/>
              <a:gd name="connsiteX2" fmla="*/ 138112 w 138112"/>
              <a:gd name="connsiteY2" fmla="*/ 9525 h 8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112" h="80962">
                <a:moveTo>
                  <a:pt x="0" y="0"/>
                </a:moveTo>
                <a:lnTo>
                  <a:pt x="61912" y="80962"/>
                </a:lnTo>
                <a:lnTo>
                  <a:pt x="138112" y="9525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03" name="Connecteur droit 102"/>
          <p:cNvCxnSpPr/>
          <p:nvPr/>
        </p:nvCxnSpPr>
        <p:spPr>
          <a:xfrm>
            <a:off x="6543675" y="4852989"/>
            <a:ext cx="0" cy="1381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Forme libre 127"/>
          <p:cNvSpPr/>
          <p:nvPr/>
        </p:nvSpPr>
        <p:spPr>
          <a:xfrm flipH="1">
            <a:off x="5867398" y="923922"/>
            <a:ext cx="1952626" cy="3571877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9" name="Organigramme : Délai 128"/>
          <p:cNvSpPr/>
          <p:nvPr/>
        </p:nvSpPr>
        <p:spPr>
          <a:xfrm rot="5400000">
            <a:off x="5103018" y="769165"/>
            <a:ext cx="433388" cy="390524"/>
          </a:xfrm>
          <a:prstGeom prst="flowChartDelay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31" name="Connecteur droit 130"/>
          <p:cNvCxnSpPr/>
          <p:nvPr/>
        </p:nvCxnSpPr>
        <p:spPr>
          <a:xfrm>
            <a:off x="5110163" y="714396"/>
            <a:ext cx="414337" cy="0"/>
          </a:xfrm>
          <a:prstGeom prst="lin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0" name="Connecteur droit 139"/>
          <p:cNvCxnSpPr/>
          <p:nvPr/>
        </p:nvCxnSpPr>
        <p:spPr>
          <a:xfrm>
            <a:off x="5514975" y="923925"/>
            <a:ext cx="2000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eur droit 148"/>
          <p:cNvCxnSpPr/>
          <p:nvPr/>
        </p:nvCxnSpPr>
        <p:spPr>
          <a:xfrm flipH="1">
            <a:off x="8410575" y="3971925"/>
            <a:ext cx="9526" cy="5143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156"/>
          <p:cNvCxnSpPr/>
          <p:nvPr/>
        </p:nvCxnSpPr>
        <p:spPr>
          <a:xfrm>
            <a:off x="7477125" y="4495800"/>
            <a:ext cx="94297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Forme libre 159"/>
          <p:cNvSpPr/>
          <p:nvPr/>
        </p:nvSpPr>
        <p:spPr>
          <a:xfrm flipH="1" flipV="1">
            <a:off x="2666998" y="4248148"/>
            <a:ext cx="400049" cy="266702"/>
          </a:xfrm>
          <a:custGeom>
            <a:avLst/>
            <a:gdLst>
              <a:gd name="connsiteX0" fmla="*/ 242888 w 242888"/>
              <a:gd name="connsiteY0" fmla="*/ 0 h 119062"/>
              <a:gd name="connsiteX1" fmla="*/ 242888 w 242888"/>
              <a:gd name="connsiteY1" fmla="*/ 119062 h 119062"/>
              <a:gd name="connsiteX2" fmla="*/ 0 w 242888"/>
              <a:gd name="connsiteY2" fmla="*/ 119062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88" h="119062">
                <a:moveTo>
                  <a:pt x="242888" y="0"/>
                </a:moveTo>
                <a:lnTo>
                  <a:pt x="242888" y="119062"/>
                </a:lnTo>
                <a:lnTo>
                  <a:pt x="0" y="119062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2" name="Organigramme : Joindre 161"/>
          <p:cNvSpPr/>
          <p:nvPr/>
        </p:nvSpPr>
        <p:spPr>
          <a:xfrm rot="10800000">
            <a:off x="7381853" y="3529034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66" name="Connecteur droit avec flèche 165"/>
          <p:cNvCxnSpPr/>
          <p:nvPr/>
        </p:nvCxnSpPr>
        <p:spPr>
          <a:xfrm>
            <a:off x="7810500" y="923925"/>
            <a:ext cx="533400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Forme libre 176"/>
          <p:cNvSpPr/>
          <p:nvPr/>
        </p:nvSpPr>
        <p:spPr>
          <a:xfrm>
            <a:off x="6700838" y="2152650"/>
            <a:ext cx="633412" cy="247650"/>
          </a:xfrm>
          <a:custGeom>
            <a:avLst/>
            <a:gdLst>
              <a:gd name="connsiteX0" fmla="*/ 0 w 357187"/>
              <a:gd name="connsiteY0" fmla="*/ 247650 h 247650"/>
              <a:gd name="connsiteX1" fmla="*/ 357187 w 357187"/>
              <a:gd name="connsiteY1" fmla="*/ 247650 h 247650"/>
              <a:gd name="connsiteX2" fmla="*/ 357187 w 35718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187" h="247650">
                <a:moveTo>
                  <a:pt x="0" y="247650"/>
                </a:moveTo>
                <a:lnTo>
                  <a:pt x="357187" y="247650"/>
                </a:lnTo>
                <a:lnTo>
                  <a:pt x="357187" y="0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6" name="Forme libre 185"/>
          <p:cNvSpPr/>
          <p:nvPr/>
        </p:nvSpPr>
        <p:spPr>
          <a:xfrm flipH="1">
            <a:off x="1771650" y="2171699"/>
            <a:ext cx="685801" cy="247650"/>
          </a:xfrm>
          <a:custGeom>
            <a:avLst/>
            <a:gdLst>
              <a:gd name="connsiteX0" fmla="*/ 0 w 357187"/>
              <a:gd name="connsiteY0" fmla="*/ 247650 h 247650"/>
              <a:gd name="connsiteX1" fmla="*/ 357187 w 357187"/>
              <a:gd name="connsiteY1" fmla="*/ 247650 h 247650"/>
              <a:gd name="connsiteX2" fmla="*/ 357187 w 35718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187" h="247650">
                <a:moveTo>
                  <a:pt x="0" y="247650"/>
                </a:moveTo>
                <a:lnTo>
                  <a:pt x="357187" y="247650"/>
                </a:lnTo>
                <a:lnTo>
                  <a:pt x="357187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0" name="Organigramme : Connecteur 189"/>
          <p:cNvSpPr/>
          <p:nvPr/>
        </p:nvSpPr>
        <p:spPr>
          <a:xfrm>
            <a:off x="6781802" y="1790700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1" name="Connecteur droit 190"/>
          <p:cNvCxnSpPr/>
          <p:nvPr/>
        </p:nvCxnSpPr>
        <p:spPr>
          <a:xfrm>
            <a:off x="6934210" y="2081213"/>
            <a:ext cx="1" cy="3143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Organigramme : Connecteur 226"/>
          <p:cNvSpPr/>
          <p:nvPr/>
        </p:nvSpPr>
        <p:spPr>
          <a:xfrm>
            <a:off x="2076453" y="1814512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28" name="Connecteur droit 227"/>
          <p:cNvCxnSpPr/>
          <p:nvPr/>
        </p:nvCxnSpPr>
        <p:spPr>
          <a:xfrm>
            <a:off x="2228861" y="2105025"/>
            <a:ext cx="1" cy="3143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cteur droit 233"/>
          <p:cNvCxnSpPr/>
          <p:nvPr/>
        </p:nvCxnSpPr>
        <p:spPr>
          <a:xfrm flipH="1">
            <a:off x="4552950" y="3810000"/>
            <a:ext cx="1" cy="8763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Connecteur droit 244"/>
          <p:cNvCxnSpPr/>
          <p:nvPr/>
        </p:nvCxnSpPr>
        <p:spPr>
          <a:xfrm>
            <a:off x="561975" y="4733925"/>
            <a:ext cx="981075" cy="0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Connecteur droit 247"/>
          <p:cNvCxnSpPr/>
          <p:nvPr/>
        </p:nvCxnSpPr>
        <p:spPr>
          <a:xfrm>
            <a:off x="704850" y="4314825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Organigramme : Joindre 248"/>
          <p:cNvSpPr/>
          <p:nvPr/>
        </p:nvSpPr>
        <p:spPr>
          <a:xfrm rot="10800000">
            <a:off x="590528" y="4138634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50" name="Organigramme : Joindre 249"/>
          <p:cNvSpPr/>
          <p:nvPr/>
        </p:nvSpPr>
        <p:spPr>
          <a:xfrm rot="10800000">
            <a:off x="1323953" y="4148159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53" name="Connecteur droit avec flèche 252"/>
          <p:cNvCxnSpPr>
            <a:endCxn id="422" idx="2"/>
          </p:cNvCxnSpPr>
          <p:nvPr/>
        </p:nvCxnSpPr>
        <p:spPr>
          <a:xfrm flipV="1">
            <a:off x="1057275" y="2886075"/>
            <a:ext cx="0" cy="1285876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Connecteur droit 254"/>
          <p:cNvCxnSpPr/>
          <p:nvPr/>
        </p:nvCxnSpPr>
        <p:spPr>
          <a:xfrm flipV="1">
            <a:off x="842964" y="3709988"/>
            <a:ext cx="209549" cy="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Connecteur droit 256"/>
          <p:cNvCxnSpPr/>
          <p:nvPr/>
        </p:nvCxnSpPr>
        <p:spPr>
          <a:xfrm flipV="1">
            <a:off x="681039" y="3709988"/>
            <a:ext cx="209549" cy="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onnecteur droit 258"/>
          <p:cNvCxnSpPr/>
          <p:nvPr/>
        </p:nvCxnSpPr>
        <p:spPr>
          <a:xfrm>
            <a:off x="1057275" y="4733925"/>
            <a:ext cx="0" cy="5238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Rectangle 259"/>
          <p:cNvSpPr/>
          <p:nvPr/>
        </p:nvSpPr>
        <p:spPr>
          <a:xfrm>
            <a:off x="2657475" y="3676650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S303B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61" name="Rectangle 260"/>
          <p:cNvSpPr/>
          <p:nvPr/>
        </p:nvSpPr>
        <p:spPr>
          <a:xfrm>
            <a:off x="5705475" y="368617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S303A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62" name="Rectangle 261"/>
          <p:cNvSpPr/>
          <p:nvPr/>
        </p:nvSpPr>
        <p:spPr>
          <a:xfrm>
            <a:off x="2952750" y="1504950"/>
            <a:ext cx="200025" cy="21145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3" name="Rectangle 262"/>
          <p:cNvSpPr/>
          <p:nvPr/>
        </p:nvSpPr>
        <p:spPr>
          <a:xfrm>
            <a:off x="647700" y="5248275"/>
            <a:ext cx="819150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Sortie F301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4" name="Rectangle 263"/>
          <p:cNvSpPr/>
          <p:nvPr/>
        </p:nvSpPr>
        <p:spPr>
          <a:xfrm>
            <a:off x="333374" y="2867025"/>
            <a:ext cx="7239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S301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5" name="Rectangle 264"/>
          <p:cNvSpPr/>
          <p:nvPr/>
        </p:nvSpPr>
        <p:spPr>
          <a:xfrm>
            <a:off x="8020050" y="1476376"/>
            <a:ext cx="866775" cy="4952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Réseau usine 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125" name="Organigramme : Joindre 124"/>
          <p:cNvSpPr/>
          <p:nvPr/>
        </p:nvSpPr>
        <p:spPr>
          <a:xfrm rot="5400000">
            <a:off x="4924442" y="3714772"/>
            <a:ext cx="204788" cy="157162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68" name="Rectangle 267"/>
          <p:cNvSpPr/>
          <p:nvPr/>
        </p:nvSpPr>
        <p:spPr>
          <a:xfrm>
            <a:off x="5086350" y="771525"/>
            <a:ext cx="4762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 smtClean="0">
                <a:solidFill>
                  <a:schemeClr val="tx1"/>
                </a:solidFill>
              </a:rPr>
              <a:t>X 303</a:t>
            </a:r>
            <a:endParaRPr lang="fr-FR" sz="1200" b="1" dirty="0">
              <a:solidFill>
                <a:schemeClr val="tx1"/>
              </a:solidFill>
            </a:endParaRPr>
          </a:p>
        </p:txBody>
      </p:sp>
      <p:sp>
        <p:nvSpPr>
          <p:cNvPr id="277" name="Rectangle 276"/>
          <p:cNvSpPr/>
          <p:nvPr/>
        </p:nvSpPr>
        <p:spPr>
          <a:xfrm>
            <a:off x="2057400" y="1800225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8" name="Rectangle 277"/>
          <p:cNvSpPr/>
          <p:nvPr/>
        </p:nvSpPr>
        <p:spPr>
          <a:xfrm>
            <a:off x="6762750" y="1771650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80" name="Rectangle 279"/>
          <p:cNvSpPr/>
          <p:nvPr/>
        </p:nvSpPr>
        <p:spPr>
          <a:xfrm>
            <a:off x="3409950" y="609600"/>
            <a:ext cx="80962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Hygromètre AR303</a:t>
            </a:r>
          </a:p>
        </p:txBody>
      </p:sp>
      <p:sp>
        <p:nvSpPr>
          <p:cNvPr id="282" name="Forme libre 281"/>
          <p:cNvSpPr/>
          <p:nvPr/>
        </p:nvSpPr>
        <p:spPr>
          <a:xfrm flipH="1">
            <a:off x="3809998" y="923925"/>
            <a:ext cx="752475" cy="295275"/>
          </a:xfrm>
          <a:custGeom>
            <a:avLst/>
            <a:gdLst>
              <a:gd name="connsiteX0" fmla="*/ 0 w 923925"/>
              <a:gd name="connsiteY0" fmla="*/ 457200 h 457200"/>
              <a:gd name="connsiteX1" fmla="*/ 923925 w 923925"/>
              <a:gd name="connsiteY1" fmla="*/ 457200 h 457200"/>
              <a:gd name="connsiteX2" fmla="*/ 923925 w 923925"/>
              <a:gd name="connsiteY2" fmla="*/ 0 h 457200"/>
              <a:gd name="connsiteX3" fmla="*/ 923925 w 923925"/>
              <a:gd name="connsiteY3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3925" h="457200">
                <a:moveTo>
                  <a:pt x="0" y="457200"/>
                </a:moveTo>
                <a:lnTo>
                  <a:pt x="923925" y="457200"/>
                </a:lnTo>
                <a:lnTo>
                  <a:pt x="923925" y="0"/>
                </a:lnTo>
                <a:lnTo>
                  <a:pt x="923925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0" name="Forme libre 299"/>
          <p:cNvSpPr/>
          <p:nvPr/>
        </p:nvSpPr>
        <p:spPr>
          <a:xfrm>
            <a:off x="7477124" y="2571750"/>
            <a:ext cx="295275" cy="962023"/>
          </a:xfrm>
          <a:custGeom>
            <a:avLst/>
            <a:gdLst>
              <a:gd name="connsiteX0" fmla="*/ 0 w 2514600"/>
              <a:gd name="connsiteY0" fmla="*/ 914400 h 914400"/>
              <a:gd name="connsiteX1" fmla="*/ 0 w 2514600"/>
              <a:gd name="connsiteY1" fmla="*/ 0 h 914400"/>
              <a:gd name="connsiteX2" fmla="*/ 2514600 w 25146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0" h="914400">
                <a:moveTo>
                  <a:pt x="0" y="914400"/>
                </a:moveTo>
                <a:lnTo>
                  <a:pt x="0" y="0"/>
                </a:lnTo>
                <a:lnTo>
                  <a:pt x="25146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05" name="Organigramme : Connecteur 304"/>
          <p:cNvSpPr/>
          <p:nvPr/>
        </p:nvSpPr>
        <p:spPr>
          <a:xfrm>
            <a:off x="3981450" y="4510086"/>
            <a:ext cx="395291" cy="404813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306" name="Connecteur droit 305"/>
          <p:cNvCxnSpPr/>
          <p:nvPr/>
        </p:nvCxnSpPr>
        <p:spPr>
          <a:xfrm>
            <a:off x="4371975" y="4705350"/>
            <a:ext cx="266712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" name="Rectangle 308"/>
          <p:cNvSpPr/>
          <p:nvPr/>
        </p:nvSpPr>
        <p:spPr>
          <a:xfrm flipH="1">
            <a:off x="3876675" y="4600575"/>
            <a:ext cx="619125" cy="257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FT 599</a:t>
            </a:r>
          </a:p>
        </p:txBody>
      </p:sp>
      <p:cxnSp>
        <p:nvCxnSpPr>
          <p:cNvPr id="317" name="Connecteur droit 316"/>
          <p:cNvCxnSpPr/>
          <p:nvPr/>
        </p:nvCxnSpPr>
        <p:spPr>
          <a:xfrm>
            <a:off x="3067050" y="4067175"/>
            <a:ext cx="0" cy="4381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Organigramme : Joindre 125"/>
          <p:cNvSpPr/>
          <p:nvPr/>
        </p:nvSpPr>
        <p:spPr>
          <a:xfrm rot="5400000">
            <a:off x="5676917" y="842983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57" name="Forme libre 356"/>
          <p:cNvSpPr/>
          <p:nvPr/>
        </p:nvSpPr>
        <p:spPr>
          <a:xfrm>
            <a:off x="8124825" y="3562350"/>
            <a:ext cx="571500" cy="409575"/>
          </a:xfrm>
          <a:custGeom>
            <a:avLst/>
            <a:gdLst>
              <a:gd name="connsiteX0" fmla="*/ 0 w 571500"/>
              <a:gd name="connsiteY0" fmla="*/ 9525 h 409575"/>
              <a:gd name="connsiteX1" fmla="*/ 0 w 571500"/>
              <a:gd name="connsiteY1" fmla="*/ 409575 h 409575"/>
              <a:gd name="connsiteX2" fmla="*/ 571500 w 571500"/>
              <a:gd name="connsiteY2" fmla="*/ 409575 h 409575"/>
              <a:gd name="connsiteX3" fmla="*/ 571500 w 571500"/>
              <a:gd name="connsiteY3" fmla="*/ 0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500" h="409575">
                <a:moveTo>
                  <a:pt x="0" y="9525"/>
                </a:moveTo>
                <a:lnTo>
                  <a:pt x="0" y="409575"/>
                </a:lnTo>
                <a:lnTo>
                  <a:pt x="571500" y="409575"/>
                </a:lnTo>
                <a:lnTo>
                  <a:pt x="5715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58" name="Triangle isocèle 357"/>
          <p:cNvSpPr/>
          <p:nvPr/>
        </p:nvSpPr>
        <p:spPr>
          <a:xfrm>
            <a:off x="8086728" y="3448052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59" name="Triangle isocèle 358"/>
          <p:cNvSpPr/>
          <p:nvPr/>
        </p:nvSpPr>
        <p:spPr>
          <a:xfrm rot="5400000" flipV="1">
            <a:off x="8154918" y="3371989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0" name="Forme libre 359"/>
          <p:cNvSpPr/>
          <p:nvPr/>
        </p:nvSpPr>
        <p:spPr>
          <a:xfrm>
            <a:off x="8067675" y="3228975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1" name="Rectangle 360"/>
          <p:cNvSpPr/>
          <p:nvPr/>
        </p:nvSpPr>
        <p:spPr>
          <a:xfrm>
            <a:off x="7877174" y="2857500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3009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362" name="Bouée 361"/>
          <p:cNvSpPr/>
          <p:nvPr/>
        </p:nvSpPr>
        <p:spPr>
          <a:xfrm>
            <a:off x="7891440" y="2809876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63" name="Triangle isocèle 362"/>
          <p:cNvSpPr/>
          <p:nvPr/>
        </p:nvSpPr>
        <p:spPr>
          <a:xfrm>
            <a:off x="8658228" y="3448052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64" name="Triangle isocèle 363"/>
          <p:cNvSpPr/>
          <p:nvPr/>
        </p:nvSpPr>
        <p:spPr>
          <a:xfrm rot="5400000" flipV="1">
            <a:off x="8726418" y="3371989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5" name="Forme libre 364"/>
          <p:cNvSpPr/>
          <p:nvPr/>
        </p:nvSpPr>
        <p:spPr>
          <a:xfrm>
            <a:off x="8639175" y="3228975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6" name="Rectangle 365"/>
          <p:cNvSpPr/>
          <p:nvPr/>
        </p:nvSpPr>
        <p:spPr>
          <a:xfrm>
            <a:off x="8448674" y="2857500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3010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367" name="Bouée 366"/>
          <p:cNvSpPr/>
          <p:nvPr/>
        </p:nvSpPr>
        <p:spPr>
          <a:xfrm>
            <a:off x="8462940" y="2809876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68" name="Organigramme : Joindre 367"/>
          <p:cNvSpPr/>
          <p:nvPr/>
        </p:nvSpPr>
        <p:spPr>
          <a:xfrm>
            <a:off x="8067675" y="3612372"/>
            <a:ext cx="111963" cy="111903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69" name="Organigramme : Joindre 368"/>
          <p:cNvSpPr/>
          <p:nvPr/>
        </p:nvSpPr>
        <p:spPr>
          <a:xfrm>
            <a:off x="8639175" y="3612372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71" name="Connecteur droit 370"/>
          <p:cNvCxnSpPr/>
          <p:nvPr/>
        </p:nvCxnSpPr>
        <p:spPr>
          <a:xfrm flipV="1">
            <a:off x="8133182" y="3667125"/>
            <a:ext cx="582193" cy="1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e 378"/>
          <p:cNvGrpSpPr/>
          <p:nvPr/>
        </p:nvGrpSpPr>
        <p:grpSpPr>
          <a:xfrm>
            <a:off x="8239125" y="3619500"/>
            <a:ext cx="361950" cy="104775"/>
            <a:chOff x="8048625" y="1771650"/>
            <a:chExt cx="361950" cy="104775"/>
          </a:xfrm>
        </p:grpSpPr>
        <p:cxnSp>
          <p:nvCxnSpPr>
            <p:cNvPr id="374" name="Connecteur droit 373"/>
            <p:cNvCxnSpPr/>
            <p:nvPr/>
          </p:nvCxnSpPr>
          <p:spPr>
            <a:xfrm flipH="1">
              <a:off x="80486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Connecteur droit 374"/>
            <p:cNvCxnSpPr/>
            <p:nvPr/>
          </p:nvCxnSpPr>
          <p:spPr>
            <a:xfrm flipH="1">
              <a:off x="81248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Connecteur droit 375"/>
            <p:cNvCxnSpPr/>
            <p:nvPr/>
          </p:nvCxnSpPr>
          <p:spPr>
            <a:xfrm flipH="1">
              <a:off x="82010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Connecteur droit 376"/>
            <p:cNvCxnSpPr/>
            <p:nvPr/>
          </p:nvCxnSpPr>
          <p:spPr>
            <a:xfrm flipH="1">
              <a:off x="82772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Connecteur droit 377"/>
            <p:cNvCxnSpPr/>
            <p:nvPr/>
          </p:nvCxnSpPr>
          <p:spPr>
            <a:xfrm flipH="1">
              <a:off x="83534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e 391"/>
          <p:cNvGrpSpPr/>
          <p:nvPr/>
        </p:nvGrpSpPr>
        <p:grpSpPr>
          <a:xfrm>
            <a:off x="6503217" y="4522010"/>
            <a:ext cx="221430" cy="102377"/>
            <a:chOff x="7512867" y="6550835"/>
            <a:chExt cx="221430" cy="102377"/>
          </a:xfrm>
        </p:grpSpPr>
        <p:sp>
          <p:nvSpPr>
            <p:cNvPr id="216" name="Organigramme : Joindre 215"/>
            <p:cNvSpPr/>
            <p:nvPr/>
          </p:nvSpPr>
          <p:spPr>
            <a:xfrm rot="10800000">
              <a:off x="7512867" y="6550835"/>
              <a:ext cx="95271" cy="100029"/>
            </a:xfrm>
            <a:prstGeom prst="flowChartCollat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sp>
          <p:nvSpPr>
            <p:cNvPr id="217" name="Rectangle à coins arrondis 216"/>
            <p:cNvSpPr/>
            <p:nvPr/>
          </p:nvSpPr>
          <p:spPr>
            <a:xfrm>
              <a:off x="7672386" y="6553200"/>
              <a:ext cx="61911" cy="100012"/>
            </a:xfrm>
            <a:prstGeom prst="roundRect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cxnSp>
          <p:nvCxnSpPr>
            <p:cNvPr id="219" name="Connecteur droit 218"/>
            <p:cNvCxnSpPr/>
            <p:nvPr/>
          </p:nvCxnSpPr>
          <p:spPr>
            <a:xfrm>
              <a:off x="7572375" y="6605588"/>
              <a:ext cx="95250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2" name="Organigramme : Joindre 381"/>
          <p:cNvSpPr/>
          <p:nvPr/>
        </p:nvSpPr>
        <p:spPr>
          <a:xfrm rot="10800000">
            <a:off x="3017067" y="4502960"/>
            <a:ext cx="95271" cy="100029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83" name="Rectangle 382"/>
          <p:cNvSpPr/>
          <p:nvPr/>
        </p:nvSpPr>
        <p:spPr>
          <a:xfrm>
            <a:off x="8134351" y="762000"/>
            <a:ext cx="828674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CK4</a:t>
            </a:r>
          </a:p>
        </p:txBody>
      </p:sp>
      <p:sp>
        <p:nvSpPr>
          <p:cNvPr id="387" name="Forme libre 386"/>
          <p:cNvSpPr/>
          <p:nvPr/>
        </p:nvSpPr>
        <p:spPr>
          <a:xfrm>
            <a:off x="4562475" y="923926"/>
            <a:ext cx="561975" cy="714374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5" name="Organigramme : Joindre 204"/>
          <p:cNvSpPr/>
          <p:nvPr/>
        </p:nvSpPr>
        <p:spPr>
          <a:xfrm rot="10800000">
            <a:off x="952478" y="4148159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06" name="Connecteur droit avec flèche 205"/>
          <p:cNvCxnSpPr/>
          <p:nvPr/>
        </p:nvCxnSpPr>
        <p:spPr>
          <a:xfrm flipV="1">
            <a:off x="695325" y="3171825"/>
            <a:ext cx="0" cy="100012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Organigramme : Joindre 253"/>
          <p:cNvSpPr/>
          <p:nvPr/>
        </p:nvSpPr>
        <p:spPr>
          <a:xfrm rot="5400000">
            <a:off x="764381" y="3626648"/>
            <a:ext cx="204788" cy="161924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12" name="Connecteur droit 211"/>
          <p:cNvCxnSpPr/>
          <p:nvPr/>
        </p:nvCxnSpPr>
        <p:spPr>
          <a:xfrm>
            <a:off x="5376863" y="1538288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Connecteur droit 212"/>
          <p:cNvCxnSpPr/>
          <p:nvPr/>
        </p:nvCxnSpPr>
        <p:spPr>
          <a:xfrm>
            <a:off x="5572130" y="1543035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onnecteur droit avec flèche 213"/>
          <p:cNvCxnSpPr/>
          <p:nvPr/>
        </p:nvCxnSpPr>
        <p:spPr>
          <a:xfrm flipV="1">
            <a:off x="3567113" y="1528763"/>
            <a:ext cx="195262" cy="2000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Connecteur droit 217"/>
          <p:cNvCxnSpPr/>
          <p:nvPr/>
        </p:nvCxnSpPr>
        <p:spPr>
          <a:xfrm>
            <a:off x="3567113" y="1519238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Connecteur droit 219"/>
          <p:cNvCxnSpPr/>
          <p:nvPr/>
        </p:nvCxnSpPr>
        <p:spPr>
          <a:xfrm>
            <a:off x="3762380" y="1523985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onnecteur droit avec flèche 220"/>
          <p:cNvCxnSpPr/>
          <p:nvPr/>
        </p:nvCxnSpPr>
        <p:spPr>
          <a:xfrm flipH="1" flipV="1">
            <a:off x="5381625" y="1543050"/>
            <a:ext cx="180975" cy="19050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Connecteur droit 231"/>
          <p:cNvCxnSpPr/>
          <p:nvPr/>
        </p:nvCxnSpPr>
        <p:spPr>
          <a:xfrm>
            <a:off x="3762375" y="1638300"/>
            <a:ext cx="162877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Connecteur droit 239"/>
          <p:cNvCxnSpPr/>
          <p:nvPr/>
        </p:nvCxnSpPr>
        <p:spPr>
          <a:xfrm>
            <a:off x="4181475" y="3810000"/>
            <a:ext cx="78105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Rectangle à coins arrondis 282"/>
          <p:cNvSpPr/>
          <p:nvPr/>
        </p:nvSpPr>
        <p:spPr>
          <a:xfrm>
            <a:off x="4943476" y="3490913"/>
            <a:ext cx="161925" cy="123825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84" name="Connecteur droit 283"/>
          <p:cNvCxnSpPr>
            <a:endCxn id="283" idx="2"/>
          </p:cNvCxnSpPr>
          <p:nvPr/>
        </p:nvCxnSpPr>
        <p:spPr>
          <a:xfrm flipH="1" flipV="1">
            <a:off x="5024439" y="3614738"/>
            <a:ext cx="2397" cy="173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Connecteur droit 290"/>
          <p:cNvCxnSpPr/>
          <p:nvPr/>
        </p:nvCxnSpPr>
        <p:spPr>
          <a:xfrm flipH="1">
            <a:off x="3867150" y="3819525"/>
            <a:ext cx="1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Connecteur droit 293"/>
          <p:cNvCxnSpPr/>
          <p:nvPr/>
        </p:nvCxnSpPr>
        <p:spPr>
          <a:xfrm flipH="1">
            <a:off x="5305425" y="3800475"/>
            <a:ext cx="1" cy="41910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Connecteur droit 297"/>
          <p:cNvCxnSpPr/>
          <p:nvPr/>
        </p:nvCxnSpPr>
        <p:spPr>
          <a:xfrm>
            <a:off x="1057275" y="4314825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Connecteur droit 302"/>
          <p:cNvCxnSpPr/>
          <p:nvPr/>
        </p:nvCxnSpPr>
        <p:spPr>
          <a:xfrm>
            <a:off x="1428750" y="4305300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Connecteur droit 307"/>
          <p:cNvCxnSpPr/>
          <p:nvPr/>
        </p:nvCxnSpPr>
        <p:spPr>
          <a:xfrm>
            <a:off x="4481523" y="4686306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Connecteur droit 309"/>
          <p:cNvCxnSpPr/>
          <p:nvPr/>
        </p:nvCxnSpPr>
        <p:spPr>
          <a:xfrm>
            <a:off x="4491032" y="4729157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6" name="Forme libre 325"/>
          <p:cNvSpPr/>
          <p:nvPr/>
        </p:nvSpPr>
        <p:spPr>
          <a:xfrm flipH="1" flipV="1">
            <a:off x="7848600" y="1981197"/>
            <a:ext cx="590550" cy="590551"/>
          </a:xfrm>
          <a:custGeom>
            <a:avLst/>
            <a:gdLst>
              <a:gd name="connsiteX0" fmla="*/ 0 w 2514600"/>
              <a:gd name="connsiteY0" fmla="*/ 914400 h 914400"/>
              <a:gd name="connsiteX1" fmla="*/ 0 w 2514600"/>
              <a:gd name="connsiteY1" fmla="*/ 0 h 914400"/>
              <a:gd name="connsiteX2" fmla="*/ 2514600 w 25146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0" h="914400">
                <a:moveTo>
                  <a:pt x="0" y="914400"/>
                </a:moveTo>
                <a:lnTo>
                  <a:pt x="0" y="0"/>
                </a:lnTo>
                <a:lnTo>
                  <a:pt x="25146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29" name="Rectangle 328"/>
          <p:cNvSpPr/>
          <p:nvPr/>
        </p:nvSpPr>
        <p:spPr>
          <a:xfrm>
            <a:off x="6000750" y="1514475"/>
            <a:ext cx="200025" cy="21145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331" name="Forme libre 330"/>
          <p:cNvSpPr/>
          <p:nvPr/>
        </p:nvSpPr>
        <p:spPr>
          <a:xfrm>
            <a:off x="3009900" y="1495424"/>
            <a:ext cx="85725" cy="2066925"/>
          </a:xfrm>
          <a:custGeom>
            <a:avLst/>
            <a:gdLst>
              <a:gd name="connsiteX0" fmla="*/ 0 w 66675"/>
              <a:gd name="connsiteY0" fmla="*/ 0 h 1485900"/>
              <a:gd name="connsiteX1" fmla="*/ 0 w 66675"/>
              <a:gd name="connsiteY1" fmla="*/ 1485900 h 1485900"/>
              <a:gd name="connsiteX2" fmla="*/ 66675 w 66675"/>
              <a:gd name="connsiteY2" fmla="*/ 1476375 h 1485900"/>
              <a:gd name="connsiteX3" fmla="*/ 66675 w 66675"/>
              <a:gd name="connsiteY3" fmla="*/ 9525 h 148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675" h="1485900">
                <a:moveTo>
                  <a:pt x="0" y="0"/>
                </a:moveTo>
                <a:lnTo>
                  <a:pt x="0" y="1485900"/>
                </a:lnTo>
                <a:lnTo>
                  <a:pt x="66675" y="1476375"/>
                </a:lnTo>
                <a:lnTo>
                  <a:pt x="66675" y="9525"/>
                </a:lnTo>
              </a:path>
            </a:pathLst>
          </a:cu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2" name="Forme libre 331"/>
          <p:cNvSpPr/>
          <p:nvPr/>
        </p:nvSpPr>
        <p:spPr>
          <a:xfrm>
            <a:off x="6057900" y="1514474"/>
            <a:ext cx="95250" cy="2047875"/>
          </a:xfrm>
          <a:custGeom>
            <a:avLst/>
            <a:gdLst>
              <a:gd name="connsiteX0" fmla="*/ 0 w 66675"/>
              <a:gd name="connsiteY0" fmla="*/ 0 h 1485900"/>
              <a:gd name="connsiteX1" fmla="*/ 0 w 66675"/>
              <a:gd name="connsiteY1" fmla="*/ 1485900 h 1485900"/>
              <a:gd name="connsiteX2" fmla="*/ 66675 w 66675"/>
              <a:gd name="connsiteY2" fmla="*/ 1476375 h 1485900"/>
              <a:gd name="connsiteX3" fmla="*/ 66675 w 66675"/>
              <a:gd name="connsiteY3" fmla="*/ 9525 h 148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675" h="1485900">
                <a:moveTo>
                  <a:pt x="0" y="0"/>
                </a:moveTo>
                <a:lnTo>
                  <a:pt x="0" y="1485900"/>
                </a:lnTo>
                <a:lnTo>
                  <a:pt x="66675" y="1476375"/>
                </a:lnTo>
                <a:lnTo>
                  <a:pt x="66675" y="9525"/>
                </a:lnTo>
              </a:path>
            </a:pathLst>
          </a:cu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38" name="Connecteur droit 337"/>
          <p:cNvCxnSpPr/>
          <p:nvPr/>
        </p:nvCxnSpPr>
        <p:spPr>
          <a:xfrm flipH="1">
            <a:off x="3876675" y="4314825"/>
            <a:ext cx="4" cy="9334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" name="Forme libre 347"/>
          <p:cNvSpPr/>
          <p:nvPr/>
        </p:nvSpPr>
        <p:spPr>
          <a:xfrm>
            <a:off x="1419225" y="3238500"/>
            <a:ext cx="3133725" cy="2047875"/>
          </a:xfrm>
          <a:custGeom>
            <a:avLst/>
            <a:gdLst>
              <a:gd name="connsiteX0" fmla="*/ 0 w 3133725"/>
              <a:gd name="connsiteY0" fmla="*/ 914400 h 2047875"/>
              <a:gd name="connsiteX1" fmla="*/ 0 w 3133725"/>
              <a:gd name="connsiteY1" fmla="*/ 0 h 2047875"/>
              <a:gd name="connsiteX2" fmla="*/ 619125 w 3133725"/>
              <a:gd name="connsiteY2" fmla="*/ 0 h 2047875"/>
              <a:gd name="connsiteX3" fmla="*/ 619125 w 3133725"/>
              <a:gd name="connsiteY3" fmla="*/ 2047875 h 2047875"/>
              <a:gd name="connsiteX4" fmla="*/ 3133725 w 3133725"/>
              <a:gd name="connsiteY4" fmla="*/ 2047875 h 2047875"/>
              <a:gd name="connsiteX5" fmla="*/ 3133725 w 3133725"/>
              <a:gd name="connsiteY5" fmla="*/ 1495425 h 2047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3725" h="2047875">
                <a:moveTo>
                  <a:pt x="0" y="914400"/>
                </a:moveTo>
                <a:lnTo>
                  <a:pt x="0" y="0"/>
                </a:lnTo>
                <a:lnTo>
                  <a:pt x="619125" y="0"/>
                </a:lnTo>
                <a:lnTo>
                  <a:pt x="619125" y="2047875"/>
                </a:lnTo>
                <a:lnTo>
                  <a:pt x="3133725" y="2047875"/>
                </a:lnTo>
                <a:lnTo>
                  <a:pt x="3133725" y="14954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51" name="Connecteur droit 350"/>
          <p:cNvCxnSpPr/>
          <p:nvPr/>
        </p:nvCxnSpPr>
        <p:spPr>
          <a:xfrm>
            <a:off x="2943225" y="1504950"/>
            <a:ext cx="0" cy="4572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Connecteur droit 351"/>
          <p:cNvCxnSpPr/>
          <p:nvPr/>
        </p:nvCxnSpPr>
        <p:spPr>
          <a:xfrm>
            <a:off x="3171825" y="1504950"/>
            <a:ext cx="0" cy="4572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Connecteur droit 352"/>
          <p:cNvCxnSpPr/>
          <p:nvPr/>
        </p:nvCxnSpPr>
        <p:spPr>
          <a:xfrm>
            <a:off x="5991225" y="1514475"/>
            <a:ext cx="0" cy="4572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Connecteur droit 353"/>
          <p:cNvCxnSpPr/>
          <p:nvPr/>
        </p:nvCxnSpPr>
        <p:spPr>
          <a:xfrm>
            <a:off x="6219825" y="1524000"/>
            <a:ext cx="0" cy="4572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" name="Forme libre 398"/>
          <p:cNvSpPr/>
          <p:nvPr/>
        </p:nvSpPr>
        <p:spPr>
          <a:xfrm flipV="1">
            <a:off x="6105525" y="4267200"/>
            <a:ext cx="447676" cy="247650"/>
          </a:xfrm>
          <a:custGeom>
            <a:avLst/>
            <a:gdLst>
              <a:gd name="connsiteX0" fmla="*/ 242888 w 242888"/>
              <a:gd name="connsiteY0" fmla="*/ 0 h 119062"/>
              <a:gd name="connsiteX1" fmla="*/ 242888 w 242888"/>
              <a:gd name="connsiteY1" fmla="*/ 119062 h 119062"/>
              <a:gd name="connsiteX2" fmla="*/ 0 w 242888"/>
              <a:gd name="connsiteY2" fmla="*/ 119062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88" h="119062">
                <a:moveTo>
                  <a:pt x="242888" y="0"/>
                </a:moveTo>
                <a:lnTo>
                  <a:pt x="242888" y="119062"/>
                </a:lnTo>
                <a:lnTo>
                  <a:pt x="0" y="119062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00" name="Connecteur droit 399"/>
          <p:cNvCxnSpPr/>
          <p:nvPr/>
        </p:nvCxnSpPr>
        <p:spPr>
          <a:xfrm>
            <a:off x="6105525" y="4086225"/>
            <a:ext cx="0" cy="4381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1" name="Organigramme : Joindre 410"/>
          <p:cNvSpPr/>
          <p:nvPr/>
        </p:nvSpPr>
        <p:spPr>
          <a:xfrm rot="10800000">
            <a:off x="6055542" y="4522010"/>
            <a:ext cx="95271" cy="100029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21" name="Organigramme : Joindre 420"/>
          <p:cNvSpPr/>
          <p:nvPr/>
        </p:nvSpPr>
        <p:spPr>
          <a:xfrm rot="5400000">
            <a:off x="7943867" y="833458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22" name="Rectangle 421"/>
          <p:cNvSpPr/>
          <p:nvPr/>
        </p:nvSpPr>
        <p:spPr>
          <a:xfrm>
            <a:off x="695324" y="2571750"/>
            <a:ext cx="7239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S302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446" name="Organigramme : Connecteur 445"/>
          <p:cNvSpPr/>
          <p:nvPr/>
        </p:nvSpPr>
        <p:spPr>
          <a:xfrm>
            <a:off x="1571625" y="1757361"/>
            <a:ext cx="395291" cy="404813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sp>
        <p:nvSpPr>
          <p:cNvPr id="448" name="Organigramme : Connecteur 447"/>
          <p:cNvSpPr/>
          <p:nvPr/>
        </p:nvSpPr>
        <p:spPr>
          <a:xfrm>
            <a:off x="7134225" y="1738311"/>
            <a:ext cx="395291" cy="404813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grpSp>
        <p:nvGrpSpPr>
          <p:cNvPr id="4" name="Groupe 452"/>
          <p:cNvGrpSpPr/>
          <p:nvPr/>
        </p:nvGrpSpPr>
        <p:grpSpPr>
          <a:xfrm>
            <a:off x="2617017" y="4502960"/>
            <a:ext cx="221430" cy="102377"/>
            <a:chOff x="7512867" y="6550835"/>
            <a:chExt cx="221430" cy="102377"/>
          </a:xfrm>
        </p:grpSpPr>
        <p:sp>
          <p:nvSpPr>
            <p:cNvPr id="454" name="Organigramme : Joindre 453"/>
            <p:cNvSpPr/>
            <p:nvPr/>
          </p:nvSpPr>
          <p:spPr>
            <a:xfrm rot="10800000">
              <a:off x="7512867" y="6550835"/>
              <a:ext cx="95271" cy="100029"/>
            </a:xfrm>
            <a:prstGeom prst="flowChartCollat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sp>
          <p:nvSpPr>
            <p:cNvPr id="455" name="Rectangle à coins arrondis 454"/>
            <p:cNvSpPr/>
            <p:nvPr/>
          </p:nvSpPr>
          <p:spPr>
            <a:xfrm>
              <a:off x="7672386" y="6553200"/>
              <a:ext cx="61911" cy="100012"/>
            </a:xfrm>
            <a:prstGeom prst="roundRect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cxnSp>
          <p:nvCxnSpPr>
            <p:cNvPr id="456" name="Connecteur droit 455"/>
            <p:cNvCxnSpPr/>
            <p:nvPr/>
          </p:nvCxnSpPr>
          <p:spPr>
            <a:xfrm>
              <a:off x="7572375" y="6605588"/>
              <a:ext cx="95250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7" name="Connecteur droit 456"/>
          <p:cNvCxnSpPr/>
          <p:nvPr/>
        </p:nvCxnSpPr>
        <p:spPr>
          <a:xfrm>
            <a:off x="2667001" y="4600575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8" name="Forme libre 457"/>
          <p:cNvSpPr/>
          <p:nvPr/>
        </p:nvSpPr>
        <p:spPr>
          <a:xfrm>
            <a:off x="2595563" y="4733927"/>
            <a:ext cx="138112" cy="80962"/>
          </a:xfrm>
          <a:custGeom>
            <a:avLst/>
            <a:gdLst>
              <a:gd name="connsiteX0" fmla="*/ 0 w 138112"/>
              <a:gd name="connsiteY0" fmla="*/ 0 h 80962"/>
              <a:gd name="connsiteX1" fmla="*/ 61912 w 138112"/>
              <a:gd name="connsiteY1" fmla="*/ 80962 h 80962"/>
              <a:gd name="connsiteX2" fmla="*/ 138112 w 138112"/>
              <a:gd name="connsiteY2" fmla="*/ 9525 h 8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112" h="80962">
                <a:moveTo>
                  <a:pt x="0" y="0"/>
                </a:moveTo>
                <a:lnTo>
                  <a:pt x="61912" y="80962"/>
                </a:lnTo>
                <a:lnTo>
                  <a:pt x="138112" y="9525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459" name="Connecteur droit 458"/>
          <p:cNvCxnSpPr/>
          <p:nvPr/>
        </p:nvCxnSpPr>
        <p:spPr>
          <a:xfrm>
            <a:off x="2657475" y="4824414"/>
            <a:ext cx="0" cy="1381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6" name="Forme libre 465"/>
          <p:cNvSpPr/>
          <p:nvPr/>
        </p:nvSpPr>
        <p:spPr>
          <a:xfrm>
            <a:off x="3295649" y="1371600"/>
            <a:ext cx="771525" cy="847725"/>
          </a:xfrm>
          <a:custGeom>
            <a:avLst/>
            <a:gdLst>
              <a:gd name="connsiteX0" fmla="*/ 0 w 762000"/>
              <a:gd name="connsiteY0" fmla="*/ 0 h 866775"/>
              <a:gd name="connsiteX1" fmla="*/ 762000 w 762000"/>
              <a:gd name="connsiteY1" fmla="*/ 0 h 866775"/>
              <a:gd name="connsiteX2" fmla="*/ 762000 w 762000"/>
              <a:gd name="connsiteY2" fmla="*/ 866775 h 86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2000" h="866775">
                <a:moveTo>
                  <a:pt x="0" y="0"/>
                </a:moveTo>
                <a:lnTo>
                  <a:pt x="762000" y="0"/>
                </a:lnTo>
                <a:lnTo>
                  <a:pt x="762000" y="866775"/>
                </a:lnTo>
              </a:path>
            </a:pathLst>
          </a:cu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7" name="Forme libre 466"/>
          <p:cNvSpPr/>
          <p:nvPr/>
        </p:nvSpPr>
        <p:spPr>
          <a:xfrm flipH="1">
            <a:off x="5057773" y="1381125"/>
            <a:ext cx="790575" cy="847725"/>
          </a:xfrm>
          <a:custGeom>
            <a:avLst/>
            <a:gdLst>
              <a:gd name="connsiteX0" fmla="*/ 0 w 762000"/>
              <a:gd name="connsiteY0" fmla="*/ 0 h 866775"/>
              <a:gd name="connsiteX1" fmla="*/ 762000 w 762000"/>
              <a:gd name="connsiteY1" fmla="*/ 0 h 866775"/>
              <a:gd name="connsiteX2" fmla="*/ 762000 w 762000"/>
              <a:gd name="connsiteY2" fmla="*/ 866775 h 86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2000" h="866775">
                <a:moveTo>
                  <a:pt x="0" y="0"/>
                </a:moveTo>
                <a:lnTo>
                  <a:pt x="762000" y="0"/>
                </a:lnTo>
                <a:lnTo>
                  <a:pt x="762000" y="866775"/>
                </a:lnTo>
              </a:path>
            </a:pathLst>
          </a:cu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8" name="Organigramme : Connecteur 467"/>
          <p:cNvSpPr/>
          <p:nvPr/>
        </p:nvSpPr>
        <p:spPr>
          <a:xfrm>
            <a:off x="3919537" y="2219326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sp>
        <p:nvSpPr>
          <p:cNvPr id="469" name="Rectangle 468"/>
          <p:cNvSpPr/>
          <p:nvPr/>
        </p:nvSpPr>
        <p:spPr>
          <a:xfrm>
            <a:off x="3848100" y="2209800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T303 </a:t>
            </a:r>
            <a:r>
              <a:rPr lang="fr-FR" sz="800" dirty="0" smtClean="0">
                <a:solidFill>
                  <a:schemeClr val="tx1"/>
                </a:solidFill>
              </a:rPr>
              <a:t>B2</a:t>
            </a:r>
            <a:endParaRPr lang="fr-FR" sz="800" dirty="0" smtClean="0">
              <a:solidFill>
                <a:schemeClr val="tx1"/>
              </a:solidFill>
            </a:endParaRPr>
          </a:p>
        </p:txBody>
      </p:sp>
      <p:cxnSp>
        <p:nvCxnSpPr>
          <p:cNvPr id="470" name="Connecteur droit 469"/>
          <p:cNvCxnSpPr>
            <a:stCxn id="468" idx="2"/>
          </p:cNvCxnSpPr>
          <p:nvPr/>
        </p:nvCxnSpPr>
        <p:spPr>
          <a:xfrm flipH="1" flipV="1">
            <a:off x="3048000" y="2362200"/>
            <a:ext cx="87153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" name="Organigramme : Connecteur 470"/>
          <p:cNvSpPr/>
          <p:nvPr/>
        </p:nvSpPr>
        <p:spPr>
          <a:xfrm>
            <a:off x="4929187" y="2219326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sp>
        <p:nvSpPr>
          <p:cNvPr id="472" name="Rectangle 471"/>
          <p:cNvSpPr/>
          <p:nvPr/>
        </p:nvSpPr>
        <p:spPr>
          <a:xfrm>
            <a:off x="4857750" y="2209800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T303 </a:t>
            </a:r>
            <a:r>
              <a:rPr lang="fr-FR" sz="800" dirty="0" smtClean="0">
                <a:solidFill>
                  <a:schemeClr val="tx1"/>
                </a:solidFill>
              </a:rPr>
              <a:t>A2</a:t>
            </a:r>
            <a:endParaRPr lang="fr-FR" sz="800" dirty="0" smtClean="0">
              <a:solidFill>
                <a:schemeClr val="tx1"/>
              </a:solidFill>
            </a:endParaRPr>
          </a:p>
        </p:txBody>
      </p:sp>
      <p:cxnSp>
        <p:nvCxnSpPr>
          <p:cNvPr id="473" name="Connecteur droit 472"/>
          <p:cNvCxnSpPr/>
          <p:nvPr/>
        </p:nvCxnSpPr>
        <p:spPr>
          <a:xfrm flipH="1" flipV="1">
            <a:off x="5229225" y="2362200"/>
            <a:ext cx="87153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4" name="Connecteur droit avec flèche 473"/>
          <p:cNvCxnSpPr/>
          <p:nvPr/>
        </p:nvCxnSpPr>
        <p:spPr>
          <a:xfrm>
            <a:off x="3705225" y="1809750"/>
            <a:ext cx="1657350" cy="0"/>
          </a:xfrm>
          <a:prstGeom prst="straightConnector1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Organigramme : Joindre 175"/>
          <p:cNvSpPr/>
          <p:nvPr/>
        </p:nvSpPr>
        <p:spPr>
          <a:xfrm rot="5400000">
            <a:off x="2293167" y="2369359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81" name="Organigramme : Joindre 180"/>
          <p:cNvSpPr/>
          <p:nvPr/>
        </p:nvSpPr>
        <p:spPr>
          <a:xfrm rot="5400000">
            <a:off x="6779441" y="2345547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87" name="Organigramme : Joindre 186"/>
          <p:cNvSpPr/>
          <p:nvPr/>
        </p:nvSpPr>
        <p:spPr>
          <a:xfrm rot="5400000">
            <a:off x="6284141" y="4212447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88" name="Organigramme : Joindre 187"/>
          <p:cNvSpPr/>
          <p:nvPr/>
        </p:nvSpPr>
        <p:spPr>
          <a:xfrm rot="5400000">
            <a:off x="2836091" y="4193397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89" name="Forme libre 188"/>
          <p:cNvSpPr/>
          <p:nvPr/>
        </p:nvSpPr>
        <p:spPr>
          <a:xfrm>
            <a:off x="2419350" y="1714500"/>
            <a:ext cx="257175" cy="247650"/>
          </a:xfrm>
          <a:custGeom>
            <a:avLst/>
            <a:gdLst>
              <a:gd name="connsiteX0" fmla="*/ 0 w 257175"/>
              <a:gd name="connsiteY0" fmla="*/ 0 h 247650"/>
              <a:gd name="connsiteX1" fmla="*/ 0 w 257175"/>
              <a:gd name="connsiteY1" fmla="*/ 142875 h 247650"/>
              <a:gd name="connsiteX2" fmla="*/ 257175 w 257175"/>
              <a:gd name="connsiteY2" fmla="*/ 142875 h 247650"/>
              <a:gd name="connsiteX3" fmla="*/ 257175 w 257175"/>
              <a:gd name="connsiteY3" fmla="*/ 24765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247650">
                <a:moveTo>
                  <a:pt x="0" y="0"/>
                </a:moveTo>
                <a:lnTo>
                  <a:pt x="0" y="142875"/>
                </a:lnTo>
                <a:lnTo>
                  <a:pt x="257175" y="142875"/>
                </a:lnTo>
                <a:lnTo>
                  <a:pt x="257175" y="24765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2" name="Triangle isocèle 191"/>
          <p:cNvSpPr/>
          <p:nvPr/>
        </p:nvSpPr>
        <p:spPr>
          <a:xfrm>
            <a:off x="2381230" y="1600201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93" name="Triangle isocèle 192"/>
          <p:cNvSpPr/>
          <p:nvPr/>
        </p:nvSpPr>
        <p:spPr>
          <a:xfrm rot="16200000" flipH="1" flipV="1">
            <a:off x="2325595" y="1524138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4" name="Forme libre 193"/>
          <p:cNvSpPr/>
          <p:nvPr/>
        </p:nvSpPr>
        <p:spPr>
          <a:xfrm>
            <a:off x="2362177" y="1381124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5" name="Bouée 194"/>
          <p:cNvSpPr/>
          <p:nvPr/>
        </p:nvSpPr>
        <p:spPr>
          <a:xfrm>
            <a:off x="2176440" y="952501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96" name="Rectangle 195"/>
          <p:cNvSpPr/>
          <p:nvPr/>
        </p:nvSpPr>
        <p:spPr>
          <a:xfrm>
            <a:off x="2152649" y="990600"/>
            <a:ext cx="4953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3011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01" name="Forme libre 200"/>
          <p:cNvSpPr/>
          <p:nvPr/>
        </p:nvSpPr>
        <p:spPr>
          <a:xfrm flipH="1">
            <a:off x="6438900" y="1714500"/>
            <a:ext cx="257175" cy="247650"/>
          </a:xfrm>
          <a:custGeom>
            <a:avLst/>
            <a:gdLst>
              <a:gd name="connsiteX0" fmla="*/ 0 w 257175"/>
              <a:gd name="connsiteY0" fmla="*/ 0 h 247650"/>
              <a:gd name="connsiteX1" fmla="*/ 0 w 257175"/>
              <a:gd name="connsiteY1" fmla="*/ 142875 h 247650"/>
              <a:gd name="connsiteX2" fmla="*/ 257175 w 257175"/>
              <a:gd name="connsiteY2" fmla="*/ 142875 h 247650"/>
              <a:gd name="connsiteX3" fmla="*/ 257175 w 257175"/>
              <a:gd name="connsiteY3" fmla="*/ 24765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247650">
                <a:moveTo>
                  <a:pt x="0" y="0"/>
                </a:moveTo>
                <a:lnTo>
                  <a:pt x="0" y="142875"/>
                </a:lnTo>
                <a:lnTo>
                  <a:pt x="257175" y="142875"/>
                </a:lnTo>
                <a:lnTo>
                  <a:pt x="257175" y="24765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2" name="Triangle isocèle 201"/>
          <p:cNvSpPr/>
          <p:nvPr/>
        </p:nvSpPr>
        <p:spPr>
          <a:xfrm>
            <a:off x="6667503" y="1609727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03" name="Triangle isocèle 202"/>
          <p:cNvSpPr/>
          <p:nvPr/>
        </p:nvSpPr>
        <p:spPr>
          <a:xfrm rot="5400000" flipV="1">
            <a:off x="6735693" y="1533664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4" name="Forme libre 203"/>
          <p:cNvSpPr/>
          <p:nvPr/>
        </p:nvSpPr>
        <p:spPr>
          <a:xfrm>
            <a:off x="6648450" y="1390650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7" name="Rectangle 206"/>
          <p:cNvSpPr/>
          <p:nvPr/>
        </p:nvSpPr>
        <p:spPr>
          <a:xfrm>
            <a:off x="6457949" y="1019175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3012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08" name="Bouée 207"/>
          <p:cNvSpPr/>
          <p:nvPr/>
        </p:nvSpPr>
        <p:spPr>
          <a:xfrm>
            <a:off x="6472215" y="971551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grpSp>
        <p:nvGrpSpPr>
          <p:cNvPr id="5" name="Groupe 223"/>
          <p:cNvGrpSpPr/>
          <p:nvPr/>
        </p:nvGrpSpPr>
        <p:grpSpPr>
          <a:xfrm>
            <a:off x="2652714" y="4295775"/>
            <a:ext cx="61912" cy="133350"/>
            <a:chOff x="2105025" y="3290888"/>
            <a:chExt cx="95251" cy="209550"/>
          </a:xfrm>
        </p:grpSpPr>
        <p:sp>
          <p:nvSpPr>
            <p:cNvPr id="223" name="Rectangle 222"/>
            <p:cNvSpPr/>
            <p:nvPr/>
          </p:nvSpPr>
          <p:spPr>
            <a:xfrm rot="-2640000">
              <a:off x="2152651" y="3357562"/>
              <a:ext cx="47625" cy="1428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2" name="Rectangle 221"/>
            <p:cNvSpPr/>
            <p:nvPr/>
          </p:nvSpPr>
          <p:spPr>
            <a:xfrm>
              <a:off x="2105025" y="3290888"/>
              <a:ext cx="45719" cy="2095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33" name="Forme libre 232"/>
          <p:cNvSpPr/>
          <p:nvPr/>
        </p:nvSpPr>
        <p:spPr>
          <a:xfrm>
            <a:off x="2505092" y="4248150"/>
            <a:ext cx="166688" cy="219075"/>
          </a:xfrm>
          <a:custGeom>
            <a:avLst/>
            <a:gdLst>
              <a:gd name="connsiteX0" fmla="*/ 271463 w 271463"/>
              <a:gd name="connsiteY0" fmla="*/ 0 h 247650"/>
              <a:gd name="connsiteX1" fmla="*/ 0 w 271463"/>
              <a:gd name="connsiteY1" fmla="*/ 0 h 247650"/>
              <a:gd name="connsiteX2" fmla="*/ 0 w 271463"/>
              <a:gd name="connsiteY2" fmla="*/ 247650 h 247650"/>
              <a:gd name="connsiteX3" fmla="*/ 252413 w 271463"/>
              <a:gd name="connsiteY3" fmla="*/ 24765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463" h="247650">
                <a:moveTo>
                  <a:pt x="271463" y="0"/>
                </a:moveTo>
                <a:lnTo>
                  <a:pt x="0" y="0"/>
                </a:lnTo>
                <a:lnTo>
                  <a:pt x="0" y="247650"/>
                </a:lnTo>
                <a:lnTo>
                  <a:pt x="252413" y="247650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grpSp>
        <p:nvGrpSpPr>
          <p:cNvPr id="6" name="Groupe 225"/>
          <p:cNvGrpSpPr/>
          <p:nvPr/>
        </p:nvGrpSpPr>
        <p:grpSpPr>
          <a:xfrm>
            <a:off x="2490774" y="4295775"/>
            <a:ext cx="61912" cy="133350"/>
            <a:chOff x="2105025" y="3290888"/>
            <a:chExt cx="95251" cy="209550"/>
          </a:xfrm>
        </p:grpSpPr>
        <p:sp>
          <p:nvSpPr>
            <p:cNvPr id="230" name="Rectangle 229"/>
            <p:cNvSpPr/>
            <p:nvPr/>
          </p:nvSpPr>
          <p:spPr>
            <a:xfrm rot="-2640000">
              <a:off x="2152651" y="3357562"/>
              <a:ext cx="47625" cy="1428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1" name="Rectangle 230"/>
            <p:cNvSpPr/>
            <p:nvPr/>
          </p:nvSpPr>
          <p:spPr>
            <a:xfrm>
              <a:off x="2105025" y="3290888"/>
              <a:ext cx="45719" cy="2095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35" name="Forme libre 234"/>
          <p:cNvSpPr/>
          <p:nvPr/>
        </p:nvSpPr>
        <p:spPr>
          <a:xfrm flipH="1">
            <a:off x="6543692" y="4267200"/>
            <a:ext cx="166688" cy="219075"/>
          </a:xfrm>
          <a:custGeom>
            <a:avLst/>
            <a:gdLst>
              <a:gd name="connsiteX0" fmla="*/ 271463 w 271463"/>
              <a:gd name="connsiteY0" fmla="*/ 0 h 247650"/>
              <a:gd name="connsiteX1" fmla="*/ 0 w 271463"/>
              <a:gd name="connsiteY1" fmla="*/ 0 h 247650"/>
              <a:gd name="connsiteX2" fmla="*/ 0 w 271463"/>
              <a:gd name="connsiteY2" fmla="*/ 247650 h 247650"/>
              <a:gd name="connsiteX3" fmla="*/ 252413 w 271463"/>
              <a:gd name="connsiteY3" fmla="*/ 24765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463" h="247650">
                <a:moveTo>
                  <a:pt x="271463" y="0"/>
                </a:moveTo>
                <a:lnTo>
                  <a:pt x="0" y="0"/>
                </a:lnTo>
                <a:lnTo>
                  <a:pt x="0" y="247650"/>
                </a:lnTo>
                <a:lnTo>
                  <a:pt x="252413" y="247650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grpSp>
        <p:nvGrpSpPr>
          <p:cNvPr id="7" name="Groupe 235"/>
          <p:cNvGrpSpPr/>
          <p:nvPr/>
        </p:nvGrpSpPr>
        <p:grpSpPr>
          <a:xfrm flipH="1">
            <a:off x="6500799" y="4314825"/>
            <a:ext cx="61912" cy="133350"/>
            <a:chOff x="2105025" y="3290888"/>
            <a:chExt cx="95251" cy="209550"/>
          </a:xfrm>
        </p:grpSpPr>
        <p:sp>
          <p:nvSpPr>
            <p:cNvPr id="237" name="Rectangle 236"/>
            <p:cNvSpPr/>
            <p:nvPr/>
          </p:nvSpPr>
          <p:spPr>
            <a:xfrm rot="-2640000">
              <a:off x="2152651" y="3357562"/>
              <a:ext cx="47625" cy="1428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8" name="Rectangle 237"/>
            <p:cNvSpPr/>
            <p:nvPr/>
          </p:nvSpPr>
          <p:spPr>
            <a:xfrm>
              <a:off x="2105025" y="3290888"/>
              <a:ext cx="45719" cy="2095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8" name="Groupe 240"/>
          <p:cNvGrpSpPr/>
          <p:nvPr/>
        </p:nvGrpSpPr>
        <p:grpSpPr>
          <a:xfrm flipH="1">
            <a:off x="6662739" y="4314825"/>
            <a:ext cx="61912" cy="133350"/>
            <a:chOff x="2105025" y="3290888"/>
            <a:chExt cx="95251" cy="209550"/>
          </a:xfrm>
        </p:grpSpPr>
        <p:sp>
          <p:nvSpPr>
            <p:cNvPr id="242" name="Rectangle 241"/>
            <p:cNvSpPr/>
            <p:nvPr/>
          </p:nvSpPr>
          <p:spPr>
            <a:xfrm rot="-2640000">
              <a:off x="2152651" y="3357562"/>
              <a:ext cx="47625" cy="1428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3" name="Rectangle 242"/>
            <p:cNvSpPr/>
            <p:nvPr/>
          </p:nvSpPr>
          <p:spPr>
            <a:xfrm>
              <a:off x="2105025" y="3290888"/>
              <a:ext cx="45719" cy="2095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97" name="Rectangle 196"/>
          <p:cNvSpPr/>
          <p:nvPr/>
        </p:nvSpPr>
        <p:spPr>
          <a:xfrm>
            <a:off x="266700" y="6181726"/>
            <a:ext cx="1904999" cy="361950"/>
          </a:xfrm>
          <a:prstGeom prst="rect">
            <a:avLst/>
          </a:prstGeom>
          <a:solidFill>
            <a:srgbClr val="FFFF99"/>
          </a:solidFill>
          <a:ln w="6350" cmpd="dbl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 smtClean="0">
                <a:solidFill>
                  <a:schemeClr val="tx1"/>
                </a:solidFill>
              </a:rPr>
              <a:t>PCF AIR INSTRUMENT </a:t>
            </a:r>
          </a:p>
          <a:p>
            <a:pPr algn="ctr"/>
            <a:r>
              <a:rPr lang="fr-FR" sz="1100" b="1" dirty="0" smtClean="0">
                <a:solidFill>
                  <a:schemeClr val="tx1"/>
                </a:solidFill>
              </a:rPr>
              <a:t>7841 901 330</a:t>
            </a:r>
          </a:p>
        </p:txBody>
      </p:sp>
      <p:sp>
        <p:nvSpPr>
          <p:cNvPr id="209" name="Rectangle à coins arrondis 208"/>
          <p:cNvSpPr/>
          <p:nvPr/>
        </p:nvSpPr>
        <p:spPr>
          <a:xfrm>
            <a:off x="2352674" y="6067425"/>
            <a:ext cx="3800475" cy="47625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S303 : B = service, A = refroidissement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24" name="Forme libre 223"/>
          <p:cNvSpPr/>
          <p:nvPr/>
        </p:nvSpPr>
        <p:spPr>
          <a:xfrm flipV="1">
            <a:off x="5314950" y="4333875"/>
            <a:ext cx="609600" cy="952500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25" name="Forme libre 224"/>
          <p:cNvSpPr/>
          <p:nvPr/>
        </p:nvSpPr>
        <p:spPr>
          <a:xfrm flipV="1">
            <a:off x="3876675" y="5333999"/>
            <a:ext cx="2076449" cy="238126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10" name="Rectangle 209"/>
          <p:cNvSpPr/>
          <p:nvPr/>
        </p:nvSpPr>
        <p:spPr>
          <a:xfrm>
            <a:off x="5634039" y="5229225"/>
            <a:ext cx="576262" cy="1143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11" name="Rectangle 210"/>
          <p:cNvSpPr/>
          <p:nvPr/>
        </p:nvSpPr>
        <p:spPr>
          <a:xfrm>
            <a:off x="5534025" y="52673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Events 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15" name="Rectangle 214"/>
          <p:cNvSpPr/>
          <p:nvPr/>
        </p:nvSpPr>
        <p:spPr>
          <a:xfrm>
            <a:off x="5634039" y="5514975"/>
            <a:ext cx="576262" cy="1143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26" name="Organigramme : Joindre 225"/>
          <p:cNvSpPr/>
          <p:nvPr/>
        </p:nvSpPr>
        <p:spPr>
          <a:xfrm rot="5400000">
            <a:off x="7746214" y="5317334"/>
            <a:ext cx="204788" cy="180974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29" name="Rectangle 228"/>
          <p:cNvSpPr/>
          <p:nvPr/>
        </p:nvSpPr>
        <p:spPr>
          <a:xfrm>
            <a:off x="7753350" y="5257800"/>
            <a:ext cx="10096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S302</a:t>
            </a:r>
          </a:p>
        </p:txBody>
      </p:sp>
      <p:sp>
        <p:nvSpPr>
          <p:cNvPr id="236" name="Forme libre 235"/>
          <p:cNvSpPr/>
          <p:nvPr/>
        </p:nvSpPr>
        <p:spPr>
          <a:xfrm flipH="1">
            <a:off x="7486648" y="3695700"/>
            <a:ext cx="438149" cy="1724025"/>
          </a:xfrm>
          <a:custGeom>
            <a:avLst/>
            <a:gdLst>
              <a:gd name="connsiteX0" fmla="*/ 0 w 1462088"/>
              <a:gd name="connsiteY0" fmla="*/ 1428750 h 1428750"/>
              <a:gd name="connsiteX1" fmla="*/ 1462088 w 1462088"/>
              <a:gd name="connsiteY1" fmla="*/ 1428750 h 1428750"/>
              <a:gd name="connsiteX2" fmla="*/ 1462088 w 1462088"/>
              <a:gd name="connsiteY2" fmla="*/ 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62088" h="1428750">
                <a:moveTo>
                  <a:pt x="0" y="1428750"/>
                </a:moveTo>
                <a:lnTo>
                  <a:pt x="1462088" y="1428750"/>
                </a:lnTo>
                <a:lnTo>
                  <a:pt x="1462088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1" name="Rectangle 240"/>
          <p:cNvSpPr/>
          <p:nvPr/>
        </p:nvSpPr>
        <p:spPr>
          <a:xfrm flipH="1">
            <a:off x="1523999" y="1819275"/>
            <a:ext cx="466725" cy="257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PSH</a:t>
            </a:r>
          </a:p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303B</a:t>
            </a:r>
          </a:p>
        </p:txBody>
      </p:sp>
      <p:sp>
        <p:nvSpPr>
          <p:cNvPr id="244" name="Rectangle 243"/>
          <p:cNvSpPr/>
          <p:nvPr/>
        </p:nvSpPr>
        <p:spPr>
          <a:xfrm flipH="1">
            <a:off x="7105649" y="1800225"/>
            <a:ext cx="466725" cy="257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PSH</a:t>
            </a:r>
          </a:p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303A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5848350" y="1285875"/>
            <a:ext cx="504825" cy="238126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 smtClean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2800350" y="1266825"/>
            <a:ext cx="504825" cy="238126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 smtClean="0">
                <a:solidFill>
                  <a:schemeClr val="tx1"/>
                </a:solidFill>
              </a:rPr>
              <a:t>R</a:t>
            </a:r>
          </a:p>
        </p:txBody>
      </p:sp>
      <p:grpSp>
        <p:nvGrpSpPr>
          <p:cNvPr id="251" name="Groupe 411"/>
          <p:cNvGrpSpPr/>
          <p:nvPr/>
        </p:nvGrpSpPr>
        <p:grpSpPr>
          <a:xfrm>
            <a:off x="3807641" y="4219575"/>
            <a:ext cx="269059" cy="123825"/>
            <a:chOff x="8351067" y="4798235"/>
            <a:chExt cx="221430" cy="102377"/>
          </a:xfrm>
        </p:grpSpPr>
        <p:sp>
          <p:nvSpPr>
            <p:cNvPr id="252" name="Organigramme : Joindre 251"/>
            <p:cNvSpPr/>
            <p:nvPr/>
          </p:nvSpPr>
          <p:spPr>
            <a:xfrm rot="10800000">
              <a:off x="8351067" y="4798235"/>
              <a:ext cx="95271" cy="100029"/>
            </a:xfrm>
            <a:prstGeom prst="flowChartCollat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sp>
          <p:nvSpPr>
            <p:cNvPr id="256" name="Rectangle à coins arrondis 255"/>
            <p:cNvSpPr/>
            <p:nvPr/>
          </p:nvSpPr>
          <p:spPr>
            <a:xfrm>
              <a:off x="8510586" y="4800600"/>
              <a:ext cx="61911" cy="100012"/>
            </a:xfrm>
            <a:prstGeom prst="roundRect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cxnSp>
          <p:nvCxnSpPr>
            <p:cNvPr id="258" name="Connecteur droit 257"/>
            <p:cNvCxnSpPr/>
            <p:nvPr/>
          </p:nvCxnSpPr>
          <p:spPr>
            <a:xfrm>
              <a:off x="8410575" y="4852988"/>
              <a:ext cx="95250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66" name="Groupe 411"/>
          <p:cNvGrpSpPr/>
          <p:nvPr/>
        </p:nvGrpSpPr>
        <p:grpSpPr>
          <a:xfrm>
            <a:off x="5236391" y="4210050"/>
            <a:ext cx="269059" cy="123825"/>
            <a:chOff x="8351067" y="4798235"/>
            <a:chExt cx="221430" cy="102377"/>
          </a:xfrm>
        </p:grpSpPr>
        <p:sp>
          <p:nvSpPr>
            <p:cNvPr id="267" name="Organigramme : Joindre 266"/>
            <p:cNvSpPr/>
            <p:nvPr/>
          </p:nvSpPr>
          <p:spPr>
            <a:xfrm rot="10800000">
              <a:off x="8351067" y="4798235"/>
              <a:ext cx="95271" cy="100029"/>
            </a:xfrm>
            <a:prstGeom prst="flowChartCollate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sp>
          <p:nvSpPr>
            <p:cNvPr id="269" name="Rectangle à coins arrondis 268"/>
            <p:cNvSpPr/>
            <p:nvPr/>
          </p:nvSpPr>
          <p:spPr>
            <a:xfrm>
              <a:off x="8510586" y="4800600"/>
              <a:ext cx="61911" cy="100012"/>
            </a:xfrm>
            <a:prstGeom prst="roundRect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cxnSp>
          <p:nvCxnSpPr>
            <p:cNvPr id="270" name="Connecteur droit 269"/>
            <p:cNvCxnSpPr/>
            <p:nvPr/>
          </p:nvCxnSpPr>
          <p:spPr>
            <a:xfrm>
              <a:off x="8410575" y="4852988"/>
              <a:ext cx="95250" cy="0"/>
            </a:xfrm>
            <a:prstGeom prst="line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71" name="Forme libre 270"/>
          <p:cNvSpPr/>
          <p:nvPr/>
        </p:nvSpPr>
        <p:spPr>
          <a:xfrm>
            <a:off x="3333750" y="1638301"/>
            <a:ext cx="238125" cy="314324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2" name="Forme libre 271"/>
          <p:cNvSpPr/>
          <p:nvPr/>
        </p:nvSpPr>
        <p:spPr>
          <a:xfrm flipH="1">
            <a:off x="5572126" y="1638301"/>
            <a:ext cx="247650" cy="314324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9" name="Connecteur droit 238"/>
          <p:cNvCxnSpPr/>
          <p:nvPr/>
        </p:nvCxnSpPr>
        <p:spPr>
          <a:xfrm flipV="1">
            <a:off x="5045886" y="3800475"/>
            <a:ext cx="488139" cy="2403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à coins arrondis 21"/>
          <p:cNvSpPr/>
          <p:nvPr/>
        </p:nvSpPr>
        <p:spPr>
          <a:xfrm>
            <a:off x="5486400" y="1962151"/>
            <a:ext cx="1209675" cy="2119312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à coins arrondis 35"/>
          <p:cNvSpPr/>
          <p:nvPr/>
        </p:nvSpPr>
        <p:spPr>
          <a:xfrm>
            <a:off x="2466974" y="1962150"/>
            <a:ext cx="1209675" cy="2114550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9" name="Connecteur droit 48"/>
          <p:cNvCxnSpPr/>
          <p:nvPr/>
        </p:nvCxnSpPr>
        <p:spPr>
          <a:xfrm flipV="1">
            <a:off x="3676650" y="3807622"/>
            <a:ext cx="407211" cy="237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/>
          <p:cNvCxnSpPr/>
          <p:nvPr/>
        </p:nvCxnSpPr>
        <p:spPr>
          <a:xfrm>
            <a:off x="6553201" y="4629150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1"/>
          <p:cNvCxnSpPr/>
          <p:nvPr/>
        </p:nvCxnSpPr>
        <p:spPr>
          <a:xfrm>
            <a:off x="3133716" y="1809735"/>
            <a:ext cx="2886084" cy="15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Organigramme : Joindre 87"/>
          <p:cNvSpPr/>
          <p:nvPr/>
        </p:nvSpPr>
        <p:spPr>
          <a:xfrm rot="5400000">
            <a:off x="4000517" y="3719516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94" name="Rectangle à coins arrondis 93"/>
          <p:cNvSpPr/>
          <p:nvPr/>
        </p:nvSpPr>
        <p:spPr>
          <a:xfrm>
            <a:off x="4019551" y="3490913"/>
            <a:ext cx="161925" cy="123825"/>
          </a:xfrm>
          <a:prstGeom prst="round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96" name="Connecteur droit 95"/>
          <p:cNvCxnSpPr>
            <a:endCxn id="94" idx="2"/>
          </p:cNvCxnSpPr>
          <p:nvPr/>
        </p:nvCxnSpPr>
        <p:spPr>
          <a:xfrm flipH="1" flipV="1">
            <a:off x="4100514" y="3614738"/>
            <a:ext cx="2397" cy="173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Forme libre 100"/>
          <p:cNvSpPr/>
          <p:nvPr/>
        </p:nvSpPr>
        <p:spPr>
          <a:xfrm>
            <a:off x="6481763" y="4762502"/>
            <a:ext cx="138112" cy="80962"/>
          </a:xfrm>
          <a:custGeom>
            <a:avLst/>
            <a:gdLst>
              <a:gd name="connsiteX0" fmla="*/ 0 w 138112"/>
              <a:gd name="connsiteY0" fmla="*/ 0 h 80962"/>
              <a:gd name="connsiteX1" fmla="*/ 61912 w 138112"/>
              <a:gd name="connsiteY1" fmla="*/ 80962 h 80962"/>
              <a:gd name="connsiteX2" fmla="*/ 138112 w 138112"/>
              <a:gd name="connsiteY2" fmla="*/ 9525 h 8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112" h="80962">
                <a:moveTo>
                  <a:pt x="0" y="0"/>
                </a:moveTo>
                <a:lnTo>
                  <a:pt x="61912" y="80962"/>
                </a:lnTo>
                <a:lnTo>
                  <a:pt x="138112" y="9525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03" name="Connecteur droit 102"/>
          <p:cNvCxnSpPr/>
          <p:nvPr/>
        </p:nvCxnSpPr>
        <p:spPr>
          <a:xfrm>
            <a:off x="6543675" y="4852989"/>
            <a:ext cx="0" cy="1381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Forme libre 127"/>
          <p:cNvSpPr/>
          <p:nvPr/>
        </p:nvSpPr>
        <p:spPr>
          <a:xfrm flipH="1">
            <a:off x="5867398" y="923922"/>
            <a:ext cx="1952626" cy="3571877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9" name="Organigramme : Délai 128"/>
          <p:cNvSpPr/>
          <p:nvPr/>
        </p:nvSpPr>
        <p:spPr>
          <a:xfrm rot="5400000">
            <a:off x="5103018" y="769165"/>
            <a:ext cx="433388" cy="390524"/>
          </a:xfrm>
          <a:prstGeom prst="flowChartDelay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31" name="Connecteur droit 130"/>
          <p:cNvCxnSpPr/>
          <p:nvPr/>
        </p:nvCxnSpPr>
        <p:spPr>
          <a:xfrm>
            <a:off x="5110163" y="714396"/>
            <a:ext cx="414337" cy="0"/>
          </a:xfrm>
          <a:prstGeom prst="lin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0" name="Connecteur droit 139"/>
          <p:cNvCxnSpPr/>
          <p:nvPr/>
        </p:nvCxnSpPr>
        <p:spPr>
          <a:xfrm>
            <a:off x="5514975" y="923925"/>
            <a:ext cx="2000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eur droit 148"/>
          <p:cNvCxnSpPr/>
          <p:nvPr/>
        </p:nvCxnSpPr>
        <p:spPr>
          <a:xfrm flipH="1">
            <a:off x="8410575" y="3971925"/>
            <a:ext cx="9526" cy="5143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156"/>
          <p:cNvCxnSpPr/>
          <p:nvPr/>
        </p:nvCxnSpPr>
        <p:spPr>
          <a:xfrm>
            <a:off x="7477125" y="4495800"/>
            <a:ext cx="94297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Forme libre 159"/>
          <p:cNvSpPr/>
          <p:nvPr/>
        </p:nvSpPr>
        <p:spPr>
          <a:xfrm flipH="1" flipV="1">
            <a:off x="2666998" y="4248148"/>
            <a:ext cx="400049" cy="266702"/>
          </a:xfrm>
          <a:custGeom>
            <a:avLst/>
            <a:gdLst>
              <a:gd name="connsiteX0" fmla="*/ 242888 w 242888"/>
              <a:gd name="connsiteY0" fmla="*/ 0 h 119062"/>
              <a:gd name="connsiteX1" fmla="*/ 242888 w 242888"/>
              <a:gd name="connsiteY1" fmla="*/ 119062 h 119062"/>
              <a:gd name="connsiteX2" fmla="*/ 0 w 242888"/>
              <a:gd name="connsiteY2" fmla="*/ 119062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88" h="119062">
                <a:moveTo>
                  <a:pt x="242888" y="0"/>
                </a:moveTo>
                <a:lnTo>
                  <a:pt x="242888" y="119062"/>
                </a:lnTo>
                <a:lnTo>
                  <a:pt x="0" y="119062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2" name="Organigramme : Joindre 161"/>
          <p:cNvSpPr/>
          <p:nvPr/>
        </p:nvSpPr>
        <p:spPr>
          <a:xfrm rot="10800000">
            <a:off x="7381853" y="3529034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166" name="Connecteur droit avec flèche 165"/>
          <p:cNvCxnSpPr/>
          <p:nvPr/>
        </p:nvCxnSpPr>
        <p:spPr>
          <a:xfrm>
            <a:off x="7810500" y="923925"/>
            <a:ext cx="533400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Forme libre 176"/>
          <p:cNvSpPr/>
          <p:nvPr/>
        </p:nvSpPr>
        <p:spPr>
          <a:xfrm>
            <a:off x="6700838" y="2152650"/>
            <a:ext cx="633412" cy="247650"/>
          </a:xfrm>
          <a:custGeom>
            <a:avLst/>
            <a:gdLst>
              <a:gd name="connsiteX0" fmla="*/ 0 w 357187"/>
              <a:gd name="connsiteY0" fmla="*/ 247650 h 247650"/>
              <a:gd name="connsiteX1" fmla="*/ 357187 w 357187"/>
              <a:gd name="connsiteY1" fmla="*/ 247650 h 247650"/>
              <a:gd name="connsiteX2" fmla="*/ 357187 w 35718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187" h="247650">
                <a:moveTo>
                  <a:pt x="0" y="247650"/>
                </a:moveTo>
                <a:lnTo>
                  <a:pt x="357187" y="247650"/>
                </a:lnTo>
                <a:lnTo>
                  <a:pt x="357187" y="0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6" name="Forme libre 185"/>
          <p:cNvSpPr/>
          <p:nvPr/>
        </p:nvSpPr>
        <p:spPr>
          <a:xfrm flipH="1">
            <a:off x="1771650" y="2171699"/>
            <a:ext cx="685801" cy="247650"/>
          </a:xfrm>
          <a:custGeom>
            <a:avLst/>
            <a:gdLst>
              <a:gd name="connsiteX0" fmla="*/ 0 w 357187"/>
              <a:gd name="connsiteY0" fmla="*/ 247650 h 247650"/>
              <a:gd name="connsiteX1" fmla="*/ 357187 w 357187"/>
              <a:gd name="connsiteY1" fmla="*/ 247650 h 247650"/>
              <a:gd name="connsiteX2" fmla="*/ 357187 w 35718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187" h="247650">
                <a:moveTo>
                  <a:pt x="0" y="247650"/>
                </a:moveTo>
                <a:lnTo>
                  <a:pt x="357187" y="247650"/>
                </a:lnTo>
                <a:lnTo>
                  <a:pt x="357187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0" name="Organigramme : Connecteur 189"/>
          <p:cNvSpPr/>
          <p:nvPr/>
        </p:nvSpPr>
        <p:spPr>
          <a:xfrm>
            <a:off x="6781802" y="1790700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91" name="Connecteur droit 190"/>
          <p:cNvCxnSpPr/>
          <p:nvPr/>
        </p:nvCxnSpPr>
        <p:spPr>
          <a:xfrm>
            <a:off x="6934210" y="2081213"/>
            <a:ext cx="1" cy="3143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Organigramme : Connecteur 226"/>
          <p:cNvSpPr/>
          <p:nvPr/>
        </p:nvSpPr>
        <p:spPr>
          <a:xfrm>
            <a:off x="2076453" y="1814512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28" name="Connecteur droit 227"/>
          <p:cNvCxnSpPr/>
          <p:nvPr/>
        </p:nvCxnSpPr>
        <p:spPr>
          <a:xfrm>
            <a:off x="2228861" y="2105025"/>
            <a:ext cx="1" cy="3143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cteur droit 233"/>
          <p:cNvCxnSpPr/>
          <p:nvPr/>
        </p:nvCxnSpPr>
        <p:spPr>
          <a:xfrm flipH="1">
            <a:off x="4552950" y="3810000"/>
            <a:ext cx="1" cy="8763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Connecteur droit 244"/>
          <p:cNvCxnSpPr/>
          <p:nvPr/>
        </p:nvCxnSpPr>
        <p:spPr>
          <a:xfrm>
            <a:off x="561975" y="4733925"/>
            <a:ext cx="981075" cy="0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Connecteur droit 247"/>
          <p:cNvCxnSpPr/>
          <p:nvPr/>
        </p:nvCxnSpPr>
        <p:spPr>
          <a:xfrm>
            <a:off x="704850" y="4314825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Organigramme : Joindre 248"/>
          <p:cNvSpPr/>
          <p:nvPr/>
        </p:nvSpPr>
        <p:spPr>
          <a:xfrm rot="10800000">
            <a:off x="590528" y="4138634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50" name="Organigramme : Joindre 249"/>
          <p:cNvSpPr/>
          <p:nvPr/>
        </p:nvSpPr>
        <p:spPr>
          <a:xfrm rot="10800000">
            <a:off x="1323953" y="4148159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53" name="Connecteur droit avec flèche 252"/>
          <p:cNvCxnSpPr>
            <a:endCxn id="422" idx="2"/>
          </p:cNvCxnSpPr>
          <p:nvPr/>
        </p:nvCxnSpPr>
        <p:spPr>
          <a:xfrm flipV="1">
            <a:off x="1057275" y="2886075"/>
            <a:ext cx="0" cy="1285876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Connecteur droit 254"/>
          <p:cNvCxnSpPr/>
          <p:nvPr/>
        </p:nvCxnSpPr>
        <p:spPr>
          <a:xfrm flipV="1">
            <a:off x="842964" y="3709988"/>
            <a:ext cx="209549" cy="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Connecteur droit 256"/>
          <p:cNvCxnSpPr/>
          <p:nvPr/>
        </p:nvCxnSpPr>
        <p:spPr>
          <a:xfrm flipV="1">
            <a:off x="681039" y="3709988"/>
            <a:ext cx="209549" cy="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onnecteur droit 258"/>
          <p:cNvCxnSpPr/>
          <p:nvPr/>
        </p:nvCxnSpPr>
        <p:spPr>
          <a:xfrm>
            <a:off x="1057275" y="4733925"/>
            <a:ext cx="0" cy="5238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Rectangle 259"/>
          <p:cNvSpPr/>
          <p:nvPr/>
        </p:nvSpPr>
        <p:spPr>
          <a:xfrm>
            <a:off x="2657475" y="3676650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S303B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61" name="Rectangle 260"/>
          <p:cNvSpPr/>
          <p:nvPr/>
        </p:nvSpPr>
        <p:spPr>
          <a:xfrm>
            <a:off x="5705475" y="368617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S303A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62" name="Rectangle 261"/>
          <p:cNvSpPr/>
          <p:nvPr/>
        </p:nvSpPr>
        <p:spPr>
          <a:xfrm>
            <a:off x="2952750" y="1504950"/>
            <a:ext cx="200025" cy="21145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63" name="Rectangle 262"/>
          <p:cNvSpPr/>
          <p:nvPr/>
        </p:nvSpPr>
        <p:spPr>
          <a:xfrm>
            <a:off x="647700" y="5248275"/>
            <a:ext cx="819150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Sortie F301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4" name="Rectangle 263"/>
          <p:cNvSpPr/>
          <p:nvPr/>
        </p:nvSpPr>
        <p:spPr>
          <a:xfrm>
            <a:off x="333374" y="2867025"/>
            <a:ext cx="7239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S301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65" name="Rectangle 264"/>
          <p:cNvSpPr/>
          <p:nvPr/>
        </p:nvSpPr>
        <p:spPr>
          <a:xfrm>
            <a:off x="8020050" y="1476376"/>
            <a:ext cx="866775" cy="4952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Réseau usine 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125" name="Organigramme : Joindre 124"/>
          <p:cNvSpPr/>
          <p:nvPr/>
        </p:nvSpPr>
        <p:spPr>
          <a:xfrm rot="5400000">
            <a:off x="4924442" y="3714772"/>
            <a:ext cx="204788" cy="157162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68" name="Rectangle 267"/>
          <p:cNvSpPr/>
          <p:nvPr/>
        </p:nvSpPr>
        <p:spPr>
          <a:xfrm>
            <a:off x="5086350" y="771525"/>
            <a:ext cx="4762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 smtClean="0">
                <a:solidFill>
                  <a:schemeClr val="tx1"/>
                </a:solidFill>
              </a:rPr>
              <a:t>X 303</a:t>
            </a:r>
            <a:endParaRPr lang="fr-FR" sz="1200" b="1" dirty="0">
              <a:solidFill>
                <a:schemeClr val="tx1"/>
              </a:solidFill>
            </a:endParaRPr>
          </a:p>
        </p:txBody>
      </p:sp>
      <p:sp>
        <p:nvSpPr>
          <p:cNvPr id="277" name="Rectangle 276"/>
          <p:cNvSpPr/>
          <p:nvPr/>
        </p:nvSpPr>
        <p:spPr>
          <a:xfrm>
            <a:off x="2057400" y="1800225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78" name="Rectangle 277"/>
          <p:cNvSpPr/>
          <p:nvPr/>
        </p:nvSpPr>
        <p:spPr>
          <a:xfrm>
            <a:off x="6762750" y="1771650"/>
            <a:ext cx="33337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PI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80" name="Rectangle 279"/>
          <p:cNvSpPr/>
          <p:nvPr/>
        </p:nvSpPr>
        <p:spPr>
          <a:xfrm>
            <a:off x="3409950" y="609600"/>
            <a:ext cx="809625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Hygromètre AR303</a:t>
            </a:r>
          </a:p>
        </p:txBody>
      </p:sp>
      <p:sp>
        <p:nvSpPr>
          <p:cNvPr id="282" name="Forme libre 281"/>
          <p:cNvSpPr/>
          <p:nvPr/>
        </p:nvSpPr>
        <p:spPr>
          <a:xfrm flipH="1">
            <a:off x="3809998" y="923925"/>
            <a:ext cx="752475" cy="295275"/>
          </a:xfrm>
          <a:custGeom>
            <a:avLst/>
            <a:gdLst>
              <a:gd name="connsiteX0" fmla="*/ 0 w 923925"/>
              <a:gd name="connsiteY0" fmla="*/ 457200 h 457200"/>
              <a:gd name="connsiteX1" fmla="*/ 923925 w 923925"/>
              <a:gd name="connsiteY1" fmla="*/ 457200 h 457200"/>
              <a:gd name="connsiteX2" fmla="*/ 923925 w 923925"/>
              <a:gd name="connsiteY2" fmla="*/ 0 h 457200"/>
              <a:gd name="connsiteX3" fmla="*/ 923925 w 923925"/>
              <a:gd name="connsiteY3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3925" h="457200">
                <a:moveTo>
                  <a:pt x="0" y="457200"/>
                </a:moveTo>
                <a:lnTo>
                  <a:pt x="923925" y="457200"/>
                </a:lnTo>
                <a:lnTo>
                  <a:pt x="923925" y="0"/>
                </a:lnTo>
                <a:lnTo>
                  <a:pt x="923925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0" name="Forme libre 299"/>
          <p:cNvSpPr/>
          <p:nvPr/>
        </p:nvSpPr>
        <p:spPr>
          <a:xfrm>
            <a:off x="7477124" y="2571750"/>
            <a:ext cx="295275" cy="962023"/>
          </a:xfrm>
          <a:custGeom>
            <a:avLst/>
            <a:gdLst>
              <a:gd name="connsiteX0" fmla="*/ 0 w 2514600"/>
              <a:gd name="connsiteY0" fmla="*/ 914400 h 914400"/>
              <a:gd name="connsiteX1" fmla="*/ 0 w 2514600"/>
              <a:gd name="connsiteY1" fmla="*/ 0 h 914400"/>
              <a:gd name="connsiteX2" fmla="*/ 2514600 w 25146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0" h="914400">
                <a:moveTo>
                  <a:pt x="0" y="914400"/>
                </a:moveTo>
                <a:lnTo>
                  <a:pt x="0" y="0"/>
                </a:lnTo>
                <a:lnTo>
                  <a:pt x="25146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05" name="Organigramme : Connecteur 304"/>
          <p:cNvSpPr/>
          <p:nvPr/>
        </p:nvSpPr>
        <p:spPr>
          <a:xfrm>
            <a:off x="3981450" y="4510086"/>
            <a:ext cx="395291" cy="404813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306" name="Connecteur droit 305"/>
          <p:cNvCxnSpPr/>
          <p:nvPr/>
        </p:nvCxnSpPr>
        <p:spPr>
          <a:xfrm>
            <a:off x="4371975" y="4705350"/>
            <a:ext cx="266712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" name="Rectangle 308"/>
          <p:cNvSpPr/>
          <p:nvPr/>
        </p:nvSpPr>
        <p:spPr>
          <a:xfrm flipH="1">
            <a:off x="3876675" y="4600575"/>
            <a:ext cx="619125" cy="257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FT 599</a:t>
            </a:r>
          </a:p>
        </p:txBody>
      </p:sp>
      <p:cxnSp>
        <p:nvCxnSpPr>
          <p:cNvPr id="317" name="Connecteur droit 316"/>
          <p:cNvCxnSpPr/>
          <p:nvPr/>
        </p:nvCxnSpPr>
        <p:spPr>
          <a:xfrm>
            <a:off x="3067050" y="4067175"/>
            <a:ext cx="0" cy="4381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Organigramme : Joindre 125"/>
          <p:cNvSpPr/>
          <p:nvPr/>
        </p:nvSpPr>
        <p:spPr>
          <a:xfrm rot="5400000">
            <a:off x="5676917" y="842983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57" name="Forme libre 356"/>
          <p:cNvSpPr/>
          <p:nvPr/>
        </p:nvSpPr>
        <p:spPr>
          <a:xfrm>
            <a:off x="8124825" y="3562350"/>
            <a:ext cx="571500" cy="409575"/>
          </a:xfrm>
          <a:custGeom>
            <a:avLst/>
            <a:gdLst>
              <a:gd name="connsiteX0" fmla="*/ 0 w 571500"/>
              <a:gd name="connsiteY0" fmla="*/ 9525 h 409575"/>
              <a:gd name="connsiteX1" fmla="*/ 0 w 571500"/>
              <a:gd name="connsiteY1" fmla="*/ 409575 h 409575"/>
              <a:gd name="connsiteX2" fmla="*/ 571500 w 571500"/>
              <a:gd name="connsiteY2" fmla="*/ 409575 h 409575"/>
              <a:gd name="connsiteX3" fmla="*/ 571500 w 571500"/>
              <a:gd name="connsiteY3" fmla="*/ 0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500" h="409575">
                <a:moveTo>
                  <a:pt x="0" y="9525"/>
                </a:moveTo>
                <a:lnTo>
                  <a:pt x="0" y="409575"/>
                </a:lnTo>
                <a:lnTo>
                  <a:pt x="571500" y="409575"/>
                </a:lnTo>
                <a:lnTo>
                  <a:pt x="5715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58" name="Triangle isocèle 357"/>
          <p:cNvSpPr/>
          <p:nvPr/>
        </p:nvSpPr>
        <p:spPr>
          <a:xfrm>
            <a:off x="8086728" y="3448052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59" name="Triangle isocèle 358"/>
          <p:cNvSpPr/>
          <p:nvPr/>
        </p:nvSpPr>
        <p:spPr>
          <a:xfrm rot="5400000" flipV="1">
            <a:off x="8154918" y="3371989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0" name="Forme libre 359"/>
          <p:cNvSpPr/>
          <p:nvPr/>
        </p:nvSpPr>
        <p:spPr>
          <a:xfrm>
            <a:off x="8067675" y="3228975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1" name="Rectangle 360"/>
          <p:cNvSpPr/>
          <p:nvPr/>
        </p:nvSpPr>
        <p:spPr>
          <a:xfrm>
            <a:off x="7877174" y="2857500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3009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362" name="Bouée 361"/>
          <p:cNvSpPr/>
          <p:nvPr/>
        </p:nvSpPr>
        <p:spPr>
          <a:xfrm>
            <a:off x="7891440" y="2809876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63" name="Triangle isocèle 362"/>
          <p:cNvSpPr/>
          <p:nvPr/>
        </p:nvSpPr>
        <p:spPr>
          <a:xfrm>
            <a:off x="8658228" y="3448052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64" name="Triangle isocèle 363"/>
          <p:cNvSpPr/>
          <p:nvPr/>
        </p:nvSpPr>
        <p:spPr>
          <a:xfrm rot="5400000" flipV="1">
            <a:off x="8726418" y="3371989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5" name="Forme libre 364"/>
          <p:cNvSpPr/>
          <p:nvPr/>
        </p:nvSpPr>
        <p:spPr>
          <a:xfrm>
            <a:off x="8639175" y="3228975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6" name="Rectangle 365"/>
          <p:cNvSpPr/>
          <p:nvPr/>
        </p:nvSpPr>
        <p:spPr>
          <a:xfrm>
            <a:off x="8448674" y="2857500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3010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367" name="Bouée 366"/>
          <p:cNvSpPr/>
          <p:nvPr/>
        </p:nvSpPr>
        <p:spPr>
          <a:xfrm>
            <a:off x="8462940" y="2809876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68" name="Organigramme : Joindre 367"/>
          <p:cNvSpPr/>
          <p:nvPr/>
        </p:nvSpPr>
        <p:spPr>
          <a:xfrm>
            <a:off x="8067675" y="3612372"/>
            <a:ext cx="111963" cy="111903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69" name="Organigramme : Joindre 368"/>
          <p:cNvSpPr/>
          <p:nvPr/>
        </p:nvSpPr>
        <p:spPr>
          <a:xfrm>
            <a:off x="8639175" y="3612372"/>
            <a:ext cx="111963" cy="111903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71" name="Connecteur droit 370"/>
          <p:cNvCxnSpPr/>
          <p:nvPr/>
        </p:nvCxnSpPr>
        <p:spPr>
          <a:xfrm flipV="1">
            <a:off x="8133182" y="3667125"/>
            <a:ext cx="582193" cy="1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e 378"/>
          <p:cNvGrpSpPr/>
          <p:nvPr/>
        </p:nvGrpSpPr>
        <p:grpSpPr>
          <a:xfrm>
            <a:off x="8239125" y="3619500"/>
            <a:ext cx="361950" cy="104775"/>
            <a:chOff x="8048625" y="1771650"/>
            <a:chExt cx="361950" cy="104775"/>
          </a:xfrm>
        </p:grpSpPr>
        <p:cxnSp>
          <p:nvCxnSpPr>
            <p:cNvPr id="374" name="Connecteur droit 373"/>
            <p:cNvCxnSpPr/>
            <p:nvPr/>
          </p:nvCxnSpPr>
          <p:spPr>
            <a:xfrm flipH="1">
              <a:off x="80486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Connecteur droit 374"/>
            <p:cNvCxnSpPr/>
            <p:nvPr/>
          </p:nvCxnSpPr>
          <p:spPr>
            <a:xfrm flipH="1">
              <a:off x="81248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Connecteur droit 375"/>
            <p:cNvCxnSpPr/>
            <p:nvPr/>
          </p:nvCxnSpPr>
          <p:spPr>
            <a:xfrm flipH="1">
              <a:off x="82010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Connecteur droit 376"/>
            <p:cNvCxnSpPr/>
            <p:nvPr/>
          </p:nvCxnSpPr>
          <p:spPr>
            <a:xfrm flipH="1">
              <a:off x="82772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Connecteur droit 377"/>
            <p:cNvCxnSpPr/>
            <p:nvPr/>
          </p:nvCxnSpPr>
          <p:spPr>
            <a:xfrm flipH="1">
              <a:off x="8353425" y="1771650"/>
              <a:ext cx="57150" cy="10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e 391"/>
          <p:cNvGrpSpPr/>
          <p:nvPr/>
        </p:nvGrpSpPr>
        <p:grpSpPr>
          <a:xfrm>
            <a:off x="6503217" y="4522010"/>
            <a:ext cx="221430" cy="102377"/>
            <a:chOff x="7512867" y="6550835"/>
            <a:chExt cx="221430" cy="102377"/>
          </a:xfrm>
        </p:grpSpPr>
        <p:sp>
          <p:nvSpPr>
            <p:cNvPr id="216" name="Organigramme : Joindre 215"/>
            <p:cNvSpPr/>
            <p:nvPr/>
          </p:nvSpPr>
          <p:spPr>
            <a:xfrm rot="10800000">
              <a:off x="7512867" y="6550835"/>
              <a:ext cx="95271" cy="100029"/>
            </a:xfrm>
            <a:prstGeom prst="flowChartCollat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sp>
          <p:nvSpPr>
            <p:cNvPr id="217" name="Rectangle à coins arrondis 216"/>
            <p:cNvSpPr/>
            <p:nvPr/>
          </p:nvSpPr>
          <p:spPr>
            <a:xfrm>
              <a:off x="7672386" y="6553200"/>
              <a:ext cx="61911" cy="100012"/>
            </a:xfrm>
            <a:prstGeom prst="roundRect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cxnSp>
          <p:nvCxnSpPr>
            <p:cNvPr id="219" name="Connecteur droit 218"/>
            <p:cNvCxnSpPr/>
            <p:nvPr/>
          </p:nvCxnSpPr>
          <p:spPr>
            <a:xfrm>
              <a:off x="7572375" y="6605588"/>
              <a:ext cx="95250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2" name="Organigramme : Joindre 381"/>
          <p:cNvSpPr/>
          <p:nvPr/>
        </p:nvSpPr>
        <p:spPr>
          <a:xfrm rot="10800000">
            <a:off x="3017067" y="4502960"/>
            <a:ext cx="95271" cy="100029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83" name="Rectangle 382"/>
          <p:cNvSpPr/>
          <p:nvPr/>
        </p:nvSpPr>
        <p:spPr>
          <a:xfrm>
            <a:off x="8134351" y="762000"/>
            <a:ext cx="828674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CK4</a:t>
            </a:r>
          </a:p>
        </p:txBody>
      </p:sp>
      <p:sp>
        <p:nvSpPr>
          <p:cNvPr id="387" name="Forme libre 386"/>
          <p:cNvSpPr/>
          <p:nvPr/>
        </p:nvSpPr>
        <p:spPr>
          <a:xfrm>
            <a:off x="4562475" y="923926"/>
            <a:ext cx="561975" cy="714374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5" name="Organigramme : Joindre 204"/>
          <p:cNvSpPr/>
          <p:nvPr/>
        </p:nvSpPr>
        <p:spPr>
          <a:xfrm rot="10800000">
            <a:off x="952478" y="4148159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06" name="Connecteur droit avec flèche 205"/>
          <p:cNvCxnSpPr/>
          <p:nvPr/>
        </p:nvCxnSpPr>
        <p:spPr>
          <a:xfrm flipV="1">
            <a:off x="695325" y="3171825"/>
            <a:ext cx="0" cy="100012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Organigramme : Joindre 253"/>
          <p:cNvSpPr/>
          <p:nvPr/>
        </p:nvSpPr>
        <p:spPr>
          <a:xfrm rot="5400000">
            <a:off x="764381" y="3626648"/>
            <a:ext cx="204788" cy="161924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12" name="Connecteur droit 211"/>
          <p:cNvCxnSpPr/>
          <p:nvPr/>
        </p:nvCxnSpPr>
        <p:spPr>
          <a:xfrm>
            <a:off x="5376863" y="1538288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Connecteur droit 212"/>
          <p:cNvCxnSpPr/>
          <p:nvPr/>
        </p:nvCxnSpPr>
        <p:spPr>
          <a:xfrm>
            <a:off x="5572130" y="1543035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onnecteur droit avec flèche 213"/>
          <p:cNvCxnSpPr/>
          <p:nvPr/>
        </p:nvCxnSpPr>
        <p:spPr>
          <a:xfrm flipV="1">
            <a:off x="3567113" y="1528763"/>
            <a:ext cx="195262" cy="2000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Connecteur droit 217"/>
          <p:cNvCxnSpPr/>
          <p:nvPr/>
        </p:nvCxnSpPr>
        <p:spPr>
          <a:xfrm>
            <a:off x="3567113" y="1519238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Connecteur droit 219"/>
          <p:cNvCxnSpPr/>
          <p:nvPr/>
        </p:nvCxnSpPr>
        <p:spPr>
          <a:xfrm>
            <a:off x="3762380" y="1523985"/>
            <a:ext cx="0" cy="200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onnecteur droit avec flèche 220"/>
          <p:cNvCxnSpPr/>
          <p:nvPr/>
        </p:nvCxnSpPr>
        <p:spPr>
          <a:xfrm flipH="1" flipV="1">
            <a:off x="5381625" y="1543050"/>
            <a:ext cx="180975" cy="19050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Connecteur droit 231"/>
          <p:cNvCxnSpPr/>
          <p:nvPr/>
        </p:nvCxnSpPr>
        <p:spPr>
          <a:xfrm>
            <a:off x="3762375" y="1638300"/>
            <a:ext cx="162877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Connecteur droit 239"/>
          <p:cNvCxnSpPr/>
          <p:nvPr/>
        </p:nvCxnSpPr>
        <p:spPr>
          <a:xfrm>
            <a:off x="4181475" y="3810000"/>
            <a:ext cx="78105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Rectangle à coins arrondis 282"/>
          <p:cNvSpPr/>
          <p:nvPr/>
        </p:nvSpPr>
        <p:spPr>
          <a:xfrm>
            <a:off x="4943476" y="3490913"/>
            <a:ext cx="161925" cy="123825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284" name="Connecteur droit 283"/>
          <p:cNvCxnSpPr>
            <a:endCxn id="283" idx="2"/>
          </p:cNvCxnSpPr>
          <p:nvPr/>
        </p:nvCxnSpPr>
        <p:spPr>
          <a:xfrm flipH="1" flipV="1">
            <a:off x="5024439" y="3614738"/>
            <a:ext cx="2397" cy="173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Connecteur droit 290"/>
          <p:cNvCxnSpPr/>
          <p:nvPr/>
        </p:nvCxnSpPr>
        <p:spPr>
          <a:xfrm flipH="1">
            <a:off x="3867150" y="3819525"/>
            <a:ext cx="1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Connecteur droit 293"/>
          <p:cNvCxnSpPr/>
          <p:nvPr/>
        </p:nvCxnSpPr>
        <p:spPr>
          <a:xfrm flipH="1">
            <a:off x="5305425" y="3800475"/>
            <a:ext cx="1" cy="41910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Connecteur droit 297"/>
          <p:cNvCxnSpPr/>
          <p:nvPr/>
        </p:nvCxnSpPr>
        <p:spPr>
          <a:xfrm>
            <a:off x="1057275" y="4314825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Connecteur droit 302"/>
          <p:cNvCxnSpPr/>
          <p:nvPr/>
        </p:nvCxnSpPr>
        <p:spPr>
          <a:xfrm>
            <a:off x="1428750" y="4305300"/>
            <a:ext cx="0" cy="41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Connecteur droit 307"/>
          <p:cNvCxnSpPr/>
          <p:nvPr/>
        </p:nvCxnSpPr>
        <p:spPr>
          <a:xfrm>
            <a:off x="4481523" y="4686306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Connecteur droit 309"/>
          <p:cNvCxnSpPr/>
          <p:nvPr/>
        </p:nvCxnSpPr>
        <p:spPr>
          <a:xfrm>
            <a:off x="4491032" y="4729157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6" name="Forme libre 325"/>
          <p:cNvSpPr/>
          <p:nvPr/>
        </p:nvSpPr>
        <p:spPr>
          <a:xfrm flipH="1" flipV="1">
            <a:off x="7848600" y="1981197"/>
            <a:ext cx="590550" cy="590551"/>
          </a:xfrm>
          <a:custGeom>
            <a:avLst/>
            <a:gdLst>
              <a:gd name="connsiteX0" fmla="*/ 0 w 2514600"/>
              <a:gd name="connsiteY0" fmla="*/ 914400 h 914400"/>
              <a:gd name="connsiteX1" fmla="*/ 0 w 2514600"/>
              <a:gd name="connsiteY1" fmla="*/ 0 h 914400"/>
              <a:gd name="connsiteX2" fmla="*/ 2514600 w 25146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0" h="914400">
                <a:moveTo>
                  <a:pt x="0" y="914400"/>
                </a:moveTo>
                <a:lnTo>
                  <a:pt x="0" y="0"/>
                </a:lnTo>
                <a:lnTo>
                  <a:pt x="2514600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29" name="Rectangle 328"/>
          <p:cNvSpPr/>
          <p:nvPr/>
        </p:nvSpPr>
        <p:spPr>
          <a:xfrm>
            <a:off x="6000750" y="1514475"/>
            <a:ext cx="200025" cy="21145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331" name="Forme libre 330"/>
          <p:cNvSpPr/>
          <p:nvPr/>
        </p:nvSpPr>
        <p:spPr>
          <a:xfrm>
            <a:off x="3009900" y="1495424"/>
            <a:ext cx="85725" cy="2066925"/>
          </a:xfrm>
          <a:custGeom>
            <a:avLst/>
            <a:gdLst>
              <a:gd name="connsiteX0" fmla="*/ 0 w 66675"/>
              <a:gd name="connsiteY0" fmla="*/ 0 h 1485900"/>
              <a:gd name="connsiteX1" fmla="*/ 0 w 66675"/>
              <a:gd name="connsiteY1" fmla="*/ 1485900 h 1485900"/>
              <a:gd name="connsiteX2" fmla="*/ 66675 w 66675"/>
              <a:gd name="connsiteY2" fmla="*/ 1476375 h 1485900"/>
              <a:gd name="connsiteX3" fmla="*/ 66675 w 66675"/>
              <a:gd name="connsiteY3" fmla="*/ 9525 h 148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675" h="1485900">
                <a:moveTo>
                  <a:pt x="0" y="0"/>
                </a:moveTo>
                <a:lnTo>
                  <a:pt x="0" y="1485900"/>
                </a:lnTo>
                <a:lnTo>
                  <a:pt x="66675" y="1476375"/>
                </a:lnTo>
                <a:lnTo>
                  <a:pt x="66675" y="9525"/>
                </a:lnTo>
              </a:path>
            </a:pathLst>
          </a:cu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2" name="Forme libre 331"/>
          <p:cNvSpPr/>
          <p:nvPr/>
        </p:nvSpPr>
        <p:spPr>
          <a:xfrm>
            <a:off x="6057900" y="1514474"/>
            <a:ext cx="95250" cy="2047875"/>
          </a:xfrm>
          <a:custGeom>
            <a:avLst/>
            <a:gdLst>
              <a:gd name="connsiteX0" fmla="*/ 0 w 66675"/>
              <a:gd name="connsiteY0" fmla="*/ 0 h 1485900"/>
              <a:gd name="connsiteX1" fmla="*/ 0 w 66675"/>
              <a:gd name="connsiteY1" fmla="*/ 1485900 h 1485900"/>
              <a:gd name="connsiteX2" fmla="*/ 66675 w 66675"/>
              <a:gd name="connsiteY2" fmla="*/ 1476375 h 1485900"/>
              <a:gd name="connsiteX3" fmla="*/ 66675 w 66675"/>
              <a:gd name="connsiteY3" fmla="*/ 9525 h 148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675" h="1485900">
                <a:moveTo>
                  <a:pt x="0" y="0"/>
                </a:moveTo>
                <a:lnTo>
                  <a:pt x="0" y="1485900"/>
                </a:lnTo>
                <a:lnTo>
                  <a:pt x="66675" y="1476375"/>
                </a:lnTo>
                <a:lnTo>
                  <a:pt x="66675" y="9525"/>
                </a:lnTo>
              </a:path>
            </a:pathLst>
          </a:cu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38" name="Connecteur droit 337"/>
          <p:cNvCxnSpPr/>
          <p:nvPr/>
        </p:nvCxnSpPr>
        <p:spPr>
          <a:xfrm flipH="1">
            <a:off x="3876675" y="4314825"/>
            <a:ext cx="4" cy="9334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" name="Forme libre 347"/>
          <p:cNvSpPr/>
          <p:nvPr/>
        </p:nvSpPr>
        <p:spPr>
          <a:xfrm>
            <a:off x="1419225" y="3238500"/>
            <a:ext cx="3133725" cy="2047875"/>
          </a:xfrm>
          <a:custGeom>
            <a:avLst/>
            <a:gdLst>
              <a:gd name="connsiteX0" fmla="*/ 0 w 3133725"/>
              <a:gd name="connsiteY0" fmla="*/ 914400 h 2047875"/>
              <a:gd name="connsiteX1" fmla="*/ 0 w 3133725"/>
              <a:gd name="connsiteY1" fmla="*/ 0 h 2047875"/>
              <a:gd name="connsiteX2" fmla="*/ 619125 w 3133725"/>
              <a:gd name="connsiteY2" fmla="*/ 0 h 2047875"/>
              <a:gd name="connsiteX3" fmla="*/ 619125 w 3133725"/>
              <a:gd name="connsiteY3" fmla="*/ 2047875 h 2047875"/>
              <a:gd name="connsiteX4" fmla="*/ 3133725 w 3133725"/>
              <a:gd name="connsiteY4" fmla="*/ 2047875 h 2047875"/>
              <a:gd name="connsiteX5" fmla="*/ 3133725 w 3133725"/>
              <a:gd name="connsiteY5" fmla="*/ 1495425 h 2047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3725" h="2047875">
                <a:moveTo>
                  <a:pt x="0" y="914400"/>
                </a:moveTo>
                <a:lnTo>
                  <a:pt x="0" y="0"/>
                </a:lnTo>
                <a:lnTo>
                  <a:pt x="619125" y="0"/>
                </a:lnTo>
                <a:lnTo>
                  <a:pt x="619125" y="2047875"/>
                </a:lnTo>
                <a:lnTo>
                  <a:pt x="3133725" y="2047875"/>
                </a:lnTo>
                <a:lnTo>
                  <a:pt x="3133725" y="14954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351" name="Connecteur droit 350"/>
          <p:cNvCxnSpPr/>
          <p:nvPr/>
        </p:nvCxnSpPr>
        <p:spPr>
          <a:xfrm>
            <a:off x="2943225" y="1504950"/>
            <a:ext cx="0" cy="4572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Connecteur droit 351"/>
          <p:cNvCxnSpPr/>
          <p:nvPr/>
        </p:nvCxnSpPr>
        <p:spPr>
          <a:xfrm>
            <a:off x="3171825" y="1504950"/>
            <a:ext cx="0" cy="4572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Connecteur droit 352"/>
          <p:cNvCxnSpPr/>
          <p:nvPr/>
        </p:nvCxnSpPr>
        <p:spPr>
          <a:xfrm>
            <a:off x="5991225" y="1514475"/>
            <a:ext cx="0" cy="4572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Connecteur droit 353"/>
          <p:cNvCxnSpPr/>
          <p:nvPr/>
        </p:nvCxnSpPr>
        <p:spPr>
          <a:xfrm>
            <a:off x="6219825" y="1524000"/>
            <a:ext cx="0" cy="4572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" name="Forme libre 398"/>
          <p:cNvSpPr/>
          <p:nvPr/>
        </p:nvSpPr>
        <p:spPr>
          <a:xfrm flipV="1">
            <a:off x="6105525" y="4267200"/>
            <a:ext cx="447676" cy="247650"/>
          </a:xfrm>
          <a:custGeom>
            <a:avLst/>
            <a:gdLst>
              <a:gd name="connsiteX0" fmla="*/ 242888 w 242888"/>
              <a:gd name="connsiteY0" fmla="*/ 0 h 119062"/>
              <a:gd name="connsiteX1" fmla="*/ 242888 w 242888"/>
              <a:gd name="connsiteY1" fmla="*/ 119062 h 119062"/>
              <a:gd name="connsiteX2" fmla="*/ 0 w 242888"/>
              <a:gd name="connsiteY2" fmla="*/ 119062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88" h="119062">
                <a:moveTo>
                  <a:pt x="242888" y="0"/>
                </a:moveTo>
                <a:lnTo>
                  <a:pt x="242888" y="119062"/>
                </a:lnTo>
                <a:lnTo>
                  <a:pt x="0" y="119062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00" name="Connecteur droit 399"/>
          <p:cNvCxnSpPr/>
          <p:nvPr/>
        </p:nvCxnSpPr>
        <p:spPr>
          <a:xfrm>
            <a:off x="6105525" y="4086225"/>
            <a:ext cx="0" cy="4381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1" name="Organigramme : Joindre 410"/>
          <p:cNvSpPr/>
          <p:nvPr/>
        </p:nvSpPr>
        <p:spPr>
          <a:xfrm rot="10800000">
            <a:off x="6055542" y="4522010"/>
            <a:ext cx="95271" cy="100029"/>
          </a:xfrm>
          <a:prstGeom prst="flowChartCollat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21" name="Organigramme : Joindre 420"/>
          <p:cNvSpPr/>
          <p:nvPr/>
        </p:nvSpPr>
        <p:spPr>
          <a:xfrm rot="5400000">
            <a:off x="7943867" y="833458"/>
            <a:ext cx="204788" cy="157162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422" name="Rectangle 421"/>
          <p:cNvSpPr/>
          <p:nvPr/>
        </p:nvSpPr>
        <p:spPr>
          <a:xfrm>
            <a:off x="695324" y="2571750"/>
            <a:ext cx="7239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S302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446" name="Organigramme : Connecteur 445"/>
          <p:cNvSpPr/>
          <p:nvPr/>
        </p:nvSpPr>
        <p:spPr>
          <a:xfrm>
            <a:off x="1571625" y="1757361"/>
            <a:ext cx="395291" cy="404813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sp>
        <p:nvSpPr>
          <p:cNvPr id="448" name="Organigramme : Connecteur 447"/>
          <p:cNvSpPr/>
          <p:nvPr/>
        </p:nvSpPr>
        <p:spPr>
          <a:xfrm>
            <a:off x="7134225" y="1738311"/>
            <a:ext cx="395291" cy="404813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grpSp>
        <p:nvGrpSpPr>
          <p:cNvPr id="4" name="Groupe 452"/>
          <p:cNvGrpSpPr/>
          <p:nvPr/>
        </p:nvGrpSpPr>
        <p:grpSpPr>
          <a:xfrm>
            <a:off x="2617017" y="4502960"/>
            <a:ext cx="221430" cy="102377"/>
            <a:chOff x="7512867" y="6550835"/>
            <a:chExt cx="221430" cy="102377"/>
          </a:xfrm>
        </p:grpSpPr>
        <p:sp>
          <p:nvSpPr>
            <p:cNvPr id="454" name="Organigramme : Joindre 453"/>
            <p:cNvSpPr/>
            <p:nvPr/>
          </p:nvSpPr>
          <p:spPr>
            <a:xfrm rot="10800000">
              <a:off x="7512867" y="6550835"/>
              <a:ext cx="95271" cy="100029"/>
            </a:xfrm>
            <a:prstGeom prst="flowChartCollat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sp>
          <p:nvSpPr>
            <p:cNvPr id="455" name="Rectangle à coins arrondis 454"/>
            <p:cNvSpPr/>
            <p:nvPr/>
          </p:nvSpPr>
          <p:spPr>
            <a:xfrm>
              <a:off x="7672386" y="6553200"/>
              <a:ext cx="61911" cy="100012"/>
            </a:xfrm>
            <a:prstGeom prst="roundRect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cxnSp>
          <p:nvCxnSpPr>
            <p:cNvPr id="456" name="Connecteur droit 455"/>
            <p:cNvCxnSpPr/>
            <p:nvPr/>
          </p:nvCxnSpPr>
          <p:spPr>
            <a:xfrm>
              <a:off x="7572375" y="6605588"/>
              <a:ext cx="95250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7" name="Connecteur droit 456"/>
          <p:cNvCxnSpPr/>
          <p:nvPr/>
        </p:nvCxnSpPr>
        <p:spPr>
          <a:xfrm>
            <a:off x="2667001" y="4600575"/>
            <a:ext cx="0" cy="119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8" name="Forme libre 457"/>
          <p:cNvSpPr/>
          <p:nvPr/>
        </p:nvSpPr>
        <p:spPr>
          <a:xfrm>
            <a:off x="2595563" y="4733927"/>
            <a:ext cx="138112" cy="80962"/>
          </a:xfrm>
          <a:custGeom>
            <a:avLst/>
            <a:gdLst>
              <a:gd name="connsiteX0" fmla="*/ 0 w 138112"/>
              <a:gd name="connsiteY0" fmla="*/ 0 h 80962"/>
              <a:gd name="connsiteX1" fmla="*/ 61912 w 138112"/>
              <a:gd name="connsiteY1" fmla="*/ 80962 h 80962"/>
              <a:gd name="connsiteX2" fmla="*/ 138112 w 138112"/>
              <a:gd name="connsiteY2" fmla="*/ 9525 h 8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112" h="80962">
                <a:moveTo>
                  <a:pt x="0" y="0"/>
                </a:moveTo>
                <a:lnTo>
                  <a:pt x="61912" y="80962"/>
                </a:lnTo>
                <a:lnTo>
                  <a:pt x="138112" y="9525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cxnSp>
        <p:nvCxnSpPr>
          <p:cNvPr id="459" name="Connecteur droit 458"/>
          <p:cNvCxnSpPr/>
          <p:nvPr/>
        </p:nvCxnSpPr>
        <p:spPr>
          <a:xfrm>
            <a:off x="2657475" y="4824414"/>
            <a:ext cx="0" cy="1381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6" name="Forme libre 465"/>
          <p:cNvSpPr/>
          <p:nvPr/>
        </p:nvSpPr>
        <p:spPr>
          <a:xfrm>
            <a:off x="3295649" y="1371600"/>
            <a:ext cx="771525" cy="847725"/>
          </a:xfrm>
          <a:custGeom>
            <a:avLst/>
            <a:gdLst>
              <a:gd name="connsiteX0" fmla="*/ 0 w 762000"/>
              <a:gd name="connsiteY0" fmla="*/ 0 h 866775"/>
              <a:gd name="connsiteX1" fmla="*/ 762000 w 762000"/>
              <a:gd name="connsiteY1" fmla="*/ 0 h 866775"/>
              <a:gd name="connsiteX2" fmla="*/ 762000 w 762000"/>
              <a:gd name="connsiteY2" fmla="*/ 866775 h 86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2000" h="866775">
                <a:moveTo>
                  <a:pt x="0" y="0"/>
                </a:moveTo>
                <a:lnTo>
                  <a:pt x="762000" y="0"/>
                </a:lnTo>
                <a:lnTo>
                  <a:pt x="762000" y="866775"/>
                </a:lnTo>
              </a:path>
            </a:pathLst>
          </a:cu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7" name="Forme libre 466"/>
          <p:cNvSpPr/>
          <p:nvPr/>
        </p:nvSpPr>
        <p:spPr>
          <a:xfrm flipH="1">
            <a:off x="5057773" y="1381125"/>
            <a:ext cx="790575" cy="847725"/>
          </a:xfrm>
          <a:custGeom>
            <a:avLst/>
            <a:gdLst>
              <a:gd name="connsiteX0" fmla="*/ 0 w 762000"/>
              <a:gd name="connsiteY0" fmla="*/ 0 h 866775"/>
              <a:gd name="connsiteX1" fmla="*/ 762000 w 762000"/>
              <a:gd name="connsiteY1" fmla="*/ 0 h 866775"/>
              <a:gd name="connsiteX2" fmla="*/ 762000 w 762000"/>
              <a:gd name="connsiteY2" fmla="*/ 866775 h 86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2000" h="866775">
                <a:moveTo>
                  <a:pt x="0" y="0"/>
                </a:moveTo>
                <a:lnTo>
                  <a:pt x="762000" y="0"/>
                </a:lnTo>
                <a:lnTo>
                  <a:pt x="762000" y="866775"/>
                </a:lnTo>
              </a:path>
            </a:pathLst>
          </a:cu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8" name="Organigramme : Connecteur 467"/>
          <p:cNvSpPr/>
          <p:nvPr/>
        </p:nvSpPr>
        <p:spPr>
          <a:xfrm>
            <a:off x="3919537" y="2219326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sp>
        <p:nvSpPr>
          <p:cNvPr id="469" name="Rectangle 468"/>
          <p:cNvSpPr/>
          <p:nvPr/>
        </p:nvSpPr>
        <p:spPr>
          <a:xfrm>
            <a:off x="3848100" y="2209800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T303 </a:t>
            </a:r>
            <a:r>
              <a:rPr lang="fr-FR" sz="800" dirty="0" smtClean="0">
                <a:solidFill>
                  <a:schemeClr val="tx1"/>
                </a:solidFill>
              </a:rPr>
              <a:t>B2</a:t>
            </a:r>
            <a:endParaRPr lang="fr-FR" sz="800" dirty="0" smtClean="0">
              <a:solidFill>
                <a:schemeClr val="tx1"/>
              </a:solidFill>
            </a:endParaRPr>
          </a:p>
        </p:txBody>
      </p:sp>
      <p:cxnSp>
        <p:nvCxnSpPr>
          <p:cNvPr id="470" name="Connecteur droit 469"/>
          <p:cNvCxnSpPr>
            <a:stCxn id="468" idx="2"/>
          </p:cNvCxnSpPr>
          <p:nvPr/>
        </p:nvCxnSpPr>
        <p:spPr>
          <a:xfrm flipH="1" flipV="1">
            <a:off x="3048000" y="2362200"/>
            <a:ext cx="87153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" name="Organigramme : Connecteur 470"/>
          <p:cNvSpPr/>
          <p:nvPr/>
        </p:nvSpPr>
        <p:spPr>
          <a:xfrm>
            <a:off x="4929187" y="2219326"/>
            <a:ext cx="300038" cy="28575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tx1"/>
              </a:solidFill>
            </a:endParaRPr>
          </a:p>
        </p:txBody>
      </p:sp>
      <p:sp>
        <p:nvSpPr>
          <p:cNvPr id="472" name="Rectangle 471"/>
          <p:cNvSpPr/>
          <p:nvPr/>
        </p:nvSpPr>
        <p:spPr>
          <a:xfrm>
            <a:off x="4857750" y="2209800"/>
            <a:ext cx="45720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T303 </a:t>
            </a:r>
            <a:r>
              <a:rPr lang="fr-FR" sz="800" dirty="0" smtClean="0">
                <a:solidFill>
                  <a:schemeClr val="tx1"/>
                </a:solidFill>
              </a:rPr>
              <a:t>A2</a:t>
            </a:r>
            <a:endParaRPr lang="fr-FR" sz="800" dirty="0" smtClean="0">
              <a:solidFill>
                <a:schemeClr val="tx1"/>
              </a:solidFill>
            </a:endParaRPr>
          </a:p>
        </p:txBody>
      </p:sp>
      <p:cxnSp>
        <p:nvCxnSpPr>
          <p:cNvPr id="473" name="Connecteur droit 472"/>
          <p:cNvCxnSpPr/>
          <p:nvPr/>
        </p:nvCxnSpPr>
        <p:spPr>
          <a:xfrm flipH="1" flipV="1">
            <a:off x="5229225" y="2362200"/>
            <a:ext cx="87153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4" name="Connecteur droit avec flèche 473"/>
          <p:cNvCxnSpPr/>
          <p:nvPr/>
        </p:nvCxnSpPr>
        <p:spPr>
          <a:xfrm>
            <a:off x="3705225" y="1809750"/>
            <a:ext cx="1657350" cy="0"/>
          </a:xfrm>
          <a:prstGeom prst="straightConnector1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Organigramme : Joindre 175"/>
          <p:cNvSpPr/>
          <p:nvPr/>
        </p:nvSpPr>
        <p:spPr>
          <a:xfrm rot="5400000">
            <a:off x="2293167" y="2369359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81" name="Organigramme : Joindre 180"/>
          <p:cNvSpPr/>
          <p:nvPr/>
        </p:nvSpPr>
        <p:spPr>
          <a:xfrm rot="5400000">
            <a:off x="6779441" y="2345547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87" name="Organigramme : Joindre 186"/>
          <p:cNvSpPr/>
          <p:nvPr/>
        </p:nvSpPr>
        <p:spPr>
          <a:xfrm rot="5400000">
            <a:off x="6284141" y="4212447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88" name="Organigramme : Joindre 187"/>
          <p:cNvSpPr/>
          <p:nvPr/>
        </p:nvSpPr>
        <p:spPr>
          <a:xfrm rot="5400000">
            <a:off x="2836091" y="4193397"/>
            <a:ext cx="95271" cy="100029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89" name="Forme libre 188"/>
          <p:cNvSpPr/>
          <p:nvPr/>
        </p:nvSpPr>
        <p:spPr>
          <a:xfrm>
            <a:off x="2419350" y="1714500"/>
            <a:ext cx="257175" cy="247650"/>
          </a:xfrm>
          <a:custGeom>
            <a:avLst/>
            <a:gdLst>
              <a:gd name="connsiteX0" fmla="*/ 0 w 257175"/>
              <a:gd name="connsiteY0" fmla="*/ 0 h 247650"/>
              <a:gd name="connsiteX1" fmla="*/ 0 w 257175"/>
              <a:gd name="connsiteY1" fmla="*/ 142875 h 247650"/>
              <a:gd name="connsiteX2" fmla="*/ 257175 w 257175"/>
              <a:gd name="connsiteY2" fmla="*/ 142875 h 247650"/>
              <a:gd name="connsiteX3" fmla="*/ 257175 w 257175"/>
              <a:gd name="connsiteY3" fmla="*/ 24765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247650">
                <a:moveTo>
                  <a:pt x="0" y="0"/>
                </a:moveTo>
                <a:lnTo>
                  <a:pt x="0" y="142875"/>
                </a:lnTo>
                <a:lnTo>
                  <a:pt x="257175" y="142875"/>
                </a:lnTo>
                <a:lnTo>
                  <a:pt x="257175" y="24765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2" name="Triangle isocèle 191"/>
          <p:cNvSpPr/>
          <p:nvPr/>
        </p:nvSpPr>
        <p:spPr>
          <a:xfrm>
            <a:off x="2381230" y="1600201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93" name="Triangle isocèle 192"/>
          <p:cNvSpPr/>
          <p:nvPr/>
        </p:nvSpPr>
        <p:spPr>
          <a:xfrm rot="16200000" flipH="1" flipV="1">
            <a:off x="2325595" y="1524138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4" name="Forme libre 193"/>
          <p:cNvSpPr/>
          <p:nvPr/>
        </p:nvSpPr>
        <p:spPr>
          <a:xfrm>
            <a:off x="2362177" y="1381124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5" name="Bouée 194"/>
          <p:cNvSpPr/>
          <p:nvPr/>
        </p:nvSpPr>
        <p:spPr>
          <a:xfrm>
            <a:off x="2176440" y="952501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96" name="Rectangle 195"/>
          <p:cNvSpPr/>
          <p:nvPr/>
        </p:nvSpPr>
        <p:spPr>
          <a:xfrm>
            <a:off x="2152649" y="990600"/>
            <a:ext cx="495301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3011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201" name="Forme libre 200"/>
          <p:cNvSpPr/>
          <p:nvPr/>
        </p:nvSpPr>
        <p:spPr>
          <a:xfrm flipH="1">
            <a:off x="6438900" y="1714500"/>
            <a:ext cx="257175" cy="247650"/>
          </a:xfrm>
          <a:custGeom>
            <a:avLst/>
            <a:gdLst>
              <a:gd name="connsiteX0" fmla="*/ 0 w 257175"/>
              <a:gd name="connsiteY0" fmla="*/ 0 h 247650"/>
              <a:gd name="connsiteX1" fmla="*/ 0 w 257175"/>
              <a:gd name="connsiteY1" fmla="*/ 142875 h 247650"/>
              <a:gd name="connsiteX2" fmla="*/ 257175 w 257175"/>
              <a:gd name="connsiteY2" fmla="*/ 142875 h 247650"/>
              <a:gd name="connsiteX3" fmla="*/ 257175 w 257175"/>
              <a:gd name="connsiteY3" fmla="*/ 24765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247650">
                <a:moveTo>
                  <a:pt x="0" y="0"/>
                </a:moveTo>
                <a:lnTo>
                  <a:pt x="0" y="142875"/>
                </a:lnTo>
                <a:lnTo>
                  <a:pt x="257175" y="142875"/>
                </a:lnTo>
                <a:lnTo>
                  <a:pt x="257175" y="24765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2" name="Triangle isocèle 201"/>
          <p:cNvSpPr/>
          <p:nvPr/>
        </p:nvSpPr>
        <p:spPr>
          <a:xfrm>
            <a:off x="6667503" y="1609727"/>
            <a:ext cx="76199" cy="123827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03" name="Triangle isocèle 202"/>
          <p:cNvSpPr/>
          <p:nvPr/>
        </p:nvSpPr>
        <p:spPr>
          <a:xfrm rot="5400000" flipV="1">
            <a:off x="6735693" y="1533664"/>
            <a:ext cx="70055" cy="126934"/>
          </a:xfrm>
          <a:prstGeom prst="triangl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4" name="Forme libre 203"/>
          <p:cNvSpPr/>
          <p:nvPr/>
        </p:nvSpPr>
        <p:spPr>
          <a:xfrm>
            <a:off x="6648450" y="1390650"/>
            <a:ext cx="80963" cy="209550"/>
          </a:xfrm>
          <a:custGeom>
            <a:avLst/>
            <a:gdLst>
              <a:gd name="connsiteX0" fmla="*/ 57150 w 80963"/>
              <a:gd name="connsiteY0" fmla="*/ 209550 h 209550"/>
              <a:gd name="connsiteX1" fmla="*/ 57150 w 80963"/>
              <a:gd name="connsiteY1" fmla="*/ 128588 h 209550"/>
              <a:gd name="connsiteX2" fmla="*/ 0 w 80963"/>
              <a:gd name="connsiteY2" fmla="*/ 100013 h 209550"/>
              <a:gd name="connsiteX3" fmla="*/ 80963 w 80963"/>
              <a:gd name="connsiteY3" fmla="*/ 71438 h 209550"/>
              <a:gd name="connsiteX4" fmla="*/ 42863 w 80963"/>
              <a:gd name="connsiteY4" fmla="*/ 47625 h 209550"/>
              <a:gd name="connsiteX5" fmla="*/ 42863 w 80963"/>
              <a:gd name="connsiteY5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63" h="209550">
                <a:moveTo>
                  <a:pt x="57150" y="209550"/>
                </a:moveTo>
                <a:lnTo>
                  <a:pt x="57150" y="128588"/>
                </a:lnTo>
                <a:lnTo>
                  <a:pt x="0" y="100013"/>
                </a:lnTo>
                <a:lnTo>
                  <a:pt x="80963" y="71438"/>
                </a:lnTo>
                <a:lnTo>
                  <a:pt x="42863" y="47625"/>
                </a:lnTo>
                <a:lnTo>
                  <a:pt x="42863" y="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7" name="Rectangle 206"/>
          <p:cNvSpPr/>
          <p:nvPr/>
        </p:nvSpPr>
        <p:spPr>
          <a:xfrm>
            <a:off x="6457949" y="1019175"/>
            <a:ext cx="495301" cy="447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SV 3012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08" name="Bouée 207"/>
          <p:cNvSpPr/>
          <p:nvPr/>
        </p:nvSpPr>
        <p:spPr>
          <a:xfrm>
            <a:off x="6472215" y="971551"/>
            <a:ext cx="461985" cy="423858"/>
          </a:xfrm>
          <a:prstGeom prst="donut">
            <a:avLst>
              <a:gd name="adj" fmla="val 884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grpSp>
        <p:nvGrpSpPr>
          <p:cNvPr id="5" name="Groupe 223"/>
          <p:cNvGrpSpPr/>
          <p:nvPr/>
        </p:nvGrpSpPr>
        <p:grpSpPr>
          <a:xfrm>
            <a:off x="2652714" y="4295775"/>
            <a:ext cx="61912" cy="133350"/>
            <a:chOff x="2105025" y="3290888"/>
            <a:chExt cx="95251" cy="209550"/>
          </a:xfrm>
        </p:grpSpPr>
        <p:sp>
          <p:nvSpPr>
            <p:cNvPr id="223" name="Rectangle 222"/>
            <p:cNvSpPr/>
            <p:nvPr/>
          </p:nvSpPr>
          <p:spPr>
            <a:xfrm rot="-2640000">
              <a:off x="2152651" y="3357562"/>
              <a:ext cx="47625" cy="1428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2" name="Rectangle 221"/>
            <p:cNvSpPr/>
            <p:nvPr/>
          </p:nvSpPr>
          <p:spPr>
            <a:xfrm>
              <a:off x="2105025" y="3290888"/>
              <a:ext cx="45719" cy="2095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33" name="Forme libre 232"/>
          <p:cNvSpPr/>
          <p:nvPr/>
        </p:nvSpPr>
        <p:spPr>
          <a:xfrm>
            <a:off x="2505092" y="4248150"/>
            <a:ext cx="166688" cy="219075"/>
          </a:xfrm>
          <a:custGeom>
            <a:avLst/>
            <a:gdLst>
              <a:gd name="connsiteX0" fmla="*/ 271463 w 271463"/>
              <a:gd name="connsiteY0" fmla="*/ 0 h 247650"/>
              <a:gd name="connsiteX1" fmla="*/ 0 w 271463"/>
              <a:gd name="connsiteY1" fmla="*/ 0 h 247650"/>
              <a:gd name="connsiteX2" fmla="*/ 0 w 271463"/>
              <a:gd name="connsiteY2" fmla="*/ 247650 h 247650"/>
              <a:gd name="connsiteX3" fmla="*/ 252413 w 271463"/>
              <a:gd name="connsiteY3" fmla="*/ 24765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463" h="247650">
                <a:moveTo>
                  <a:pt x="271463" y="0"/>
                </a:moveTo>
                <a:lnTo>
                  <a:pt x="0" y="0"/>
                </a:lnTo>
                <a:lnTo>
                  <a:pt x="0" y="247650"/>
                </a:lnTo>
                <a:lnTo>
                  <a:pt x="252413" y="247650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grpSp>
        <p:nvGrpSpPr>
          <p:cNvPr id="6" name="Groupe 225"/>
          <p:cNvGrpSpPr/>
          <p:nvPr/>
        </p:nvGrpSpPr>
        <p:grpSpPr>
          <a:xfrm>
            <a:off x="2490774" y="4295775"/>
            <a:ext cx="61912" cy="133350"/>
            <a:chOff x="2105025" y="3290888"/>
            <a:chExt cx="95251" cy="209550"/>
          </a:xfrm>
        </p:grpSpPr>
        <p:sp>
          <p:nvSpPr>
            <p:cNvPr id="230" name="Rectangle 229"/>
            <p:cNvSpPr/>
            <p:nvPr/>
          </p:nvSpPr>
          <p:spPr>
            <a:xfrm rot="-2640000">
              <a:off x="2152651" y="3357562"/>
              <a:ext cx="47625" cy="1428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1" name="Rectangle 230"/>
            <p:cNvSpPr/>
            <p:nvPr/>
          </p:nvSpPr>
          <p:spPr>
            <a:xfrm>
              <a:off x="2105025" y="3290888"/>
              <a:ext cx="45719" cy="2095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35" name="Forme libre 234"/>
          <p:cNvSpPr/>
          <p:nvPr/>
        </p:nvSpPr>
        <p:spPr>
          <a:xfrm flipH="1">
            <a:off x="6543692" y="4267200"/>
            <a:ext cx="166688" cy="219075"/>
          </a:xfrm>
          <a:custGeom>
            <a:avLst/>
            <a:gdLst>
              <a:gd name="connsiteX0" fmla="*/ 271463 w 271463"/>
              <a:gd name="connsiteY0" fmla="*/ 0 h 247650"/>
              <a:gd name="connsiteX1" fmla="*/ 0 w 271463"/>
              <a:gd name="connsiteY1" fmla="*/ 0 h 247650"/>
              <a:gd name="connsiteX2" fmla="*/ 0 w 271463"/>
              <a:gd name="connsiteY2" fmla="*/ 247650 h 247650"/>
              <a:gd name="connsiteX3" fmla="*/ 252413 w 271463"/>
              <a:gd name="connsiteY3" fmla="*/ 24765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463" h="247650">
                <a:moveTo>
                  <a:pt x="271463" y="0"/>
                </a:moveTo>
                <a:lnTo>
                  <a:pt x="0" y="0"/>
                </a:lnTo>
                <a:lnTo>
                  <a:pt x="0" y="247650"/>
                </a:lnTo>
                <a:lnTo>
                  <a:pt x="252413" y="247650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grpSp>
        <p:nvGrpSpPr>
          <p:cNvPr id="7" name="Groupe 235"/>
          <p:cNvGrpSpPr/>
          <p:nvPr/>
        </p:nvGrpSpPr>
        <p:grpSpPr>
          <a:xfrm flipH="1">
            <a:off x="6500799" y="4314825"/>
            <a:ext cx="61912" cy="133350"/>
            <a:chOff x="2105025" y="3290888"/>
            <a:chExt cx="95251" cy="209550"/>
          </a:xfrm>
        </p:grpSpPr>
        <p:sp>
          <p:nvSpPr>
            <p:cNvPr id="237" name="Rectangle 236"/>
            <p:cNvSpPr/>
            <p:nvPr/>
          </p:nvSpPr>
          <p:spPr>
            <a:xfrm rot="-2640000">
              <a:off x="2152651" y="3357562"/>
              <a:ext cx="47625" cy="1428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8" name="Rectangle 237"/>
            <p:cNvSpPr/>
            <p:nvPr/>
          </p:nvSpPr>
          <p:spPr>
            <a:xfrm>
              <a:off x="2105025" y="3290888"/>
              <a:ext cx="45719" cy="2095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8" name="Groupe 240"/>
          <p:cNvGrpSpPr/>
          <p:nvPr/>
        </p:nvGrpSpPr>
        <p:grpSpPr>
          <a:xfrm flipH="1">
            <a:off x="6662739" y="4314825"/>
            <a:ext cx="61912" cy="133350"/>
            <a:chOff x="2105025" y="3290888"/>
            <a:chExt cx="95251" cy="209550"/>
          </a:xfrm>
        </p:grpSpPr>
        <p:sp>
          <p:nvSpPr>
            <p:cNvPr id="242" name="Rectangle 241"/>
            <p:cNvSpPr/>
            <p:nvPr/>
          </p:nvSpPr>
          <p:spPr>
            <a:xfrm rot="-2640000">
              <a:off x="2152651" y="3357562"/>
              <a:ext cx="47625" cy="1428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3" name="Rectangle 242"/>
            <p:cNvSpPr/>
            <p:nvPr/>
          </p:nvSpPr>
          <p:spPr>
            <a:xfrm>
              <a:off x="2105025" y="3290888"/>
              <a:ext cx="45719" cy="2095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97" name="Rectangle 196"/>
          <p:cNvSpPr/>
          <p:nvPr/>
        </p:nvSpPr>
        <p:spPr>
          <a:xfrm>
            <a:off x="266700" y="6181726"/>
            <a:ext cx="1904999" cy="361950"/>
          </a:xfrm>
          <a:prstGeom prst="rect">
            <a:avLst/>
          </a:prstGeom>
          <a:solidFill>
            <a:srgbClr val="FFFF99"/>
          </a:solidFill>
          <a:ln w="6350" cmpd="dbl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 smtClean="0">
                <a:solidFill>
                  <a:schemeClr val="tx1"/>
                </a:solidFill>
              </a:rPr>
              <a:t>PCF AIR INSTRUMENT </a:t>
            </a:r>
          </a:p>
          <a:p>
            <a:pPr algn="ctr"/>
            <a:r>
              <a:rPr lang="fr-FR" sz="1100" b="1" dirty="0" smtClean="0">
                <a:solidFill>
                  <a:schemeClr val="tx1"/>
                </a:solidFill>
              </a:rPr>
              <a:t>7841 901 330</a:t>
            </a:r>
          </a:p>
        </p:txBody>
      </p:sp>
      <p:sp>
        <p:nvSpPr>
          <p:cNvPr id="209" name="Rectangle à coins arrondis 208"/>
          <p:cNvSpPr/>
          <p:nvPr/>
        </p:nvSpPr>
        <p:spPr>
          <a:xfrm>
            <a:off x="2352674" y="6067425"/>
            <a:ext cx="3800475" cy="47625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S303 : B = service, A = attente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24" name="Forme libre 223"/>
          <p:cNvSpPr/>
          <p:nvPr/>
        </p:nvSpPr>
        <p:spPr>
          <a:xfrm flipV="1">
            <a:off x="5314950" y="4333875"/>
            <a:ext cx="609600" cy="952500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25" name="Forme libre 224"/>
          <p:cNvSpPr/>
          <p:nvPr/>
        </p:nvSpPr>
        <p:spPr>
          <a:xfrm flipV="1">
            <a:off x="3876675" y="5333999"/>
            <a:ext cx="2076449" cy="238126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10" name="Rectangle 209"/>
          <p:cNvSpPr/>
          <p:nvPr/>
        </p:nvSpPr>
        <p:spPr>
          <a:xfrm>
            <a:off x="5634039" y="5229225"/>
            <a:ext cx="576262" cy="1143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11" name="Rectangle 210"/>
          <p:cNvSpPr/>
          <p:nvPr/>
        </p:nvSpPr>
        <p:spPr>
          <a:xfrm>
            <a:off x="5534025" y="5267325"/>
            <a:ext cx="8191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>
                <a:solidFill>
                  <a:schemeClr val="tx1"/>
                </a:solidFill>
              </a:rPr>
              <a:t>Events 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15" name="Rectangle 214"/>
          <p:cNvSpPr/>
          <p:nvPr/>
        </p:nvSpPr>
        <p:spPr>
          <a:xfrm>
            <a:off x="5634039" y="5514975"/>
            <a:ext cx="576262" cy="1143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26" name="Organigramme : Joindre 225"/>
          <p:cNvSpPr/>
          <p:nvPr/>
        </p:nvSpPr>
        <p:spPr>
          <a:xfrm rot="5400000">
            <a:off x="7746214" y="5317334"/>
            <a:ext cx="204788" cy="180974"/>
          </a:xfrm>
          <a:prstGeom prst="flowChartCollate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229" name="Rectangle 228"/>
          <p:cNvSpPr/>
          <p:nvPr/>
        </p:nvSpPr>
        <p:spPr>
          <a:xfrm>
            <a:off x="7753350" y="5257800"/>
            <a:ext cx="100965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S302</a:t>
            </a:r>
          </a:p>
        </p:txBody>
      </p:sp>
      <p:sp>
        <p:nvSpPr>
          <p:cNvPr id="236" name="Forme libre 235"/>
          <p:cNvSpPr/>
          <p:nvPr/>
        </p:nvSpPr>
        <p:spPr>
          <a:xfrm flipH="1">
            <a:off x="7486648" y="3695700"/>
            <a:ext cx="438149" cy="1724025"/>
          </a:xfrm>
          <a:custGeom>
            <a:avLst/>
            <a:gdLst>
              <a:gd name="connsiteX0" fmla="*/ 0 w 1462088"/>
              <a:gd name="connsiteY0" fmla="*/ 1428750 h 1428750"/>
              <a:gd name="connsiteX1" fmla="*/ 1462088 w 1462088"/>
              <a:gd name="connsiteY1" fmla="*/ 1428750 h 1428750"/>
              <a:gd name="connsiteX2" fmla="*/ 1462088 w 1462088"/>
              <a:gd name="connsiteY2" fmla="*/ 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62088" h="1428750">
                <a:moveTo>
                  <a:pt x="0" y="1428750"/>
                </a:moveTo>
                <a:lnTo>
                  <a:pt x="1462088" y="1428750"/>
                </a:lnTo>
                <a:lnTo>
                  <a:pt x="1462088" y="0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1" name="Rectangle 240"/>
          <p:cNvSpPr/>
          <p:nvPr/>
        </p:nvSpPr>
        <p:spPr>
          <a:xfrm flipH="1">
            <a:off x="1523999" y="1819275"/>
            <a:ext cx="466725" cy="257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PSH</a:t>
            </a:r>
          </a:p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303B</a:t>
            </a:r>
          </a:p>
        </p:txBody>
      </p:sp>
      <p:sp>
        <p:nvSpPr>
          <p:cNvPr id="244" name="Rectangle 243"/>
          <p:cNvSpPr/>
          <p:nvPr/>
        </p:nvSpPr>
        <p:spPr>
          <a:xfrm flipH="1">
            <a:off x="7105649" y="1800225"/>
            <a:ext cx="466725" cy="257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PSH</a:t>
            </a:r>
          </a:p>
          <a:p>
            <a:pPr algn="ctr"/>
            <a:r>
              <a:rPr lang="fr-FR" sz="800" dirty="0" smtClean="0">
                <a:solidFill>
                  <a:schemeClr val="tx1"/>
                </a:solidFill>
              </a:rPr>
              <a:t>303A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5848350" y="1285875"/>
            <a:ext cx="504825" cy="238126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 smtClean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2800350" y="1266825"/>
            <a:ext cx="504825" cy="238126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 smtClean="0">
                <a:solidFill>
                  <a:schemeClr val="tx1"/>
                </a:solidFill>
              </a:rPr>
              <a:t>R</a:t>
            </a:r>
          </a:p>
        </p:txBody>
      </p:sp>
      <p:grpSp>
        <p:nvGrpSpPr>
          <p:cNvPr id="251" name="Groupe 411"/>
          <p:cNvGrpSpPr/>
          <p:nvPr/>
        </p:nvGrpSpPr>
        <p:grpSpPr>
          <a:xfrm>
            <a:off x="3807641" y="4219575"/>
            <a:ext cx="269059" cy="123825"/>
            <a:chOff x="8351067" y="4798235"/>
            <a:chExt cx="221430" cy="102377"/>
          </a:xfrm>
        </p:grpSpPr>
        <p:sp>
          <p:nvSpPr>
            <p:cNvPr id="252" name="Organigramme : Joindre 251"/>
            <p:cNvSpPr/>
            <p:nvPr/>
          </p:nvSpPr>
          <p:spPr>
            <a:xfrm rot="10800000">
              <a:off x="8351067" y="4798235"/>
              <a:ext cx="95271" cy="100029"/>
            </a:xfrm>
            <a:prstGeom prst="flowChartCollat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sp>
          <p:nvSpPr>
            <p:cNvPr id="256" name="Rectangle à coins arrondis 255"/>
            <p:cNvSpPr/>
            <p:nvPr/>
          </p:nvSpPr>
          <p:spPr>
            <a:xfrm>
              <a:off x="8510586" y="4800600"/>
              <a:ext cx="61911" cy="100012"/>
            </a:xfrm>
            <a:prstGeom prst="roundRect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cxnSp>
          <p:nvCxnSpPr>
            <p:cNvPr id="258" name="Connecteur droit 257"/>
            <p:cNvCxnSpPr/>
            <p:nvPr/>
          </p:nvCxnSpPr>
          <p:spPr>
            <a:xfrm>
              <a:off x="8410575" y="4852988"/>
              <a:ext cx="95250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66" name="Groupe 411"/>
          <p:cNvGrpSpPr/>
          <p:nvPr/>
        </p:nvGrpSpPr>
        <p:grpSpPr>
          <a:xfrm>
            <a:off x="5236391" y="4210050"/>
            <a:ext cx="269059" cy="123825"/>
            <a:chOff x="8351067" y="4798235"/>
            <a:chExt cx="221430" cy="102377"/>
          </a:xfrm>
        </p:grpSpPr>
        <p:sp>
          <p:nvSpPr>
            <p:cNvPr id="267" name="Organigramme : Joindre 266"/>
            <p:cNvSpPr/>
            <p:nvPr/>
          </p:nvSpPr>
          <p:spPr>
            <a:xfrm rot="10800000">
              <a:off x="8351067" y="4798235"/>
              <a:ext cx="95271" cy="100029"/>
            </a:xfrm>
            <a:prstGeom prst="flowChartCollat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sp>
          <p:nvSpPr>
            <p:cNvPr id="269" name="Rectangle à coins arrondis 268"/>
            <p:cNvSpPr/>
            <p:nvPr/>
          </p:nvSpPr>
          <p:spPr>
            <a:xfrm>
              <a:off x="8510586" y="4800600"/>
              <a:ext cx="61911" cy="100012"/>
            </a:xfrm>
            <a:prstGeom prst="roundRect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/>
            </a:p>
          </p:txBody>
        </p:sp>
        <p:cxnSp>
          <p:nvCxnSpPr>
            <p:cNvPr id="270" name="Connecteur droit 269"/>
            <p:cNvCxnSpPr/>
            <p:nvPr/>
          </p:nvCxnSpPr>
          <p:spPr>
            <a:xfrm>
              <a:off x="8410575" y="4852988"/>
              <a:ext cx="95250" cy="0"/>
            </a:xfrm>
            <a:prstGeom prst="lin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71" name="Forme libre 270"/>
          <p:cNvSpPr/>
          <p:nvPr/>
        </p:nvSpPr>
        <p:spPr>
          <a:xfrm>
            <a:off x="3333750" y="1638301"/>
            <a:ext cx="238125" cy="314324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2" name="Forme libre 271"/>
          <p:cNvSpPr/>
          <p:nvPr/>
        </p:nvSpPr>
        <p:spPr>
          <a:xfrm flipH="1">
            <a:off x="5572126" y="1638301"/>
            <a:ext cx="247650" cy="314324"/>
          </a:xfrm>
          <a:custGeom>
            <a:avLst/>
            <a:gdLst>
              <a:gd name="connsiteX0" fmla="*/ 476250 w 476250"/>
              <a:gd name="connsiteY0" fmla="*/ 0 h 1228725"/>
              <a:gd name="connsiteX1" fmla="*/ 0 w 476250"/>
              <a:gd name="connsiteY1" fmla="*/ 0 h 1228725"/>
              <a:gd name="connsiteX2" fmla="*/ 0 w 476250"/>
              <a:gd name="connsiteY2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1228725">
                <a:moveTo>
                  <a:pt x="476250" y="0"/>
                </a:moveTo>
                <a:lnTo>
                  <a:pt x="0" y="0"/>
                </a:lnTo>
                <a:lnTo>
                  <a:pt x="0" y="122872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4D4D4D"/>
      </a:dk1>
      <a:lt1>
        <a:srgbClr val="FFFFFF"/>
      </a:lt1>
      <a:dk2>
        <a:srgbClr val="000000"/>
      </a:dk2>
      <a:lt2>
        <a:srgbClr val="F48C24"/>
      </a:lt2>
      <a:accent1>
        <a:srgbClr val="2AC06E"/>
      </a:accent1>
      <a:accent2>
        <a:srgbClr val="E82718"/>
      </a:accent2>
      <a:accent3>
        <a:srgbClr val="FFFFFF"/>
      </a:accent3>
      <a:accent4>
        <a:srgbClr val="404040"/>
      </a:accent4>
      <a:accent5>
        <a:srgbClr val="ACDCBA"/>
      </a:accent5>
      <a:accent6>
        <a:srgbClr val="D22215"/>
      </a:accent6>
      <a:hlink>
        <a:srgbClr val="44658E"/>
      </a:hlink>
      <a:folHlink>
        <a:srgbClr val="AF502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18975</TotalTime>
  <Words>1242</Words>
  <Application>Microsoft Office PowerPoint</Application>
  <PresentationFormat>Affichage à l'écran (4:3)</PresentationFormat>
  <Paragraphs>675</Paragraphs>
  <Slides>25</Slides>
  <Notes>3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26" baseType="lpstr">
      <vt:lpstr>Thème Office</vt:lpstr>
      <vt:lpstr>Sécheurs d’air C301 – C302 – C303    Fonctionnement  Etape par Etape 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</vt:vector>
  </TitlesOfParts>
  <Company>TOTAL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Isolements sécheurs d’air</dc:title>
  <dc:subject>Modèle Bleu</dc:subject>
  <dc:creator>J0309108</dc:creator>
  <cp:lastModifiedBy>J0392773</cp:lastModifiedBy>
  <cp:revision>1128</cp:revision>
  <dcterms:created xsi:type="dcterms:W3CDTF">2012-02-01T12:28:02Z</dcterms:created>
  <dcterms:modified xsi:type="dcterms:W3CDTF">2016-03-01T15:09:11Z</dcterms:modified>
</cp:coreProperties>
</file>